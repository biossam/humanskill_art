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  <p:sldMasterId id="2147483656" r:id="rId2"/>
  </p:sldMasterIdLst>
  <p:notesMasterIdLst>
    <p:notesMasterId r:id="rId11"/>
  </p:notesMasterIdLst>
  <p:sldIdLst>
    <p:sldId id="256" r:id="rId3"/>
    <p:sldId id="265" r:id="rId4"/>
    <p:sldId id="277" r:id="rId5"/>
    <p:sldId id="266" r:id="rId6"/>
    <p:sldId id="268" r:id="rId7"/>
    <p:sldId id="273" r:id="rId8"/>
    <p:sldId id="269" r:id="rId9"/>
    <p:sldId id="270" r:id="rId10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pos="3840" userDrawn="1">
          <p15:clr>
            <a:srgbClr val="A4A3A4"/>
          </p15:clr>
        </p15:guide>
        <p15:guide id="2" orient="horz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9999"/>
    <a:srgbClr val="FEFEFE"/>
    <a:srgbClr val="FFD966"/>
    <a:srgbClr val="ED7D31"/>
    <a:srgbClr val="F6877E"/>
    <a:srgbClr val="07329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06" d="100"/>
          <a:sy n="106" d="100"/>
        </p:scale>
        <p:origin x="756" y="96"/>
      </p:cViewPr>
      <p:guideLst>
        <p:guide pos="3840"/>
        <p:guide orient="horz" pos="216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viewProps" Target="viewProps.xml"/><Relationship Id="rId3" Type="http://schemas.openxmlformats.org/officeDocument/2006/relationships/slide" Target="slides/slide1.xml"/><Relationship Id="rId7" Type="http://schemas.openxmlformats.org/officeDocument/2006/relationships/slide" Target="slides/slide5.xml"/><Relationship Id="rId12" Type="http://schemas.openxmlformats.org/officeDocument/2006/relationships/presProps" Target="presProps.xml"/><Relationship Id="rId2" Type="http://schemas.openxmlformats.org/officeDocument/2006/relationships/slideMaster" Target="slideMasters/slideMaster2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3.xml"/><Relationship Id="rId15" Type="http://schemas.openxmlformats.org/officeDocument/2006/relationships/tableStyles" Target="tableStyles.xml"/><Relationship Id="rId10" Type="http://schemas.openxmlformats.org/officeDocument/2006/relationships/slide" Target="slides/slide8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6134812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669DCDE-839F-45A5-BBBA-002CD9F8819F}" type="slidenum">
              <a:rPr lang="ko-KR" altLang="en-US" smtClean="0"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3498916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669DCDE-839F-45A5-BBBA-002CD9F8819F}" type="slidenum">
              <a:rPr lang="ko-KR" altLang="en-US" smtClean="0"/>
              <a:t>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2704296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669DCDE-839F-45A5-BBBA-002CD9F8819F}" type="slidenum">
              <a:rPr lang="ko-KR" altLang="en-US" smtClean="0"/>
              <a:t>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1920004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669DCDE-839F-45A5-BBBA-002CD9F8819F}" type="slidenum">
              <a:rPr lang="ko-KR" altLang="en-US" smtClean="0"/>
              <a:t>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0049631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669DCDE-839F-45A5-BBBA-002CD9F8819F}" type="slidenum">
              <a:rPr lang="ko-KR" altLang="en-US" smtClean="0"/>
              <a:t>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3328716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png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9_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8" name="타원 7"/>
          <p:cNvSpPr/>
          <p:nvPr userDrawn="1"/>
        </p:nvSpPr>
        <p:spPr>
          <a:xfrm>
            <a:off x="1314979" y="932723"/>
            <a:ext cx="9562043" cy="5195428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pic>
        <p:nvPicPr>
          <p:cNvPr id="4" name="그림 3"/>
          <p:cNvPicPr>
            <a:picLocks noChangeAspect="1"/>
          </p:cNvPicPr>
          <p:nvPr userDrawn="1"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3774"/>
          <a:stretch/>
        </p:blipFill>
        <p:spPr>
          <a:xfrm>
            <a:off x="5232685" y="6213310"/>
            <a:ext cx="1726629" cy="559532"/>
          </a:xfrm>
          <a:prstGeom prst="rect">
            <a:avLst/>
          </a:prstGeom>
        </p:spPr>
      </p:pic>
      <p:grpSp>
        <p:nvGrpSpPr>
          <p:cNvPr id="3" name="그룹 2"/>
          <p:cNvGrpSpPr/>
          <p:nvPr userDrawn="1"/>
        </p:nvGrpSpPr>
        <p:grpSpPr>
          <a:xfrm>
            <a:off x="8380207" y="4128700"/>
            <a:ext cx="3810915" cy="2740004"/>
            <a:chOff x="8380207" y="4128700"/>
            <a:chExt cx="3810915" cy="2740004"/>
          </a:xfrm>
        </p:grpSpPr>
        <p:pic>
          <p:nvPicPr>
            <p:cNvPr id="5" name="그림 4"/>
            <p:cNvPicPr>
              <a:picLocks noChangeAspect="1"/>
            </p:cNvPicPr>
            <p:nvPr userDrawn="1"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380207" y="4139458"/>
              <a:ext cx="3806750" cy="2729246"/>
            </a:xfrm>
            <a:prstGeom prst="rect">
              <a:avLst/>
            </a:prstGeom>
          </p:spPr>
        </p:pic>
        <p:pic>
          <p:nvPicPr>
            <p:cNvPr id="2" name="그림 1"/>
            <p:cNvPicPr>
              <a:picLocks noChangeAspect="1"/>
            </p:cNvPicPr>
            <p:nvPr userDrawn="1"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385922" y="4128700"/>
              <a:ext cx="3805200" cy="2731858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6366167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1_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그림 13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직사각형 1"/>
          <p:cNvSpPr/>
          <p:nvPr userDrawn="1"/>
        </p:nvSpPr>
        <p:spPr>
          <a:xfrm>
            <a:off x="0" y="1134884"/>
            <a:ext cx="12192000" cy="536645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2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9185109" y="6499821"/>
            <a:ext cx="2844800" cy="3661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marL="0" algn="r" defTabSz="1219170" rtl="0" eaLnBrk="1" latinLnBrk="1" hangingPunct="1">
              <a:defRPr lang="ko-KR" altLang="en-US" sz="1067" b="1" kern="120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  <a:ea typeface="G마켓 산스 TTF Medium" panose="02000000000000000000" pitchFamily="2" charset="-127"/>
                <a:cs typeface="+mn-cs"/>
              </a:defRPr>
            </a:lvl1pPr>
          </a:lstStyle>
          <a:p>
            <a:fld id="{A73DE1A5-A26C-4936-9EB7-341AE0E9F7ED}" type="slidenum">
              <a:rPr lang="en-US" altLang="ko-KR" smtClean="0"/>
              <a:pPr/>
              <a:t>‹#›</a:t>
            </a:fld>
            <a:endParaRPr lang="en-US" dirty="0"/>
          </a:p>
        </p:txBody>
      </p:sp>
      <p:sp>
        <p:nvSpPr>
          <p:cNvPr id="5" name="제목 1"/>
          <p:cNvSpPr>
            <a:spLocks noGrp="1"/>
          </p:cNvSpPr>
          <p:nvPr>
            <p:ph type="title"/>
          </p:nvPr>
        </p:nvSpPr>
        <p:spPr>
          <a:xfrm>
            <a:off x="519761" y="409647"/>
            <a:ext cx="9525376" cy="641085"/>
          </a:xfrm>
          <a:prstGeom prst="rect">
            <a:avLst/>
          </a:prstGeom>
        </p:spPr>
        <p:txBody>
          <a:bodyPr anchor="ctr"/>
          <a:lstStyle>
            <a:lvl1pPr marL="0" algn="l" defTabSz="1219170" rtl="0" eaLnBrk="1" latinLnBrk="1" hangingPunct="1">
              <a:spcBef>
                <a:spcPct val="0"/>
              </a:spcBef>
              <a:buNone/>
              <a:defRPr lang="ko-KR" altLang="en-US" sz="3733" kern="1200" spc="-147" baseline="0" dirty="0">
                <a:solidFill>
                  <a:schemeClr val="tx1">
                    <a:lumMod val="85000"/>
                    <a:lumOff val="15000"/>
                    <a:alpha val="99000"/>
                  </a:schemeClr>
                </a:solidFill>
                <a:latin typeface="땅스부대찌개 Bold" panose="02020603020101020101" pitchFamily="18" charset="-127"/>
                <a:ea typeface="땅스부대찌개 Bold" panose="02020603020101020101" pitchFamily="18" charset="-127"/>
                <a:cs typeface="+mn-cs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15" name="모서리가 둥근 직사각형 14"/>
          <p:cNvSpPr/>
          <p:nvPr userDrawn="1"/>
        </p:nvSpPr>
        <p:spPr>
          <a:xfrm>
            <a:off x="431371" y="1083243"/>
            <a:ext cx="11329259" cy="101600"/>
          </a:xfrm>
          <a:prstGeom prst="roundRect">
            <a:avLst>
              <a:gd name="adj" fmla="val 5000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pic>
        <p:nvPicPr>
          <p:cNvPr id="11" name="그림 10"/>
          <p:cNvPicPr>
            <a:picLocks noChangeAspect="1"/>
          </p:cNvPicPr>
          <p:nvPr userDrawn="1"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4403"/>
          <a:stretch/>
        </p:blipFill>
        <p:spPr>
          <a:xfrm>
            <a:off x="10180896" y="468166"/>
            <a:ext cx="1579734" cy="5168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4492240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2_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그림 13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직사각형 1"/>
          <p:cNvSpPr/>
          <p:nvPr userDrawn="1"/>
        </p:nvSpPr>
        <p:spPr>
          <a:xfrm>
            <a:off x="0" y="1134884"/>
            <a:ext cx="12192000" cy="536645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2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9185109" y="6499821"/>
            <a:ext cx="2844800" cy="3661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marL="0" algn="r" defTabSz="1219170" rtl="0" eaLnBrk="1" latinLnBrk="1" hangingPunct="1">
              <a:defRPr lang="ko-KR" altLang="en-US" sz="1067" b="1" kern="120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  <a:ea typeface="G마켓 산스 TTF Medium" panose="02000000000000000000" pitchFamily="2" charset="-127"/>
                <a:cs typeface="+mn-cs"/>
              </a:defRPr>
            </a:lvl1pPr>
          </a:lstStyle>
          <a:p>
            <a:fld id="{A73DE1A5-A26C-4936-9EB7-341AE0E9F7ED}" type="slidenum">
              <a:rPr lang="en-US" altLang="ko-KR" smtClean="0"/>
              <a:pPr/>
              <a:t>‹#›</a:t>
            </a:fld>
            <a:endParaRPr lang="en-US" dirty="0"/>
          </a:p>
        </p:txBody>
      </p:sp>
      <p:sp>
        <p:nvSpPr>
          <p:cNvPr id="5" name="제목 1"/>
          <p:cNvSpPr>
            <a:spLocks noGrp="1"/>
          </p:cNvSpPr>
          <p:nvPr>
            <p:ph type="title"/>
          </p:nvPr>
        </p:nvSpPr>
        <p:spPr>
          <a:xfrm>
            <a:off x="519761" y="409647"/>
            <a:ext cx="9525376" cy="641085"/>
          </a:xfrm>
          <a:prstGeom prst="rect">
            <a:avLst/>
          </a:prstGeom>
        </p:spPr>
        <p:txBody>
          <a:bodyPr anchor="ctr"/>
          <a:lstStyle>
            <a:lvl1pPr marL="0" algn="l" defTabSz="1219170" rtl="0" eaLnBrk="1" latinLnBrk="1" hangingPunct="1">
              <a:spcBef>
                <a:spcPct val="0"/>
              </a:spcBef>
              <a:buNone/>
              <a:defRPr lang="ko-KR" altLang="en-US" sz="3733" kern="1200" spc="-147" baseline="0" dirty="0">
                <a:solidFill>
                  <a:schemeClr val="tx1">
                    <a:lumMod val="85000"/>
                    <a:lumOff val="15000"/>
                    <a:alpha val="99000"/>
                  </a:schemeClr>
                </a:solidFill>
                <a:latin typeface="땅스부대찌개 Bold" panose="02020603020101020101" pitchFamily="18" charset="-127"/>
                <a:ea typeface="땅스부대찌개 Bold" panose="02020603020101020101" pitchFamily="18" charset="-127"/>
                <a:cs typeface="+mn-cs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15" name="모서리가 둥근 직사각형 14"/>
          <p:cNvSpPr/>
          <p:nvPr userDrawn="1"/>
        </p:nvSpPr>
        <p:spPr>
          <a:xfrm>
            <a:off x="431371" y="1083243"/>
            <a:ext cx="11329259" cy="101600"/>
          </a:xfrm>
          <a:prstGeom prst="roundRect">
            <a:avLst>
              <a:gd name="adj" fmla="val 50000"/>
            </a:avLst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pic>
        <p:nvPicPr>
          <p:cNvPr id="8" name="그림 7"/>
          <p:cNvPicPr>
            <a:picLocks noChangeAspect="1"/>
          </p:cNvPicPr>
          <p:nvPr userDrawn="1"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4403"/>
          <a:stretch/>
        </p:blipFill>
        <p:spPr>
          <a:xfrm>
            <a:off x="10180896" y="468166"/>
            <a:ext cx="1579734" cy="5168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7681894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3_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그림 13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9185109" y="6499821"/>
            <a:ext cx="2844800" cy="3661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marL="0" algn="r" defTabSz="1219170" rtl="0" eaLnBrk="1" latinLnBrk="1" hangingPunct="1">
              <a:defRPr lang="ko-KR" altLang="en-US" sz="1067" b="1" kern="120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  <a:ea typeface="G마켓 산스 TTF Medium" panose="02000000000000000000" pitchFamily="2" charset="-127"/>
                <a:cs typeface="+mn-cs"/>
              </a:defRPr>
            </a:lvl1pPr>
          </a:lstStyle>
          <a:p>
            <a:fld id="{A73DE1A5-A26C-4936-9EB7-341AE0E9F7ED}" type="slidenum">
              <a:rPr lang="en-US" altLang="ko-KR" smtClean="0"/>
              <a:pPr/>
              <a:t>‹#›</a:t>
            </a:fld>
            <a:endParaRPr lang="en-US" dirty="0"/>
          </a:p>
        </p:txBody>
      </p:sp>
      <p:sp>
        <p:nvSpPr>
          <p:cNvPr id="5" name="제목 1"/>
          <p:cNvSpPr>
            <a:spLocks noGrp="1"/>
          </p:cNvSpPr>
          <p:nvPr>
            <p:ph type="title"/>
          </p:nvPr>
        </p:nvSpPr>
        <p:spPr>
          <a:xfrm>
            <a:off x="519761" y="409647"/>
            <a:ext cx="9525376" cy="641085"/>
          </a:xfrm>
          <a:prstGeom prst="rect">
            <a:avLst/>
          </a:prstGeom>
        </p:spPr>
        <p:txBody>
          <a:bodyPr anchor="ctr"/>
          <a:lstStyle>
            <a:lvl1pPr marL="0" algn="l" defTabSz="1219170" rtl="0" eaLnBrk="1" latinLnBrk="1" hangingPunct="1">
              <a:spcBef>
                <a:spcPct val="0"/>
              </a:spcBef>
              <a:buNone/>
              <a:defRPr lang="ko-KR" altLang="en-US" sz="3733" kern="1200" spc="-147" baseline="0" dirty="0">
                <a:solidFill>
                  <a:schemeClr val="tx1">
                    <a:lumMod val="85000"/>
                    <a:lumOff val="15000"/>
                    <a:alpha val="99000"/>
                  </a:schemeClr>
                </a:solidFill>
                <a:latin typeface="땅스부대찌개 Bold" panose="02020603020101020101" pitchFamily="18" charset="-127"/>
                <a:ea typeface="땅스부대찌개 Bold" panose="02020603020101020101" pitchFamily="18" charset="-127"/>
                <a:cs typeface="+mn-cs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모서리가 둥근 직사각형 2"/>
          <p:cNvSpPr/>
          <p:nvPr userDrawn="1"/>
        </p:nvSpPr>
        <p:spPr>
          <a:xfrm>
            <a:off x="519762" y="1412776"/>
            <a:ext cx="11144857" cy="4896544"/>
          </a:xfrm>
          <a:prstGeom prst="roundRect">
            <a:avLst>
              <a:gd name="adj" fmla="val 11065"/>
            </a:avLst>
          </a:prstGeom>
          <a:solidFill>
            <a:schemeClr val="bg1"/>
          </a:solidFill>
          <a:ln w="57150">
            <a:solidFill>
              <a:srgbClr val="F6877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pic>
        <p:nvPicPr>
          <p:cNvPr id="8" name="그림 7"/>
          <p:cNvPicPr>
            <a:picLocks noChangeAspect="1"/>
          </p:cNvPicPr>
          <p:nvPr userDrawn="1"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4403"/>
          <a:stretch/>
        </p:blipFill>
        <p:spPr>
          <a:xfrm>
            <a:off x="10180896" y="468166"/>
            <a:ext cx="1579734" cy="5168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3556533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grpSp>
        <p:nvGrpSpPr>
          <p:cNvPr id="12" name="Google Shape;22;p37"/>
          <p:cNvGrpSpPr/>
          <p:nvPr userDrawn="1"/>
        </p:nvGrpSpPr>
        <p:grpSpPr>
          <a:xfrm>
            <a:off x="335361" y="487206"/>
            <a:ext cx="3834759" cy="722645"/>
            <a:chOff x="0" y="-699"/>
            <a:chExt cx="2876068" cy="541982"/>
          </a:xfrm>
        </p:grpSpPr>
        <p:sp>
          <p:nvSpPr>
            <p:cNvPr id="13" name="Google Shape;23;p37"/>
            <p:cNvSpPr/>
            <p:nvPr/>
          </p:nvSpPr>
          <p:spPr>
            <a:xfrm>
              <a:off x="0" y="0"/>
              <a:ext cx="2876068" cy="541283"/>
            </a:xfrm>
            <a:custGeom>
              <a:avLst/>
              <a:gdLst/>
              <a:ahLst/>
              <a:cxnLst/>
              <a:rect l="l" t="t" r="r" b="b"/>
              <a:pathLst>
                <a:path w="21600" h="21600" extrusionOk="0">
                  <a:moveTo>
                    <a:pt x="18493" y="0"/>
                  </a:moveTo>
                  <a:lnTo>
                    <a:pt x="3107" y="0"/>
                  </a:lnTo>
                  <a:cubicBezTo>
                    <a:pt x="2222" y="0"/>
                    <a:pt x="1691" y="0"/>
                    <a:pt x="1337" y="651"/>
                  </a:cubicBezTo>
                  <a:cubicBezTo>
                    <a:pt x="773" y="1743"/>
                    <a:pt x="328" y="4106"/>
                    <a:pt x="123" y="7106"/>
                  </a:cubicBezTo>
                  <a:cubicBezTo>
                    <a:pt x="41" y="8290"/>
                    <a:pt x="0" y="9540"/>
                    <a:pt x="0" y="10800"/>
                  </a:cubicBezTo>
                  <a:cubicBezTo>
                    <a:pt x="0" y="12060"/>
                    <a:pt x="41" y="13310"/>
                    <a:pt x="123" y="14494"/>
                  </a:cubicBezTo>
                  <a:cubicBezTo>
                    <a:pt x="328" y="17494"/>
                    <a:pt x="773" y="19857"/>
                    <a:pt x="1337" y="20949"/>
                  </a:cubicBezTo>
                  <a:cubicBezTo>
                    <a:pt x="1691" y="21600"/>
                    <a:pt x="2222" y="21600"/>
                    <a:pt x="3107" y="21600"/>
                  </a:cubicBezTo>
                  <a:lnTo>
                    <a:pt x="18493" y="21600"/>
                  </a:lnTo>
                  <a:cubicBezTo>
                    <a:pt x="19378" y="21600"/>
                    <a:pt x="19909" y="21600"/>
                    <a:pt x="20263" y="20949"/>
                  </a:cubicBezTo>
                  <a:cubicBezTo>
                    <a:pt x="20827" y="19857"/>
                    <a:pt x="21272" y="17494"/>
                    <a:pt x="21477" y="14494"/>
                  </a:cubicBezTo>
                  <a:cubicBezTo>
                    <a:pt x="21559" y="13310"/>
                    <a:pt x="21600" y="12060"/>
                    <a:pt x="21600" y="10800"/>
                  </a:cubicBezTo>
                  <a:cubicBezTo>
                    <a:pt x="21600" y="9540"/>
                    <a:pt x="21559" y="8290"/>
                    <a:pt x="21477" y="7106"/>
                  </a:cubicBezTo>
                  <a:cubicBezTo>
                    <a:pt x="21272" y="4106"/>
                    <a:pt x="20827" y="1743"/>
                    <a:pt x="20263" y="651"/>
                  </a:cubicBezTo>
                  <a:cubicBezTo>
                    <a:pt x="19909" y="0"/>
                    <a:pt x="19378" y="0"/>
                    <a:pt x="18493" y="0"/>
                  </a:cubicBezTo>
                  <a:close/>
                </a:path>
              </a:pathLst>
            </a:custGeom>
            <a:solidFill>
              <a:srgbClr val="F6877E"/>
            </a:solidFill>
            <a:ln>
              <a:noFill/>
            </a:ln>
          </p:spPr>
          <p:txBody>
            <a:bodyPr spcFirstLastPara="1" wrap="square" lIns="45700" tIns="45700" rIns="45700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 dirty="0">
                <a:solidFill>
                  <a:schemeClr val="dk1"/>
                </a:solidFill>
                <a:latin typeface="나눔스퀘어 ExtraBold" panose="020B0600000101010101" pitchFamily="50" charset="-127"/>
                <a:ea typeface="나눔스퀘어 ExtraBold" panose="020B0600000101010101" pitchFamily="50" charset="-127"/>
                <a:cs typeface="Arial"/>
                <a:sym typeface="Arial"/>
              </a:endParaRPr>
            </a:p>
          </p:txBody>
        </p:sp>
        <p:sp>
          <p:nvSpPr>
            <p:cNvPr id="14" name="Google Shape;24;p37"/>
            <p:cNvSpPr txBox="1"/>
            <p:nvPr/>
          </p:nvSpPr>
          <p:spPr>
            <a:xfrm>
              <a:off x="243287" y="-699"/>
              <a:ext cx="2389494" cy="53566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45700" tIns="45700" rIns="45700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ko-KR" altLang="en-US" sz="3333" b="1" dirty="0">
                  <a:solidFill>
                    <a:srgbClr val="FFFFFF"/>
                  </a:solidFill>
                  <a:latin typeface="+mj-ea"/>
                  <a:ea typeface="+mj-ea"/>
                  <a:cs typeface="Arial"/>
                  <a:sym typeface="Arial"/>
                </a:rPr>
                <a:t>초등 미술</a:t>
              </a:r>
              <a:endParaRPr sz="2400" dirty="0">
                <a:latin typeface="+mj-ea"/>
                <a:ea typeface="+mj-ea"/>
              </a:endParaRPr>
            </a:p>
          </p:txBody>
        </p:sp>
      </p:grpSp>
      <p:pic>
        <p:nvPicPr>
          <p:cNvPr id="15" name="그림 14"/>
          <p:cNvPicPr>
            <a:picLocks noChangeAspect="1"/>
          </p:cNvPicPr>
          <p:nvPr userDrawn="1"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-5158" r="34094" b="5158"/>
          <a:stretch/>
        </p:blipFill>
        <p:spPr>
          <a:xfrm>
            <a:off x="4804125" y="5883883"/>
            <a:ext cx="2346484" cy="764099"/>
          </a:xfrm>
          <a:prstGeom prst="rect">
            <a:avLst/>
          </a:prstGeom>
        </p:spPr>
      </p:pic>
      <p:sp>
        <p:nvSpPr>
          <p:cNvPr id="17" name="모서리가 둥근 직사각형 16"/>
          <p:cNvSpPr/>
          <p:nvPr userDrawn="1"/>
        </p:nvSpPr>
        <p:spPr>
          <a:xfrm>
            <a:off x="431371" y="3500604"/>
            <a:ext cx="11329259" cy="101600"/>
          </a:xfrm>
          <a:prstGeom prst="roundRect">
            <a:avLst>
              <a:gd name="adj" fmla="val 5000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18" name="Google Shape;125;p45"/>
          <p:cNvSpPr txBox="1"/>
          <p:nvPr userDrawn="1"/>
        </p:nvSpPr>
        <p:spPr>
          <a:xfrm>
            <a:off x="2927648" y="3591209"/>
            <a:ext cx="6387312" cy="32008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60933" rIns="121900" bIns="60933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10000" b="1" dirty="0">
                <a:latin typeface="+mj-ea"/>
                <a:ea typeface="+mj-ea"/>
                <a:cs typeface="Arial"/>
                <a:sym typeface="Arial"/>
              </a:rPr>
              <a:t>감사합니다</a:t>
            </a:r>
            <a:endParaRPr sz="10000" b="1" dirty="0">
              <a:latin typeface="+mj-ea"/>
              <a:ea typeface="+mj-ea"/>
              <a:cs typeface="Arial"/>
              <a:sym typeface="Arial"/>
            </a:endParaRPr>
          </a:p>
        </p:txBody>
      </p:sp>
      <p:pic>
        <p:nvPicPr>
          <p:cNvPr id="19" name="그림 18"/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56758" y="1079178"/>
            <a:ext cx="4500000" cy="25337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2060020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840" userDrawn="1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51CDAB1-A1E7-CFB5-4C4F-BF381DEE01E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3405" y="1123143"/>
            <a:ext cx="9145191" cy="2386082"/>
          </a:xfrm>
        </p:spPr>
        <p:txBody>
          <a:bodyPr anchor="b"/>
          <a:lstStyle>
            <a:lvl1pPr algn="ctr">
              <a:defRPr sz="6004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1D3C9FB5-648E-6CF3-980F-C9A15A1260E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3405" y="3601363"/>
            <a:ext cx="9145191" cy="1656913"/>
          </a:xfrm>
        </p:spPr>
        <p:txBody>
          <a:bodyPr/>
          <a:lstStyle>
            <a:lvl1pPr marL="0" indent="0" algn="ctr">
              <a:buNone/>
              <a:defRPr sz="2402"/>
            </a:lvl1pPr>
            <a:lvl2pPr marL="457520" indent="0" algn="ctr">
              <a:buNone/>
              <a:defRPr sz="2001"/>
            </a:lvl2pPr>
            <a:lvl3pPr marL="915040" indent="0" algn="ctr">
              <a:buNone/>
              <a:defRPr sz="1801"/>
            </a:lvl3pPr>
            <a:lvl4pPr marL="1372560" indent="0" algn="ctr">
              <a:buNone/>
              <a:defRPr sz="1601"/>
            </a:lvl4pPr>
            <a:lvl5pPr marL="1830080" indent="0" algn="ctr">
              <a:buNone/>
              <a:defRPr sz="1601"/>
            </a:lvl5pPr>
            <a:lvl6pPr marL="2287600" indent="0" algn="ctr">
              <a:buNone/>
              <a:defRPr sz="1601"/>
            </a:lvl6pPr>
            <a:lvl7pPr marL="2745120" indent="0" algn="ctr">
              <a:buNone/>
              <a:defRPr sz="1601"/>
            </a:lvl7pPr>
            <a:lvl8pPr marL="3202640" indent="0" algn="ctr">
              <a:buNone/>
              <a:defRPr sz="1601"/>
            </a:lvl8pPr>
            <a:lvl9pPr marL="3660160" indent="0" algn="ctr">
              <a:buNone/>
              <a:defRPr sz="1601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91B6F74-0D6F-ABA8-D595-2CD7CC7DB4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C1D5DA0-514B-F0F0-C432-A801FB7C0E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BB9A905-7FA9-41B4-5F76-78E42BB7DF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25756695-5394-4275-AF82-FA73A9257D02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157785723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BFECD42-BBEC-BA18-F276-0C29741A9F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E264433-1D5A-9D26-6525-F6F65273E7C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E1AA174-3A58-A6C7-3483-1D27A21116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B7142F9-B37A-147F-0542-12429285CE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525B876-F97A-60F2-3F5C-558F22E099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AB158258-C0FB-4AF9-9D0A-918F61B6CCAB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252842728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715B40E-BA87-9913-53EB-EEB027AB42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2392" y="1709337"/>
            <a:ext cx="10514508" cy="2853131"/>
          </a:xfrm>
        </p:spPr>
        <p:txBody>
          <a:bodyPr anchor="b"/>
          <a:lstStyle>
            <a:lvl1pPr>
              <a:defRPr sz="6004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F8CDE29B-3827-5235-AF37-A40AE7E8F00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2392" y="4589475"/>
            <a:ext cx="10514508" cy="1499641"/>
          </a:xfrm>
        </p:spPr>
        <p:txBody>
          <a:bodyPr/>
          <a:lstStyle>
            <a:lvl1pPr marL="0" indent="0">
              <a:buNone/>
              <a:defRPr sz="2402"/>
            </a:lvl1pPr>
            <a:lvl2pPr marL="457520" indent="0">
              <a:buNone/>
              <a:defRPr sz="2001"/>
            </a:lvl2pPr>
            <a:lvl3pPr marL="915040" indent="0">
              <a:buNone/>
              <a:defRPr sz="1801"/>
            </a:lvl3pPr>
            <a:lvl4pPr marL="1372560" indent="0">
              <a:buNone/>
              <a:defRPr sz="1601"/>
            </a:lvl4pPr>
            <a:lvl5pPr marL="1830080" indent="0">
              <a:buNone/>
              <a:defRPr sz="1601"/>
            </a:lvl5pPr>
            <a:lvl6pPr marL="2287600" indent="0">
              <a:buNone/>
              <a:defRPr sz="1601"/>
            </a:lvl6pPr>
            <a:lvl7pPr marL="2745120" indent="0">
              <a:buNone/>
              <a:defRPr sz="1601"/>
            </a:lvl7pPr>
            <a:lvl8pPr marL="3202640" indent="0">
              <a:buNone/>
              <a:defRPr sz="1601"/>
            </a:lvl8pPr>
            <a:lvl9pPr marL="3660160" indent="0">
              <a:buNone/>
              <a:defRPr sz="160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9798EE9-CD2C-BD64-87E5-6C1E702D72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DEA3FBA-BE90-B7EA-0105-0D8B8386D5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E71DD27-E0B9-7FE1-95D6-B332B7E731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FEC5E722-5858-45F9-A34C-5F87E08EBAB6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180741782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C16D3E1-F662-D11D-0505-3DA26CC4CF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0722868-4B73-3B60-65D7-CF2BF52D0FC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8409" y="1599724"/>
            <a:ext cx="2616315" cy="21970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C356467C-B32D-43B9-07BA-240716F0D68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3377224" y="1599724"/>
            <a:ext cx="2616316" cy="21970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45C927F1-1827-6F0E-7240-107E54AFDE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AEE12205-14A7-B898-1F38-7BD2FCE1A2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BFFF28D1-9CF2-C697-7120-4B8A73472E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A33BC6E1-510F-40DF-A1EA-766B6895277C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146284139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6D98272-7063-4BA0-AC57-96D4E9DADC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0335" y="365379"/>
            <a:ext cx="10514507" cy="1324895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53CC4135-A4EB-0628-35DA-8164B9B01AD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40335" y="1680743"/>
            <a:ext cx="5157970" cy="824485"/>
          </a:xfrm>
        </p:spPr>
        <p:txBody>
          <a:bodyPr anchor="b"/>
          <a:lstStyle>
            <a:lvl1pPr marL="0" indent="0">
              <a:buNone/>
              <a:defRPr sz="2402" b="1"/>
            </a:lvl1pPr>
            <a:lvl2pPr marL="457520" indent="0">
              <a:buNone/>
              <a:defRPr sz="2001" b="1"/>
            </a:lvl2pPr>
            <a:lvl3pPr marL="915040" indent="0">
              <a:buNone/>
              <a:defRPr sz="1801" b="1"/>
            </a:lvl3pPr>
            <a:lvl4pPr marL="1372560" indent="0">
              <a:buNone/>
              <a:defRPr sz="1601" b="1"/>
            </a:lvl4pPr>
            <a:lvl5pPr marL="1830080" indent="0">
              <a:buNone/>
              <a:defRPr sz="1601" b="1"/>
            </a:lvl5pPr>
            <a:lvl6pPr marL="2287600" indent="0">
              <a:buNone/>
              <a:defRPr sz="1601" b="1"/>
            </a:lvl6pPr>
            <a:lvl7pPr marL="2745120" indent="0">
              <a:buNone/>
              <a:defRPr sz="1601" b="1"/>
            </a:lvl7pPr>
            <a:lvl8pPr marL="3202640" indent="0">
              <a:buNone/>
              <a:defRPr sz="1601" b="1"/>
            </a:lvl8pPr>
            <a:lvl9pPr marL="3660160" indent="0">
              <a:buNone/>
              <a:defRPr sz="1601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9D09DDED-7EFB-31B3-2A2B-C2413239A85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40335" y="2505228"/>
            <a:ext cx="5157970" cy="368397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EF58742-B27A-258B-DCE5-DCC59C1366F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1456" y="1680743"/>
            <a:ext cx="5183386" cy="824485"/>
          </a:xfrm>
        </p:spPr>
        <p:txBody>
          <a:bodyPr anchor="b"/>
          <a:lstStyle>
            <a:lvl1pPr marL="0" indent="0">
              <a:buNone/>
              <a:defRPr sz="2402" b="1"/>
            </a:lvl1pPr>
            <a:lvl2pPr marL="457520" indent="0">
              <a:buNone/>
              <a:defRPr sz="2001" b="1"/>
            </a:lvl2pPr>
            <a:lvl3pPr marL="915040" indent="0">
              <a:buNone/>
              <a:defRPr sz="1801" b="1"/>
            </a:lvl3pPr>
            <a:lvl4pPr marL="1372560" indent="0">
              <a:buNone/>
              <a:defRPr sz="1601" b="1"/>
            </a:lvl4pPr>
            <a:lvl5pPr marL="1830080" indent="0">
              <a:buNone/>
              <a:defRPr sz="1601" b="1"/>
            </a:lvl5pPr>
            <a:lvl6pPr marL="2287600" indent="0">
              <a:buNone/>
              <a:defRPr sz="1601" b="1"/>
            </a:lvl6pPr>
            <a:lvl7pPr marL="2745120" indent="0">
              <a:buNone/>
              <a:defRPr sz="1601" b="1"/>
            </a:lvl7pPr>
            <a:lvl8pPr marL="3202640" indent="0">
              <a:buNone/>
              <a:defRPr sz="1601" b="1"/>
            </a:lvl8pPr>
            <a:lvl9pPr marL="3660160" indent="0">
              <a:buNone/>
              <a:defRPr sz="1601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1920D058-40BB-A002-D824-9FF3CAA6F37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1456" y="2505228"/>
            <a:ext cx="5183386" cy="368397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864B24A5-03AC-3BDE-E94E-2B5431C085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C969DFF8-FE80-5EB1-6D45-E4B2EA906D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DE9598D5-1D63-CEF9-BA95-0ED5CBD3B2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DBF8083-CC21-4651-B783-250056FB9B21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182822932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56D719E-E86B-447A-B095-8CD1AE2C21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6890DFBA-38A4-A561-EDC6-E2BC226560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33647364-AE8F-47A1-48B2-40823D135E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F1D35064-9D56-52BC-3117-C5220E5AD5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10D04C5-F145-4DCF-8EA1-D7A522ACD60A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2036483503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58F17AE2-D83D-83A0-8625-1C34768329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CF447AD5-D2D2-FABD-3736-5CD210C19C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16B1909-34F9-6D84-5A6B-4272D99C43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39891738-9939-40EF-AC85-9DF4769D5E9A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212473630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E497DF7-573E-B3C5-268A-FCD1D3DA08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0335" y="457518"/>
            <a:ext cx="3931621" cy="1599724"/>
          </a:xfrm>
        </p:spPr>
        <p:txBody>
          <a:bodyPr anchor="b"/>
          <a:lstStyle>
            <a:lvl1pPr>
              <a:defRPr sz="3202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276EDD3-5CFA-9762-521B-F923DEB39F7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388" y="988112"/>
            <a:ext cx="6171455" cy="4872246"/>
          </a:xfrm>
        </p:spPr>
        <p:txBody>
          <a:bodyPr/>
          <a:lstStyle>
            <a:lvl1pPr>
              <a:defRPr sz="3202"/>
            </a:lvl1pPr>
            <a:lvl2pPr>
              <a:defRPr sz="2802"/>
            </a:lvl2pPr>
            <a:lvl3pPr>
              <a:defRPr sz="2402"/>
            </a:lvl3pPr>
            <a:lvl4pPr>
              <a:defRPr sz="2001"/>
            </a:lvl4pPr>
            <a:lvl5pPr>
              <a:defRPr sz="2001"/>
            </a:lvl5pPr>
            <a:lvl6pPr>
              <a:defRPr sz="2001"/>
            </a:lvl6pPr>
            <a:lvl7pPr>
              <a:defRPr sz="2001"/>
            </a:lvl7pPr>
            <a:lvl8pPr>
              <a:defRPr sz="2001"/>
            </a:lvl8pPr>
            <a:lvl9pPr>
              <a:defRPr sz="200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050851AA-136C-BA18-02A8-8F2D6868BBF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40335" y="2057242"/>
            <a:ext cx="3931621" cy="3811058"/>
          </a:xfrm>
        </p:spPr>
        <p:txBody>
          <a:bodyPr/>
          <a:lstStyle>
            <a:lvl1pPr marL="0" indent="0">
              <a:buNone/>
              <a:defRPr sz="1601"/>
            </a:lvl1pPr>
            <a:lvl2pPr marL="457520" indent="0">
              <a:buNone/>
              <a:defRPr sz="1401"/>
            </a:lvl2pPr>
            <a:lvl3pPr marL="915040" indent="0">
              <a:buNone/>
              <a:defRPr sz="1201"/>
            </a:lvl3pPr>
            <a:lvl4pPr marL="1372560" indent="0">
              <a:buNone/>
              <a:defRPr sz="1001"/>
            </a:lvl4pPr>
            <a:lvl5pPr marL="1830080" indent="0">
              <a:buNone/>
              <a:defRPr sz="1001"/>
            </a:lvl5pPr>
            <a:lvl6pPr marL="2287600" indent="0">
              <a:buNone/>
              <a:defRPr sz="1001"/>
            </a:lvl6pPr>
            <a:lvl7pPr marL="2745120" indent="0">
              <a:buNone/>
              <a:defRPr sz="1001"/>
            </a:lvl7pPr>
            <a:lvl8pPr marL="3202640" indent="0">
              <a:buNone/>
              <a:defRPr sz="1001"/>
            </a:lvl8pPr>
            <a:lvl9pPr marL="3660160" indent="0">
              <a:buNone/>
              <a:defRPr sz="100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BE85B4B8-ABDE-E4F0-CAA4-F44D4E6FDB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83A696BA-A4EE-E190-1A29-040E12EA12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E10B71B5-75D1-6E16-68E0-8894E1F2CC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87CE856-5433-40C8-9C6D-BC48ED4C97AF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2112485879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BF684A9-E232-B337-2528-346F015A5D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0335" y="457518"/>
            <a:ext cx="3931621" cy="1599724"/>
          </a:xfrm>
        </p:spPr>
        <p:txBody>
          <a:bodyPr anchor="b"/>
          <a:lstStyle>
            <a:lvl1pPr>
              <a:defRPr sz="3202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A962ADAD-6943-ADCC-3953-D34B72A6768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388" y="988112"/>
            <a:ext cx="6171455" cy="4872246"/>
          </a:xfrm>
        </p:spPr>
        <p:txBody>
          <a:bodyPr/>
          <a:lstStyle>
            <a:lvl1pPr marL="0" indent="0">
              <a:buNone/>
              <a:defRPr sz="3202"/>
            </a:lvl1pPr>
            <a:lvl2pPr marL="457520" indent="0">
              <a:buNone/>
              <a:defRPr sz="2802"/>
            </a:lvl2pPr>
            <a:lvl3pPr marL="915040" indent="0">
              <a:buNone/>
              <a:defRPr sz="2402"/>
            </a:lvl3pPr>
            <a:lvl4pPr marL="1372560" indent="0">
              <a:buNone/>
              <a:defRPr sz="2001"/>
            </a:lvl4pPr>
            <a:lvl5pPr marL="1830080" indent="0">
              <a:buNone/>
              <a:defRPr sz="2001"/>
            </a:lvl5pPr>
            <a:lvl6pPr marL="2287600" indent="0">
              <a:buNone/>
              <a:defRPr sz="2001"/>
            </a:lvl6pPr>
            <a:lvl7pPr marL="2745120" indent="0">
              <a:buNone/>
              <a:defRPr sz="2001"/>
            </a:lvl7pPr>
            <a:lvl8pPr marL="3202640" indent="0">
              <a:buNone/>
              <a:defRPr sz="2001"/>
            </a:lvl8pPr>
            <a:lvl9pPr marL="3660160" indent="0">
              <a:buNone/>
              <a:defRPr sz="2001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9EE1501E-95EF-AFA3-9C02-167A68D86D1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40335" y="2057242"/>
            <a:ext cx="3931621" cy="3811058"/>
          </a:xfrm>
        </p:spPr>
        <p:txBody>
          <a:bodyPr/>
          <a:lstStyle>
            <a:lvl1pPr marL="0" indent="0">
              <a:buNone/>
              <a:defRPr sz="1601"/>
            </a:lvl1pPr>
            <a:lvl2pPr marL="457520" indent="0">
              <a:buNone/>
              <a:defRPr sz="1401"/>
            </a:lvl2pPr>
            <a:lvl3pPr marL="915040" indent="0">
              <a:buNone/>
              <a:defRPr sz="1201"/>
            </a:lvl3pPr>
            <a:lvl4pPr marL="1372560" indent="0">
              <a:buNone/>
              <a:defRPr sz="1001"/>
            </a:lvl4pPr>
            <a:lvl5pPr marL="1830080" indent="0">
              <a:buNone/>
              <a:defRPr sz="1001"/>
            </a:lvl5pPr>
            <a:lvl6pPr marL="2287600" indent="0">
              <a:buNone/>
              <a:defRPr sz="1001"/>
            </a:lvl6pPr>
            <a:lvl7pPr marL="2745120" indent="0">
              <a:buNone/>
              <a:defRPr sz="1001"/>
            </a:lvl7pPr>
            <a:lvl8pPr marL="3202640" indent="0">
              <a:buNone/>
              <a:defRPr sz="1001"/>
            </a:lvl8pPr>
            <a:lvl9pPr marL="3660160" indent="0">
              <a:buNone/>
              <a:defRPr sz="100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0A17F6C4-0FC7-A46B-D0FB-1CAF0D8D37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F5BD54F7-8351-1CDE-2D37-AE460D1345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44BB495D-5428-AB12-2AE7-E43C7E6EA7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41CDA364-5BD8-4C76-A283-8A7FC9654CD8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241183876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06F7A77-3B4E-2174-200F-BC2D851BDC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0CC89926-D218-79F0-9FEE-71DA4CCDBB1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4609930-B442-232D-09B6-131172C60D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3F5D24B-8A66-D353-9B5E-D60E566EAA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B2B18C8-2516-7B04-B1B7-9C8287B60C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2D7A391-17EC-49D3-95B9-11521C4E911E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2469778346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D725621E-9C4E-3696-479D-F3B491B6095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838604" y="273240"/>
            <a:ext cx="2743399" cy="3523522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2C77EF1E-7894-D54F-901D-249F822FB88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608409" y="273240"/>
            <a:ext cx="8077696" cy="3523522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BD991E3-09E1-87FA-3E7A-D7A9AC2E99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8FFAB18-B2BE-C620-D5AF-59366FEFBE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D704E59-04E4-56AC-E32E-51EE67685E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F1935ED-A419-4E3E-A01D-307B835363B5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357907486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4.xml"/><Relationship Id="rId13" Type="http://schemas.openxmlformats.org/officeDocument/2006/relationships/image" Target="../media/image6.jpeg"/><Relationship Id="rId3" Type="http://schemas.openxmlformats.org/officeDocument/2006/relationships/slideLayout" Target="../slideLayouts/slideLayout9.xml"/><Relationship Id="rId7" Type="http://schemas.openxmlformats.org/officeDocument/2006/relationships/slideLayout" Target="../slideLayouts/slideLayout13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8.xml"/><Relationship Id="rId1" Type="http://schemas.openxmlformats.org/officeDocument/2006/relationships/slideLayout" Target="../slideLayouts/slideLayout7.xml"/><Relationship Id="rId6" Type="http://schemas.openxmlformats.org/officeDocument/2006/relationships/slideLayout" Target="../slideLayouts/slideLayout12.xml"/><Relationship Id="rId11" Type="http://schemas.openxmlformats.org/officeDocument/2006/relationships/slideLayout" Target="../slideLayouts/slideLayout17.xml"/><Relationship Id="rId5" Type="http://schemas.openxmlformats.org/officeDocument/2006/relationships/slideLayout" Target="../slideLayouts/slideLayout11.xml"/><Relationship Id="rId15" Type="http://schemas.openxmlformats.org/officeDocument/2006/relationships/image" Target="../media/image8.png"/><Relationship Id="rId10" Type="http://schemas.openxmlformats.org/officeDocument/2006/relationships/slideLayout" Target="../slideLayouts/slideLayout16.xml"/><Relationship Id="rId4" Type="http://schemas.openxmlformats.org/officeDocument/2006/relationships/slideLayout" Target="../slideLayouts/slideLayout10.xml"/><Relationship Id="rId9" Type="http://schemas.openxmlformats.org/officeDocument/2006/relationships/slideLayout" Target="../slideLayouts/slideLayout15.xml"/><Relationship Id="rId14" Type="http://schemas.openxmlformats.org/officeDocument/2006/relationships/image" Target="../media/image7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1" r:id="rId2"/>
    <p:sldLayoutId id="2147483652" r:id="rId3"/>
    <p:sldLayoutId id="2147483653" r:id="rId4"/>
    <p:sldLayoutId id="2147483654" r:id="rId5"/>
    <p:sldLayoutId id="2147483655" r:id="rId6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2" name="Picture 4">
            <a:extLst>
              <a:ext uri="{FF2B5EF4-FFF2-40B4-BE49-F238E27FC236}">
                <a16:creationId xmlns:a16="http://schemas.microsoft.com/office/drawing/2014/main" id="{EB9F5CC1-E0ED-A544-3125-1CAF1AA09F7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" y="0"/>
            <a:ext cx="12192000" cy="68580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2053" name="AutoShape 5">
            <a:extLst>
              <a:ext uri="{FF2B5EF4-FFF2-40B4-BE49-F238E27FC236}">
                <a16:creationId xmlns:a16="http://schemas.microsoft.com/office/drawing/2014/main" id="{294D9355-B288-864E-754C-2E4780AC0F58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8904" y="4114482"/>
            <a:ext cx="11332603" cy="101671"/>
          </a:xfrm>
          <a:prstGeom prst="roundRect">
            <a:avLst>
              <a:gd name="adj" fmla="val 49995"/>
            </a:avLst>
          </a:prstGeom>
          <a:solidFill>
            <a:srgbClr val="F6877E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19050" cmpd="sng">
                <a:solidFill>
                  <a:srgbClr val="000000"/>
                </a:solidFill>
                <a:round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pPr eaLnBrk="1" hangingPunct="1"/>
            <a:endParaRPr lang="ko-KR" altLang="en-US" sz="1801">
              <a:ea typeface="굴림" panose="020B0600000101010101" pitchFamily="50" charset="-127"/>
            </a:endParaRPr>
          </a:p>
        </p:txBody>
      </p:sp>
      <p:pic>
        <p:nvPicPr>
          <p:cNvPr id="2054" name="Picture 6">
            <a:extLst>
              <a:ext uri="{FF2B5EF4-FFF2-40B4-BE49-F238E27FC236}">
                <a16:creationId xmlns:a16="http://schemas.microsoft.com/office/drawing/2014/main" id="{DB030153-312A-A6B7-EF4D-5FC29B8035E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4979"/>
          <a:stretch>
            <a:fillRect/>
          </a:stretch>
        </p:blipFill>
        <p:spPr bwMode="auto">
          <a:xfrm>
            <a:off x="4938754" y="5906427"/>
            <a:ext cx="2314494" cy="76570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2055" name="Freeform 7">
            <a:extLst>
              <a:ext uri="{FF2B5EF4-FFF2-40B4-BE49-F238E27FC236}">
                <a16:creationId xmlns:a16="http://schemas.microsoft.com/office/drawing/2014/main" id="{0761C8CC-20DE-0035-8449-92E31252D490}"/>
              </a:ext>
            </a:extLst>
          </p:cNvPr>
          <p:cNvSpPr>
            <a:spLocks noChangeArrowheads="1"/>
          </p:cNvSpPr>
          <p:nvPr/>
        </p:nvSpPr>
        <p:spPr bwMode="auto">
          <a:xfrm>
            <a:off x="333593" y="486113"/>
            <a:ext cx="3836310" cy="722815"/>
          </a:xfrm>
          <a:custGeom>
            <a:avLst/>
            <a:gdLst>
              <a:gd name="T0" fmla="*/ 2066 w 2414"/>
              <a:gd name="T1" fmla="*/ 0 h 454"/>
              <a:gd name="T2" fmla="*/ 346 w 2414"/>
              <a:gd name="T3" fmla="*/ 0 h 454"/>
              <a:gd name="T4" fmla="*/ 148 w 2414"/>
              <a:gd name="T5" fmla="*/ 13 h 454"/>
              <a:gd name="T6" fmla="*/ 13 w 2414"/>
              <a:gd name="T7" fmla="*/ 149 h 454"/>
              <a:gd name="T8" fmla="*/ 0 w 2414"/>
              <a:gd name="T9" fmla="*/ 227 h 454"/>
              <a:gd name="T10" fmla="*/ 13 w 2414"/>
              <a:gd name="T11" fmla="*/ 305 h 454"/>
              <a:gd name="T12" fmla="*/ 148 w 2414"/>
              <a:gd name="T13" fmla="*/ 440 h 454"/>
              <a:gd name="T14" fmla="*/ 346 w 2414"/>
              <a:gd name="T15" fmla="*/ 454 h 454"/>
              <a:gd name="T16" fmla="*/ 2066 w 2414"/>
              <a:gd name="T17" fmla="*/ 454 h 454"/>
              <a:gd name="T18" fmla="*/ 2264 w 2414"/>
              <a:gd name="T19" fmla="*/ 440 h 454"/>
              <a:gd name="T20" fmla="*/ 2400 w 2414"/>
              <a:gd name="T21" fmla="*/ 305 h 454"/>
              <a:gd name="T22" fmla="*/ 2414 w 2414"/>
              <a:gd name="T23" fmla="*/ 227 h 454"/>
              <a:gd name="T24" fmla="*/ 2400 w 2414"/>
              <a:gd name="T25" fmla="*/ 149 h 454"/>
              <a:gd name="T26" fmla="*/ 2264 w 2414"/>
              <a:gd name="T27" fmla="*/ 13 h 454"/>
              <a:gd name="T28" fmla="*/ 2066 w 2414"/>
              <a:gd name="T29" fmla="*/ 0 h 454"/>
              <a:gd name="T30" fmla="*/ 2066 w 2414"/>
              <a:gd name="T31" fmla="*/ 0 h 45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</a:cxnLst>
            <a:rect l="0" t="0" r="r" b="b"/>
            <a:pathLst>
              <a:path w="2414" h="454">
                <a:moveTo>
                  <a:pt x="2066" y="0"/>
                </a:moveTo>
                <a:lnTo>
                  <a:pt x="346" y="0"/>
                </a:lnTo>
                <a:cubicBezTo>
                  <a:pt x="247" y="0"/>
                  <a:pt x="188" y="0"/>
                  <a:pt x="148" y="13"/>
                </a:cubicBezTo>
                <a:cubicBezTo>
                  <a:pt x="85" y="36"/>
                  <a:pt x="35" y="86"/>
                  <a:pt x="13" y="149"/>
                </a:cubicBezTo>
                <a:cubicBezTo>
                  <a:pt x="4" y="174"/>
                  <a:pt x="0" y="200"/>
                  <a:pt x="0" y="227"/>
                </a:cubicBezTo>
                <a:cubicBezTo>
                  <a:pt x="0" y="253"/>
                  <a:pt x="4" y="280"/>
                  <a:pt x="13" y="305"/>
                </a:cubicBezTo>
                <a:cubicBezTo>
                  <a:pt x="35" y="368"/>
                  <a:pt x="85" y="417"/>
                  <a:pt x="148" y="440"/>
                </a:cubicBezTo>
                <a:cubicBezTo>
                  <a:pt x="188" y="454"/>
                  <a:pt x="247" y="454"/>
                  <a:pt x="346" y="454"/>
                </a:cubicBezTo>
                <a:lnTo>
                  <a:pt x="2066" y="454"/>
                </a:lnTo>
                <a:cubicBezTo>
                  <a:pt x="2165" y="454"/>
                  <a:pt x="2225" y="454"/>
                  <a:pt x="2264" y="440"/>
                </a:cubicBezTo>
                <a:cubicBezTo>
                  <a:pt x="2327" y="417"/>
                  <a:pt x="2377" y="368"/>
                  <a:pt x="2400" y="305"/>
                </a:cubicBezTo>
                <a:cubicBezTo>
                  <a:pt x="2409" y="280"/>
                  <a:pt x="2414" y="253"/>
                  <a:pt x="2414" y="227"/>
                </a:cubicBezTo>
                <a:cubicBezTo>
                  <a:pt x="2414" y="200"/>
                  <a:pt x="2409" y="174"/>
                  <a:pt x="2400" y="149"/>
                </a:cubicBezTo>
                <a:cubicBezTo>
                  <a:pt x="2377" y="86"/>
                  <a:pt x="2327" y="36"/>
                  <a:pt x="2264" y="13"/>
                </a:cubicBezTo>
                <a:cubicBezTo>
                  <a:pt x="2225" y="0"/>
                  <a:pt x="2165" y="0"/>
                  <a:pt x="2066" y="0"/>
                </a:cubicBezTo>
                <a:lnTo>
                  <a:pt x="2066" y="0"/>
                </a:lnTo>
                <a:close/>
              </a:path>
            </a:pathLst>
          </a:custGeom>
          <a:solidFill>
            <a:srgbClr val="F6877E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19050" cmpd="sng">
                <a:solidFill>
                  <a:srgbClr val="000000"/>
                </a:solidFill>
                <a:round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pPr eaLnBrk="1" hangingPunct="1"/>
            <a:endParaRPr lang="ko-KR" altLang="en-US" sz="1801">
              <a:ea typeface="굴림" panose="020B0600000101010101" pitchFamily="50" charset="-127"/>
            </a:endParaRPr>
          </a:p>
        </p:txBody>
      </p:sp>
      <p:pic>
        <p:nvPicPr>
          <p:cNvPr id="2056" name="Picture 8">
            <a:extLst>
              <a:ext uri="{FF2B5EF4-FFF2-40B4-BE49-F238E27FC236}">
                <a16:creationId xmlns:a16="http://schemas.microsoft.com/office/drawing/2014/main" id="{C49B39F2-B4F0-8C62-04EA-2F57BF601B2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194472" y="1688685"/>
            <a:ext cx="4500317" cy="253541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2057" name="Rectangle 9">
            <a:extLst>
              <a:ext uri="{FF2B5EF4-FFF2-40B4-BE49-F238E27FC236}">
                <a16:creationId xmlns:a16="http://schemas.microsoft.com/office/drawing/2014/main" id="{177CB117-7ACD-B139-5737-349E427734AE}"/>
              </a:ext>
            </a:extLst>
          </p:cNvPr>
          <p:cNvSpPr>
            <a:spLocks noGrp="1" noChangeArrowheads="1"/>
          </p:cNvSpPr>
          <p:nvPr>
            <p:ph type="title" idx="4294967295"/>
          </p:nvPr>
        </p:nvSpPr>
        <p:spPr bwMode="auto">
          <a:xfrm>
            <a:off x="608409" y="273240"/>
            <a:ext cx="10973594" cy="114379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>
                <a:sym typeface="Calibri" panose="020F0502020204030204" pitchFamily="34" charset="0"/>
              </a:rPr>
              <a:t>마스터 제목 스타일 편집</a:t>
            </a:r>
          </a:p>
        </p:txBody>
      </p:sp>
      <p:sp>
        <p:nvSpPr>
          <p:cNvPr id="2058" name="Rectangle 10">
            <a:extLst>
              <a:ext uri="{FF2B5EF4-FFF2-40B4-BE49-F238E27FC236}">
                <a16:creationId xmlns:a16="http://schemas.microsoft.com/office/drawing/2014/main" id="{94ECE46E-4976-294C-DCC9-56FDD9833CC9}"/>
              </a:ext>
            </a:extLst>
          </p:cNvPr>
          <p:cNvSpPr>
            <a:spLocks noGrp="1" noChangeArrowheads="1"/>
          </p:cNvSpPr>
          <p:nvPr>
            <p:ph type="body" idx="4294967295"/>
          </p:nvPr>
        </p:nvSpPr>
        <p:spPr bwMode="auto">
          <a:xfrm>
            <a:off x="608409" y="1599724"/>
            <a:ext cx="5385131" cy="21970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0"/>
            <a:r>
              <a:rPr lang="ko-KR" altLang="en-US"/>
              <a:t>둘째 수준</a:t>
            </a:r>
          </a:p>
          <a:p>
            <a:pPr lvl="0"/>
            <a:r>
              <a:rPr lang="ko-KR" altLang="en-US"/>
              <a:t>셋째 수준</a:t>
            </a:r>
          </a:p>
          <a:p>
            <a:pPr lvl="0"/>
            <a:r>
              <a:rPr lang="ko-KR" altLang="en-US"/>
              <a:t>넷째 수준</a:t>
            </a:r>
          </a:p>
          <a:p>
            <a:pPr lvl="0"/>
            <a:r>
              <a:rPr lang="ko-KR" altLang="en-US"/>
              <a:t>다섯째 수준</a:t>
            </a:r>
          </a:p>
        </p:txBody>
      </p:sp>
      <p:sp>
        <p:nvSpPr>
          <p:cNvPr id="2059" name="Rectangle 11">
            <a:extLst>
              <a:ext uri="{FF2B5EF4-FFF2-40B4-BE49-F238E27FC236}">
                <a16:creationId xmlns:a16="http://schemas.microsoft.com/office/drawing/2014/main" id="{5C5D9B19-6509-C2CA-89C4-AD117DAD12C8}"/>
              </a:ext>
            </a:extLst>
          </p:cNvPr>
          <p:cNvSpPr>
            <a:spLocks noGrp="1" noChangeArrowheads="1"/>
          </p:cNvSpPr>
          <p:nvPr>
            <p:ph type="body" idx="4294967295"/>
          </p:nvPr>
        </p:nvSpPr>
        <p:spPr bwMode="auto">
          <a:xfrm>
            <a:off x="6196873" y="1599724"/>
            <a:ext cx="5385131" cy="21970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0"/>
            <a:r>
              <a:rPr lang="ko-KR" altLang="en-US"/>
              <a:t>둘째 수준</a:t>
            </a:r>
          </a:p>
          <a:p>
            <a:pPr lvl="0"/>
            <a:r>
              <a:rPr lang="ko-KR" altLang="en-US"/>
              <a:t>셋째 수준</a:t>
            </a:r>
          </a:p>
          <a:p>
            <a:pPr lvl="0"/>
            <a:r>
              <a:rPr lang="ko-KR" altLang="en-US"/>
              <a:t>넷째 수준</a:t>
            </a:r>
          </a:p>
          <a:p>
            <a:pPr lvl="0"/>
            <a:r>
              <a:rPr lang="ko-KR" altLang="en-US"/>
              <a:t>다섯째 수준</a:t>
            </a:r>
          </a:p>
        </p:txBody>
      </p:sp>
      <p:sp>
        <p:nvSpPr>
          <p:cNvPr id="2060" name="Rectangle 12">
            <a:extLst>
              <a:ext uri="{FF2B5EF4-FFF2-40B4-BE49-F238E27FC236}">
                <a16:creationId xmlns:a16="http://schemas.microsoft.com/office/drawing/2014/main" id="{54D9330A-64FB-2915-ED72-0BCFF0DD70EA}"/>
              </a:ext>
            </a:extLst>
          </p:cNvPr>
          <p:cNvSpPr>
            <a:spLocks noGrp="1" noChangeArrowheads="1"/>
          </p:cNvSpPr>
          <p:nvPr>
            <p:ph type="body" idx="4294967295"/>
          </p:nvPr>
        </p:nvSpPr>
        <p:spPr bwMode="auto">
          <a:xfrm>
            <a:off x="606820" y="3984217"/>
            <a:ext cx="5385131" cy="219544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0"/>
            <a:r>
              <a:rPr lang="ko-KR" altLang="en-US"/>
              <a:t>둘째 수준</a:t>
            </a:r>
          </a:p>
          <a:p>
            <a:pPr lvl="0"/>
            <a:r>
              <a:rPr lang="ko-KR" altLang="en-US"/>
              <a:t>셋째 수준</a:t>
            </a:r>
          </a:p>
          <a:p>
            <a:pPr lvl="0"/>
            <a:r>
              <a:rPr lang="ko-KR" altLang="en-US"/>
              <a:t>넷째 수준</a:t>
            </a:r>
          </a:p>
          <a:p>
            <a:pPr lvl="0"/>
            <a:r>
              <a:rPr lang="ko-KR" altLang="en-US"/>
              <a:t>다섯째 수준</a:t>
            </a:r>
          </a:p>
        </p:txBody>
      </p:sp>
      <p:sp>
        <p:nvSpPr>
          <p:cNvPr id="2061" name="Rectangle 13">
            <a:extLst>
              <a:ext uri="{FF2B5EF4-FFF2-40B4-BE49-F238E27FC236}">
                <a16:creationId xmlns:a16="http://schemas.microsoft.com/office/drawing/2014/main" id="{61F98E27-46FE-6344-3655-160E078A86B9}"/>
              </a:ext>
            </a:extLst>
          </p:cNvPr>
          <p:cNvSpPr>
            <a:spLocks noGrp="1" noChangeArrowheads="1"/>
          </p:cNvSpPr>
          <p:nvPr>
            <p:ph type="body" idx="4294967295"/>
          </p:nvPr>
        </p:nvSpPr>
        <p:spPr bwMode="auto">
          <a:xfrm>
            <a:off x="6195283" y="3984217"/>
            <a:ext cx="5385131" cy="219544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0"/>
            <a:r>
              <a:rPr lang="ko-KR" altLang="en-US"/>
              <a:t>둘째 수준</a:t>
            </a:r>
          </a:p>
          <a:p>
            <a:pPr lvl="0"/>
            <a:r>
              <a:rPr lang="ko-KR" altLang="en-US"/>
              <a:t>셋째 수준</a:t>
            </a:r>
          </a:p>
          <a:p>
            <a:pPr lvl="0"/>
            <a:r>
              <a:rPr lang="ko-KR" altLang="en-US"/>
              <a:t>넷째 수준</a:t>
            </a:r>
          </a:p>
          <a:p>
            <a:pPr lvl="0"/>
            <a:r>
              <a:rPr lang="ko-KR" altLang="en-US"/>
              <a:t>다섯째 수준</a:t>
            </a:r>
          </a:p>
        </p:txBody>
      </p:sp>
      <p:sp>
        <p:nvSpPr>
          <p:cNvPr id="2062" name="Rectangle 14">
            <a:extLst>
              <a:ext uri="{FF2B5EF4-FFF2-40B4-BE49-F238E27FC236}">
                <a16:creationId xmlns:a16="http://schemas.microsoft.com/office/drawing/2014/main" id="{00B43360-9002-164A-F3C6-781E213D665F}"/>
              </a:ext>
            </a:extLst>
          </p:cNvPr>
          <p:cNvSpPr>
            <a:spLocks noGrp="1" noChangeArrowheads="1"/>
          </p:cNvSpPr>
          <p:nvPr>
            <p:ph type="dt" sz="half" idx="4294967295"/>
          </p:nvPr>
        </p:nvSpPr>
        <p:spPr bwMode="auto">
          <a:xfrm>
            <a:off x="608409" y="6356002"/>
            <a:ext cx="2845064" cy="36537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eaLnBrk="1" hangingPunct="1">
              <a:defRPr>
                <a:ea typeface="굴림" panose="020B0600000101010101" pitchFamily="50" charset="-127"/>
              </a:defRPr>
            </a:lvl1pPr>
          </a:lstStyle>
          <a:p>
            <a:endParaRPr lang="en-US" altLang="ko-KR"/>
          </a:p>
        </p:txBody>
      </p:sp>
      <p:sp>
        <p:nvSpPr>
          <p:cNvPr id="2063" name="Rectangle 15">
            <a:extLst>
              <a:ext uri="{FF2B5EF4-FFF2-40B4-BE49-F238E27FC236}">
                <a16:creationId xmlns:a16="http://schemas.microsoft.com/office/drawing/2014/main" id="{CBCEF685-BCA5-236B-5C95-7362F4A18E09}"/>
              </a:ext>
            </a:extLst>
          </p:cNvPr>
          <p:cNvSpPr>
            <a:spLocks noGrp="1" noChangeArrowheads="1"/>
          </p:cNvSpPr>
          <p:nvPr>
            <p:ph type="ftr" sz="quarter" idx="4294967295"/>
          </p:nvPr>
        </p:nvSpPr>
        <p:spPr bwMode="auto">
          <a:xfrm>
            <a:off x="4165137" y="6356002"/>
            <a:ext cx="3861727" cy="36537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eaLnBrk="1" hangingPunct="1">
              <a:defRPr>
                <a:ea typeface="굴림" panose="020B0600000101010101" pitchFamily="50" charset="-127"/>
              </a:defRPr>
            </a:lvl1pPr>
          </a:lstStyle>
          <a:p>
            <a:endParaRPr lang="en-US" altLang="ko-KR"/>
          </a:p>
        </p:txBody>
      </p:sp>
      <p:sp>
        <p:nvSpPr>
          <p:cNvPr id="2064" name="Rectangle 16">
            <a:extLst>
              <a:ext uri="{FF2B5EF4-FFF2-40B4-BE49-F238E27FC236}">
                <a16:creationId xmlns:a16="http://schemas.microsoft.com/office/drawing/2014/main" id="{0B33B43C-2695-E705-B601-2C22DA2E2EA0}"/>
              </a:ext>
            </a:extLst>
          </p:cNvPr>
          <p:cNvSpPr>
            <a:spLocks noGrp="1" noChangeArrowheads="1"/>
          </p:cNvSpPr>
          <p:nvPr>
            <p:ph type="sldNum" sz="quarter" idx="4294967295"/>
          </p:nvPr>
        </p:nvSpPr>
        <p:spPr bwMode="auto">
          <a:xfrm>
            <a:off x="8736938" y="6356002"/>
            <a:ext cx="2845065" cy="36537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eaLnBrk="1" hangingPunct="1">
              <a:defRPr>
                <a:ea typeface="굴림" panose="020B0600000101010101" pitchFamily="50" charset="-127"/>
              </a:defRPr>
            </a:lvl1pPr>
          </a:lstStyle>
          <a:p>
            <a:fld id="{E3279B45-B293-4B0A-AE23-BF94EF1E2586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24451530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7" r:id="rId1"/>
    <p:sldLayoutId id="2147483658" r:id="rId2"/>
    <p:sldLayoutId id="2147483659" r:id="rId3"/>
    <p:sldLayoutId id="2147483660" r:id="rId4"/>
    <p:sldLayoutId id="2147483661" r:id="rId5"/>
    <p:sldLayoutId id="2147483662" r:id="rId6"/>
    <p:sldLayoutId id="2147483663" r:id="rId7"/>
    <p:sldLayoutId id="2147483664" r:id="rId8"/>
    <p:sldLayoutId id="2147483665" r:id="rId9"/>
    <p:sldLayoutId id="2147483666" r:id="rId10"/>
    <p:sldLayoutId id="2147483667" r:id="rId11"/>
  </p:sldLayoutIdLst>
  <p:txStyles>
    <p:titleStyle>
      <a:lvl1pPr algn="ctr" rtl="0" fontAlgn="base" latinLnBrk="1">
        <a:lnSpc>
          <a:spcPct val="110000"/>
        </a:lnSpc>
        <a:spcBef>
          <a:spcPct val="0"/>
        </a:spcBef>
        <a:spcAft>
          <a:spcPct val="0"/>
        </a:spcAft>
        <a:defRPr sz="4403" kern="1200">
          <a:solidFill>
            <a:schemeClr val="tx2"/>
          </a:solidFill>
          <a:latin typeface="+mj-lt"/>
          <a:ea typeface="+mj-ea"/>
          <a:cs typeface="+mj-cs"/>
          <a:sym typeface="Calibri" panose="020F0502020204030204" pitchFamily="34" charset="0"/>
        </a:defRPr>
      </a:lvl1pPr>
      <a:lvl2pPr algn="ctr" rtl="0" fontAlgn="base" latinLnBrk="1">
        <a:lnSpc>
          <a:spcPct val="110000"/>
        </a:lnSpc>
        <a:spcBef>
          <a:spcPct val="0"/>
        </a:spcBef>
        <a:spcAft>
          <a:spcPct val="0"/>
        </a:spcAft>
        <a:defRPr sz="4403">
          <a:solidFill>
            <a:schemeClr val="tx2"/>
          </a:solidFill>
          <a:latin typeface="Calibri" panose="020F0502020204030204" pitchFamily="34" charset="0"/>
          <a:cs typeface="Calibri" panose="020F0502020204030204" pitchFamily="34" charset="0"/>
          <a:sym typeface="Calibri" panose="020F0502020204030204" pitchFamily="34" charset="0"/>
        </a:defRPr>
      </a:lvl2pPr>
      <a:lvl3pPr algn="ctr" rtl="0" fontAlgn="base" latinLnBrk="1">
        <a:lnSpc>
          <a:spcPct val="110000"/>
        </a:lnSpc>
        <a:spcBef>
          <a:spcPct val="0"/>
        </a:spcBef>
        <a:spcAft>
          <a:spcPct val="0"/>
        </a:spcAft>
        <a:defRPr sz="4403">
          <a:solidFill>
            <a:schemeClr val="tx2"/>
          </a:solidFill>
          <a:latin typeface="Calibri" panose="020F0502020204030204" pitchFamily="34" charset="0"/>
          <a:cs typeface="Calibri" panose="020F0502020204030204" pitchFamily="34" charset="0"/>
          <a:sym typeface="Calibri" panose="020F0502020204030204" pitchFamily="34" charset="0"/>
        </a:defRPr>
      </a:lvl3pPr>
      <a:lvl4pPr algn="ctr" rtl="0" fontAlgn="base" latinLnBrk="1">
        <a:lnSpc>
          <a:spcPct val="110000"/>
        </a:lnSpc>
        <a:spcBef>
          <a:spcPct val="0"/>
        </a:spcBef>
        <a:spcAft>
          <a:spcPct val="0"/>
        </a:spcAft>
        <a:defRPr sz="4403">
          <a:solidFill>
            <a:schemeClr val="tx2"/>
          </a:solidFill>
          <a:latin typeface="Calibri" panose="020F0502020204030204" pitchFamily="34" charset="0"/>
          <a:cs typeface="Calibri" panose="020F0502020204030204" pitchFamily="34" charset="0"/>
          <a:sym typeface="Calibri" panose="020F0502020204030204" pitchFamily="34" charset="0"/>
        </a:defRPr>
      </a:lvl4pPr>
      <a:lvl5pPr algn="ctr" rtl="0" fontAlgn="base" latinLnBrk="1">
        <a:lnSpc>
          <a:spcPct val="110000"/>
        </a:lnSpc>
        <a:spcBef>
          <a:spcPct val="0"/>
        </a:spcBef>
        <a:spcAft>
          <a:spcPct val="0"/>
        </a:spcAft>
        <a:defRPr sz="4403">
          <a:solidFill>
            <a:schemeClr val="tx2"/>
          </a:solidFill>
          <a:latin typeface="Calibri" panose="020F0502020204030204" pitchFamily="34" charset="0"/>
          <a:cs typeface="Calibri" panose="020F0502020204030204" pitchFamily="34" charset="0"/>
          <a:sym typeface="Calibri" panose="020F0502020204030204" pitchFamily="34" charset="0"/>
        </a:defRPr>
      </a:lvl5pPr>
      <a:lvl6pPr marL="457520" algn="ctr" rtl="0" fontAlgn="base" latinLnBrk="1">
        <a:lnSpc>
          <a:spcPct val="110000"/>
        </a:lnSpc>
        <a:spcBef>
          <a:spcPct val="0"/>
        </a:spcBef>
        <a:spcAft>
          <a:spcPct val="0"/>
        </a:spcAft>
        <a:defRPr sz="4403">
          <a:solidFill>
            <a:schemeClr val="tx2"/>
          </a:solidFill>
          <a:latin typeface="Calibri" panose="020F0502020204030204" pitchFamily="34" charset="0"/>
          <a:cs typeface="Calibri" panose="020F0502020204030204" pitchFamily="34" charset="0"/>
          <a:sym typeface="Calibri" panose="020F0502020204030204" pitchFamily="34" charset="0"/>
        </a:defRPr>
      </a:lvl6pPr>
      <a:lvl7pPr marL="915040" algn="ctr" rtl="0" fontAlgn="base" latinLnBrk="1">
        <a:lnSpc>
          <a:spcPct val="110000"/>
        </a:lnSpc>
        <a:spcBef>
          <a:spcPct val="0"/>
        </a:spcBef>
        <a:spcAft>
          <a:spcPct val="0"/>
        </a:spcAft>
        <a:defRPr sz="4403">
          <a:solidFill>
            <a:schemeClr val="tx2"/>
          </a:solidFill>
          <a:latin typeface="Calibri" panose="020F0502020204030204" pitchFamily="34" charset="0"/>
          <a:cs typeface="Calibri" panose="020F0502020204030204" pitchFamily="34" charset="0"/>
          <a:sym typeface="Calibri" panose="020F0502020204030204" pitchFamily="34" charset="0"/>
        </a:defRPr>
      </a:lvl7pPr>
      <a:lvl8pPr marL="1372560" algn="ctr" rtl="0" fontAlgn="base" latinLnBrk="1">
        <a:lnSpc>
          <a:spcPct val="110000"/>
        </a:lnSpc>
        <a:spcBef>
          <a:spcPct val="0"/>
        </a:spcBef>
        <a:spcAft>
          <a:spcPct val="0"/>
        </a:spcAft>
        <a:defRPr sz="4403">
          <a:solidFill>
            <a:schemeClr val="tx2"/>
          </a:solidFill>
          <a:latin typeface="Calibri" panose="020F0502020204030204" pitchFamily="34" charset="0"/>
          <a:cs typeface="Calibri" panose="020F0502020204030204" pitchFamily="34" charset="0"/>
          <a:sym typeface="Calibri" panose="020F0502020204030204" pitchFamily="34" charset="0"/>
        </a:defRPr>
      </a:lvl8pPr>
      <a:lvl9pPr marL="1830080" algn="ctr" rtl="0" fontAlgn="base" latinLnBrk="1">
        <a:lnSpc>
          <a:spcPct val="110000"/>
        </a:lnSpc>
        <a:spcBef>
          <a:spcPct val="0"/>
        </a:spcBef>
        <a:spcAft>
          <a:spcPct val="0"/>
        </a:spcAft>
        <a:defRPr sz="4403">
          <a:solidFill>
            <a:schemeClr val="tx2"/>
          </a:solidFill>
          <a:latin typeface="Calibri" panose="020F0502020204030204" pitchFamily="34" charset="0"/>
          <a:cs typeface="Calibri" panose="020F0502020204030204" pitchFamily="34" charset="0"/>
          <a:sym typeface="Calibri" panose="020F0502020204030204" pitchFamily="34" charset="0"/>
        </a:defRPr>
      </a:lvl9pPr>
    </p:titleStyle>
    <p:bodyStyle>
      <a:lvl1pPr marL="343140" indent="-343140" algn="l" rtl="0" fontAlgn="base" latinLnBrk="1">
        <a:lnSpc>
          <a:spcPct val="110000"/>
        </a:lnSpc>
        <a:spcBef>
          <a:spcPct val="0"/>
        </a:spcBef>
        <a:spcAft>
          <a:spcPct val="0"/>
        </a:spcAft>
        <a:buClr>
          <a:schemeClr val="tx1"/>
        </a:buClr>
        <a:buFont typeface="Arial" panose="020B0604020202020204" pitchFamily="34" charset="0"/>
        <a:buChar char="•"/>
        <a:defRPr sz="3202" kern="1200">
          <a:solidFill>
            <a:schemeClr val="tx1"/>
          </a:solidFill>
          <a:latin typeface="+mn-lt"/>
          <a:ea typeface="+mn-ea"/>
          <a:cs typeface="+mn-cs"/>
          <a:sym typeface="Calibri" panose="020F0502020204030204" pitchFamily="34" charset="0"/>
        </a:defRPr>
      </a:lvl1pPr>
      <a:lvl2pPr marL="743470" indent="-285950" algn="l" rtl="0" fontAlgn="base" latinLnBrk="1">
        <a:lnSpc>
          <a:spcPct val="110000"/>
        </a:lnSpc>
        <a:spcBef>
          <a:spcPct val="0"/>
        </a:spcBef>
        <a:spcAft>
          <a:spcPct val="0"/>
        </a:spcAft>
        <a:buFont typeface="Calibri" panose="020F0502020204030204" pitchFamily="34" charset="0"/>
        <a:buChar char="–"/>
        <a:defRPr sz="2802" kern="1200">
          <a:solidFill>
            <a:schemeClr val="tx1"/>
          </a:solidFill>
          <a:latin typeface="+mn-lt"/>
          <a:ea typeface="+mn-ea"/>
          <a:cs typeface="+mn-cs"/>
          <a:sym typeface="Calibri" panose="020F0502020204030204" pitchFamily="34" charset="0"/>
        </a:defRPr>
      </a:lvl2pPr>
      <a:lvl3pPr marL="1143800" indent="-228760" algn="l" rtl="0" fontAlgn="base" latinLnBrk="1">
        <a:lnSpc>
          <a:spcPct val="110000"/>
        </a:lnSpc>
        <a:spcBef>
          <a:spcPct val="0"/>
        </a:spcBef>
        <a:spcAft>
          <a:spcPct val="0"/>
        </a:spcAft>
        <a:buClr>
          <a:schemeClr val="tx1"/>
        </a:buClr>
        <a:buFont typeface="Calibri" panose="020F0502020204030204" pitchFamily="34" charset="0"/>
        <a:buChar char="•"/>
        <a:defRPr sz="2402" kern="1200">
          <a:solidFill>
            <a:schemeClr val="tx1"/>
          </a:solidFill>
          <a:latin typeface="+mn-lt"/>
          <a:ea typeface="+mn-ea"/>
          <a:cs typeface="+mn-cs"/>
          <a:sym typeface="Calibri" panose="020F0502020204030204" pitchFamily="34" charset="0"/>
        </a:defRPr>
      </a:lvl3pPr>
      <a:lvl4pPr marL="1601320" indent="-228760" algn="l" rtl="0" fontAlgn="base" latinLnBrk="1">
        <a:lnSpc>
          <a:spcPct val="110000"/>
        </a:lnSpc>
        <a:spcBef>
          <a:spcPct val="0"/>
        </a:spcBef>
        <a:spcAft>
          <a:spcPct val="0"/>
        </a:spcAft>
        <a:buFont typeface="Calibri" panose="020F0502020204030204" pitchFamily="34" charset="0"/>
        <a:buChar char="–"/>
        <a:defRPr sz="2001" kern="1200">
          <a:solidFill>
            <a:schemeClr val="tx1"/>
          </a:solidFill>
          <a:latin typeface="+mn-lt"/>
          <a:ea typeface="+mn-ea"/>
          <a:cs typeface="+mn-cs"/>
          <a:sym typeface="Calibri" panose="020F0502020204030204" pitchFamily="34" charset="0"/>
        </a:defRPr>
      </a:lvl4pPr>
      <a:lvl5pPr marL="2058840" indent="-228760" algn="l" rtl="0" fontAlgn="base" latinLnBrk="1">
        <a:lnSpc>
          <a:spcPct val="110000"/>
        </a:lnSpc>
        <a:spcBef>
          <a:spcPct val="0"/>
        </a:spcBef>
        <a:spcAft>
          <a:spcPct val="0"/>
        </a:spcAft>
        <a:buFont typeface="Calibri" panose="020F0502020204030204" pitchFamily="34" charset="0"/>
        <a:buChar char="»"/>
        <a:defRPr sz="2001" kern="1200">
          <a:solidFill>
            <a:schemeClr val="tx1"/>
          </a:solidFill>
          <a:latin typeface="+mn-lt"/>
          <a:ea typeface="+mn-ea"/>
          <a:cs typeface="+mn-cs"/>
          <a:sym typeface="Calibri" panose="020F0502020204030204" pitchFamily="34" charset="0"/>
        </a:defRPr>
      </a:lvl5pPr>
      <a:lvl6pPr marL="2516360" indent="-228760" algn="l" defTabSz="91504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1" kern="1200">
          <a:solidFill>
            <a:schemeClr val="tx1"/>
          </a:solidFill>
          <a:latin typeface="+mn-lt"/>
          <a:ea typeface="+mn-ea"/>
          <a:cs typeface="+mn-cs"/>
        </a:defRPr>
      </a:lvl6pPr>
      <a:lvl7pPr marL="2973880" indent="-228760" algn="l" defTabSz="91504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1" kern="1200">
          <a:solidFill>
            <a:schemeClr val="tx1"/>
          </a:solidFill>
          <a:latin typeface="+mn-lt"/>
          <a:ea typeface="+mn-ea"/>
          <a:cs typeface="+mn-cs"/>
        </a:defRPr>
      </a:lvl7pPr>
      <a:lvl8pPr marL="3431400" indent="-228760" algn="l" defTabSz="91504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1" kern="1200">
          <a:solidFill>
            <a:schemeClr val="tx1"/>
          </a:solidFill>
          <a:latin typeface="+mn-lt"/>
          <a:ea typeface="+mn-ea"/>
          <a:cs typeface="+mn-cs"/>
        </a:defRPr>
      </a:lvl8pPr>
      <a:lvl9pPr marL="3888920" indent="-228760" algn="l" defTabSz="91504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1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5040" rtl="0" eaLnBrk="1" latinLnBrk="1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1pPr>
      <a:lvl2pPr marL="457520" algn="l" defTabSz="915040" rtl="0" eaLnBrk="1" latinLnBrk="1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2pPr>
      <a:lvl3pPr marL="915040" algn="l" defTabSz="915040" rtl="0" eaLnBrk="1" latinLnBrk="1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3pPr>
      <a:lvl4pPr marL="1372560" algn="l" defTabSz="915040" rtl="0" eaLnBrk="1" latinLnBrk="1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4pPr>
      <a:lvl5pPr marL="1830080" algn="l" defTabSz="915040" rtl="0" eaLnBrk="1" latinLnBrk="1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5pPr>
      <a:lvl6pPr marL="2287600" algn="l" defTabSz="915040" rtl="0" eaLnBrk="1" latinLnBrk="1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6pPr>
      <a:lvl7pPr marL="2745120" algn="l" defTabSz="915040" rtl="0" eaLnBrk="1" latinLnBrk="1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7pPr>
      <a:lvl8pPr marL="3202640" algn="l" defTabSz="915040" rtl="0" eaLnBrk="1" latinLnBrk="1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8pPr>
      <a:lvl9pPr marL="3660160" algn="l" defTabSz="915040" rtl="0" eaLnBrk="1" latinLnBrk="1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3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6" name="Rectangle 4">
            <a:extLst>
              <a:ext uri="{FF2B5EF4-FFF2-40B4-BE49-F238E27FC236}">
                <a16:creationId xmlns:a16="http://schemas.microsoft.com/office/drawing/2014/main" id="{DB1A1CBF-78F6-04CE-032B-84F018621AA1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8905" y="2025463"/>
            <a:ext cx="5445266" cy="212500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>
            <a:lvl1pPr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98901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2pPr>
            <a:lvl3pPr marL="152876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3pPr>
            <a:lvl4pPr marL="206851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4pPr>
            <a:lvl5pPr marL="2609850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5pPr>
            <a:lvl6pPr marL="30670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6pPr>
            <a:lvl7pPr marL="35242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7pPr>
            <a:lvl8pPr marL="39814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8pPr>
            <a:lvl9pPr marL="44386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9pPr>
          </a:lstStyle>
          <a:p>
            <a:pPr defTabSz="393976" fontAlgn="base">
              <a:spcBef>
                <a:spcPct val="0"/>
              </a:spcBef>
              <a:spcAft>
                <a:spcPct val="0"/>
              </a:spcAft>
            </a:pPr>
            <a:r>
              <a:rPr lang="ko-KR" altLang="en-US" sz="4403" dirty="0">
                <a:solidFill>
                  <a:srgbClr val="F6877E"/>
                </a:solidFill>
                <a:latin typeface="에스코어 드림 8 Heavy" panose="020B0903030302020204" pitchFamily="34" charset="-127"/>
                <a:ea typeface="에스코어 드림 8 Heavy" panose="020B0903030302020204" pitchFamily="34" charset="-127"/>
              </a:rPr>
              <a:t>따뜻한 느낌의 색</a:t>
            </a:r>
            <a:r>
              <a:rPr lang="en-US" altLang="ko-KR" sz="4403" dirty="0">
                <a:solidFill>
                  <a:srgbClr val="F6877E"/>
                </a:solidFill>
                <a:latin typeface="에스코어 드림 8 Heavy" panose="020B0903030302020204" pitchFamily="34" charset="-127"/>
                <a:ea typeface="에스코어 드림 8 Heavy" panose="020B0903030302020204" pitchFamily="34" charset="-127"/>
              </a:rPr>
              <a:t>, </a:t>
            </a:r>
            <a:r>
              <a:rPr lang="ko-KR" altLang="en-US" sz="4403" dirty="0">
                <a:solidFill>
                  <a:srgbClr val="F6877E"/>
                </a:solidFill>
                <a:latin typeface="에스코어 드림 8 Heavy" panose="020B0903030302020204" pitchFamily="34" charset="-127"/>
                <a:ea typeface="에스코어 드림 8 Heavy" panose="020B0903030302020204" pitchFamily="34" charset="-127"/>
              </a:rPr>
              <a:t>차가운 느낌의 색으로 표현하기 </a:t>
            </a:r>
            <a:r>
              <a:rPr lang="en-US" altLang="ko-KR" sz="4403" dirty="0">
                <a:solidFill>
                  <a:srgbClr val="F6877E"/>
                </a:solidFill>
                <a:latin typeface="에스코어 드림 8 Heavy" panose="020B0903030302020204" pitchFamily="34" charset="-127"/>
                <a:ea typeface="에스코어 드림 8 Heavy" panose="020B0903030302020204" pitchFamily="34" charset="-127"/>
              </a:rPr>
              <a:t>(2)</a:t>
            </a:r>
          </a:p>
        </p:txBody>
      </p:sp>
      <p:sp>
        <p:nvSpPr>
          <p:cNvPr id="8197" name="AutoShape 5">
            <a:extLst>
              <a:ext uri="{FF2B5EF4-FFF2-40B4-BE49-F238E27FC236}">
                <a16:creationId xmlns:a16="http://schemas.microsoft.com/office/drawing/2014/main" id="{D30265AA-F044-ED79-BF49-9BCB13CB075F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8905" y="4114452"/>
            <a:ext cx="11332603" cy="101666"/>
          </a:xfrm>
          <a:prstGeom prst="roundRect">
            <a:avLst>
              <a:gd name="adj" fmla="val 49995"/>
            </a:avLst>
          </a:prstGeom>
          <a:solidFill>
            <a:srgbClr val="F6877E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19050" cmpd="sng">
                <a:solidFill>
                  <a:srgbClr val="000000"/>
                </a:solidFill>
                <a:round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pPr defTabSz="915040" fontAlgn="base" latinLnBrk="1">
              <a:spcBef>
                <a:spcPct val="30000"/>
              </a:spcBef>
              <a:spcAft>
                <a:spcPct val="0"/>
              </a:spcAft>
            </a:pPr>
            <a:endParaRPr kumimoji="1" lang="ko-KR" altLang="en-US" sz="1201">
              <a:solidFill>
                <a:srgbClr val="000000"/>
              </a:solidFill>
              <a:latin typeface="Calibri" panose="020F0502020204030204" pitchFamily="34" charset="0"/>
              <a:ea typeface="굴림" panose="020B0600000101010101" pitchFamily="50" charset="-127"/>
              <a:cs typeface="Calibri" panose="020F0502020204030204" pitchFamily="34" charset="0"/>
            </a:endParaRPr>
          </a:p>
        </p:txBody>
      </p:sp>
      <p:sp>
        <p:nvSpPr>
          <p:cNvPr id="8198" name="Rectangle 6">
            <a:extLst>
              <a:ext uri="{FF2B5EF4-FFF2-40B4-BE49-F238E27FC236}">
                <a16:creationId xmlns:a16="http://schemas.microsoft.com/office/drawing/2014/main" id="{FF65134C-B580-CD8E-1141-8D952638404B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8905" y="575198"/>
            <a:ext cx="3555140" cy="54804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121999" tIns="61000" rIns="121999" bIns="61000" anchor="b"/>
          <a:lstStyle>
            <a:lvl1pPr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98901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2pPr>
            <a:lvl3pPr marL="152876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3pPr>
            <a:lvl4pPr marL="206851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4pPr>
            <a:lvl5pPr marL="2609850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5pPr>
            <a:lvl6pPr marL="30670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6pPr>
            <a:lvl7pPr marL="35242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7pPr>
            <a:lvl8pPr marL="39814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8pPr>
            <a:lvl9pPr marL="44386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9pPr>
          </a:lstStyle>
          <a:p>
            <a:pPr algn="ctr" defTabSz="393976" fontAlgn="base" latinLnBrk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ko-KR" altLang="en-US" sz="2602">
                <a:solidFill>
                  <a:srgbClr val="FFFFFF"/>
                </a:solidFill>
                <a:latin typeface="에스코어 드림 8 Heavy" panose="020B0903030302020204" pitchFamily="34" charset="-127"/>
                <a:ea typeface="에스코어 드림 8 Heavy" panose="020B0903030302020204" pitchFamily="34" charset="-127"/>
              </a:rPr>
              <a:t>초등 미술</a:t>
            </a:r>
          </a:p>
        </p:txBody>
      </p:sp>
      <p:pic>
        <p:nvPicPr>
          <p:cNvPr id="8199" name="Picture 7" descr="이미지">
            <a:extLst>
              <a:ext uri="{FF2B5EF4-FFF2-40B4-BE49-F238E27FC236}">
                <a16:creationId xmlns:a16="http://schemas.microsoft.com/office/drawing/2014/main" id="{255EE14A-AD27-01D3-95C7-BE84703BE0C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23256" y="1639516"/>
            <a:ext cx="2068272" cy="138520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8200" name="Rectangle 8">
            <a:extLst>
              <a:ext uri="{FF2B5EF4-FFF2-40B4-BE49-F238E27FC236}">
                <a16:creationId xmlns:a16="http://schemas.microsoft.com/office/drawing/2014/main" id="{4AA4FEAA-717A-5DDD-146C-2C87F8321533}"/>
              </a:ext>
            </a:extLst>
          </p:cNvPr>
          <p:cNvSpPr>
            <a:spLocks noChangeArrowheads="1"/>
          </p:cNvSpPr>
          <p:nvPr/>
        </p:nvSpPr>
        <p:spPr bwMode="auto">
          <a:xfrm>
            <a:off x="5184976" y="2017587"/>
            <a:ext cx="2543244" cy="64176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121979" tIns="60973" rIns="121979" bIns="60973"/>
          <a:lstStyle>
            <a:lvl1pPr marL="225425" indent="-225425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98901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2pPr>
            <a:lvl3pPr marL="152876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3pPr>
            <a:lvl4pPr marL="206851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4pPr>
            <a:lvl5pPr marL="2609850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5pPr>
            <a:lvl6pPr marL="30670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6pPr>
            <a:lvl7pPr marL="35242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7pPr>
            <a:lvl8pPr marL="39814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8pPr>
            <a:lvl9pPr marL="44386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9pPr>
          </a:lstStyle>
          <a:p>
            <a:pPr marL="225583" indent="-225583" algn="ctr" defTabSz="393976" fontAlgn="base" latinLnBrk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ko-KR" sz="3703" dirty="0">
                <a:solidFill>
                  <a:srgbClr val="FFFFFF"/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38</a:t>
            </a:r>
            <a:r>
              <a:rPr lang="ko-KR" altLang="en-US" sz="3703" dirty="0">
                <a:solidFill>
                  <a:srgbClr val="FFFFFF"/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차시</a:t>
            </a:r>
          </a:p>
        </p:txBody>
      </p:sp>
    </p:spTree>
  </p:cSld>
  <p:clrMapOvr>
    <a:masterClrMapping/>
  </p:clrMapOvr>
  <p:transition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5867" spc="-200" dirty="0">
                  <a:solidFill>
                    <a:schemeClr val="bg1"/>
                  </a:solidFill>
                  <a:latin typeface="+mj-ea"/>
                  <a:ea typeface="+mj-ea"/>
                </a:rPr>
                <a:t>학습목표</a:t>
              </a:r>
            </a:p>
          </p:txBody>
        </p:sp>
      </p:grpSp>
      <p:sp>
        <p:nvSpPr>
          <p:cNvPr id="59" name="직사각형 58"/>
          <p:cNvSpPr/>
          <p:nvPr/>
        </p:nvSpPr>
        <p:spPr>
          <a:xfrm>
            <a:off x="2859414" y="3187573"/>
            <a:ext cx="6684202" cy="923330"/>
          </a:xfrm>
          <a:prstGeom prst="rect">
            <a:avLst/>
          </a:prstGeom>
        </p:spPr>
        <p:txBody>
          <a:bodyPr wrap="none" anchor="ctr" anchorCtr="0">
            <a:spAutoFit/>
          </a:bodyPr>
          <a:lstStyle/>
          <a:p>
            <a:r>
              <a:rPr lang="en-US" altLang="ko-KR" sz="27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(                      )  </a:t>
            </a:r>
            <a:r>
              <a:rPr lang="ko-KR" altLang="en-US" sz="27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느낌의 색과</a:t>
            </a:r>
            <a:r>
              <a:rPr lang="en-US" altLang="ko-KR" sz="27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 (                      ) </a:t>
            </a:r>
            <a:r>
              <a:rPr lang="ko-KR" altLang="en-US" sz="27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느낌의 색을 </a:t>
            </a:r>
            <a:endParaRPr lang="en-US" altLang="ko-KR" sz="2700" spc="-147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n-ea"/>
            </a:endParaRPr>
          </a:p>
          <a:p>
            <a:pPr algn="ctr"/>
            <a:r>
              <a:rPr lang="ko-KR" altLang="en-US" sz="27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활용하여</a:t>
            </a:r>
            <a:r>
              <a:rPr lang="en-US" altLang="ko-KR" sz="27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 </a:t>
            </a:r>
            <a:r>
              <a:rPr lang="ko-KR" altLang="en-US" sz="27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감정을 표현할 수 있다</a:t>
            </a:r>
            <a:r>
              <a:rPr lang="en-US" altLang="ko-KR" sz="27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.</a:t>
            </a:r>
            <a:endParaRPr lang="ko-KR" altLang="en-US" sz="2400" spc="-147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182835691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3</a:t>
            </a:fld>
            <a:endParaRPr lang="en-US" dirty="0"/>
          </a:p>
        </p:txBody>
      </p:sp>
      <p:sp>
        <p:nvSpPr>
          <p:cNvPr id="10" name="양쪽 모서리가 둥근 사각형 9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12" name="TextBox 11"/>
          <p:cNvSpPr txBox="1"/>
          <p:nvPr/>
        </p:nvSpPr>
        <p:spPr>
          <a:xfrm>
            <a:off x="10045136" y="1223282"/>
            <a:ext cx="1561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400" spc="-147" dirty="0">
                <a:solidFill>
                  <a:schemeClr val="tx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활동</a:t>
            </a:r>
          </a:p>
        </p:txBody>
      </p:sp>
      <p:sp>
        <p:nvSpPr>
          <p:cNvPr id="8" name="제목 1"/>
          <p:cNvSpPr>
            <a:spLocks noGrp="1"/>
          </p:cNvSpPr>
          <p:nvPr>
            <p:ph type="title"/>
          </p:nvPr>
        </p:nvSpPr>
        <p:spPr>
          <a:xfrm>
            <a:off x="519760" y="452670"/>
            <a:ext cx="9918885" cy="641085"/>
          </a:xfrm>
        </p:spPr>
        <p:txBody>
          <a:bodyPr>
            <a:normAutofit/>
          </a:bodyPr>
          <a:lstStyle/>
          <a:p>
            <a:r>
              <a:rPr lang="ko-KR" altLang="en-US" sz="3400" b="1" spc="0" dirty="0">
                <a:solidFill>
                  <a:schemeClr val="accent2"/>
                </a:solidFill>
                <a:latin typeface="Calibri"/>
                <a:ea typeface="에스코어 드림 8 Heavy" panose="020B0903030302020204" pitchFamily="34" charset="-127"/>
                <a:cs typeface="Calibri"/>
                <a:sym typeface="Calibri" panose="020F0502020204030204" pitchFamily="34" charset="0"/>
              </a:rPr>
              <a:t>관</a:t>
            </a:r>
            <a:r>
              <a:rPr lang="ko-KR" altLang="en-US" sz="3400" b="1" spc="0" dirty="0">
                <a:solidFill>
                  <a:srgbClr val="404040"/>
                </a:solidFill>
                <a:latin typeface="Calibri"/>
                <a:ea typeface="에스코어 드림 8 Heavy" panose="020B0903030302020204" pitchFamily="34" charset="-127"/>
                <a:cs typeface="Calibri"/>
                <a:sym typeface="Calibri" panose="020F0502020204030204" pitchFamily="34" charset="0"/>
              </a:rPr>
              <a:t>련짓</a:t>
            </a:r>
            <a:r>
              <a:rPr kumimoji="0" lang="ko-KR" altLang="en-US" sz="3400" b="1" i="0" u="none" strike="noStrike" kern="120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ea typeface="에스코어 드림 8 Heavy" panose="020B0903030302020204" pitchFamily="34" charset="-127"/>
                <a:cs typeface="Calibri"/>
                <a:sym typeface="Calibri" panose="020F0502020204030204" pitchFamily="34" charset="0"/>
              </a:rPr>
              <a:t>기 — </a:t>
            </a:r>
            <a:r>
              <a:rPr kumimoji="0" lang="ko-KR" altLang="en-US" sz="3400" b="1" i="0" u="none" strike="noStrike" kern="120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+mj-lt"/>
                <a:ea typeface="에스코어 드림 8 Heavy" panose="020B0903030302020204" pitchFamily="34" charset="-127"/>
                <a:cs typeface="Calibri"/>
                <a:sym typeface="Calibri" panose="020F0502020204030204" pitchFamily="34" charset="0"/>
              </a:rPr>
              <a:t>감정과 색 연결하기</a:t>
            </a:r>
            <a:endParaRPr lang="ko-KR" altLang="en-US" sz="3400" b="1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j-lt"/>
              <a:ea typeface="+mj-ea"/>
            </a:endParaRPr>
          </a:p>
        </p:txBody>
      </p:sp>
      <p:grpSp>
        <p:nvGrpSpPr>
          <p:cNvPr id="3" name="그룹 2">
            <a:extLst>
              <a:ext uri="{FF2B5EF4-FFF2-40B4-BE49-F238E27FC236}">
                <a16:creationId xmlns:a16="http://schemas.microsoft.com/office/drawing/2014/main" id="{1B5E2357-40D2-8C3A-E2F0-20B71089E6C8}"/>
              </a:ext>
            </a:extLst>
          </p:cNvPr>
          <p:cNvGrpSpPr/>
          <p:nvPr/>
        </p:nvGrpSpPr>
        <p:grpSpPr>
          <a:xfrm>
            <a:off x="643901" y="1446540"/>
            <a:ext cx="341311" cy="338555"/>
            <a:chOff x="853872" y="1465627"/>
            <a:chExt cx="318649" cy="316075"/>
          </a:xfrm>
        </p:grpSpPr>
        <p:sp>
          <p:nvSpPr>
            <p:cNvPr id="5" name="모서리가 둥근 직사각형 41">
              <a:extLst>
                <a:ext uri="{FF2B5EF4-FFF2-40B4-BE49-F238E27FC236}">
                  <a16:creationId xmlns:a16="http://schemas.microsoft.com/office/drawing/2014/main" id="{B5CD1855-E762-360A-66D2-BD6E074052A6}"/>
                </a:ext>
              </a:extLst>
            </p:cNvPr>
            <p:cNvSpPr/>
            <p:nvPr/>
          </p:nvSpPr>
          <p:spPr>
            <a:xfrm>
              <a:off x="853872" y="1487438"/>
              <a:ext cx="289128" cy="289128"/>
            </a:xfrm>
            <a:prstGeom prst="roundRect">
              <a:avLst/>
            </a:prstGeom>
            <a:solidFill>
              <a:srgbClr val="FFD966"/>
            </a:solidFill>
            <a:ln w="12700">
              <a:solidFill>
                <a:schemeClr val="tx1"/>
              </a:solidFill>
            </a:ln>
            <a:effectLst>
              <a:outerShdw dist="38100" dir="2700000" algn="tl" rotWithShape="0">
                <a:prstClr val="black">
                  <a:alpha val="15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67" dirty="0">
                <a:latin typeface="+mj-ea"/>
                <a:ea typeface="+mj-ea"/>
              </a:endParaRP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E413DECA-CF8C-D3B1-16CD-A534C99466D8}"/>
                </a:ext>
              </a:extLst>
            </p:cNvPr>
            <p:cNvSpPr txBox="1"/>
            <p:nvPr/>
          </p:nvSpPr>
          <p:spPr>
            <a:xfrm>
              <a:off x="893859" y="1465627"/>
              <a:ext cx="278662" cy="3160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en-US" altLang="ko-KR" sz="1600" dirty="0">
                  <a:latin typeface="+mj-ea"/>
                  <a:ea typeface="+mj-ea"/>
                </a:rPr>
                <a:t>1</a:t>
              </a:r>
              <a:endParaRPr lang="ko-KR" altLang="en-US" sz="1600" dirty="0">
                <a:latin typeface="+mj-ea"/>
                <a:ea typeface="+mj-ea"/>
              </a:endParaRPr>
            </a:p>
          </p:txBody>
        </p:sp>
      </p:grpSp>
      <p:sp>
        <p:nvSpPr>
          <p:cNvPr id="4" name="TextBox 3">
            <a:extLst>
              <a:ext uri="{FF2B5EF4-FFF2-40B4-BE49-F238E27FC236}">
                <a16:creationId xmlns:a16="http://schemas.microsoft.com/office/drawing/2014/main" id="{3EC7A525-71D5-27FC-79F2-D60EDEE080DA}"/>
              </a:ext>
            </a:extLst>
          </p:cNvPr>
          <p:cNvSpPr txBox="1"/>
          <p:nvPr/>
        </p:nvSpPr>
        <p:spPr>
          <a:xfrm>
            <a:off x="986705" y="1422855"/>
            <a:ext cx="5577168" cy="37965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867" dirty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rPr>
              <a:t>8</a:t>
            </a:r>
            <a:r>
              <a:rPr lang="ko-KR" altLang="en-US" sz="1867" dirty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rPr>
              <a:t>가지의 감정에 각각 어울리는 색을 떠올려 봅시다</a:t>
            </a:r>
            <a:r>
              <a:rPr lang="en-US" altLang="ko-KR" sz="1867" dirty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rPr>
              <a:t>.</a:t>
            </a:r>
            <a:endParaRPr lang="ko-KR" altLang="en-US" sz="1867" dirty="0">
              <a:solidFill>
                <a:schemeClr val="tx1">
                  <a:alpha val="99000"/>
                </a:schemeClr>
              </a:solidFill>
              <a:latin typeface="+mj-ea"/>
              <a:ea typeface="+mj-ea"/>
            </a:endParaRPr>
          </a:p>
        </p:txBody>
      </p:sp>
      <p:sp>
        <p:nvSpPr>
          <p:cNvPr id="16" name="Rectangle 14">
            <a:extLst>
              <a:ext uri="{FF2B5EF4-FFF2-40B4-BE49-F238E27FC236}">
                <a16:creationId xmlns:a16="http://schemas.microsoft.com/office/drawing/2014/main" id="{58C9AFEB-CB58-0F15-1FB6-0D6259A0EA88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50647" y="4921677"/>
            <a:ext cx="7596743" cy="96722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/>
          <a:lstStyle>
            <a:lvl1pPr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98901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2pPr>
            <a:lvl3pPr marL="152876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3pPr>
            <a:lvl4pPr marL="206851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4pPr>
            <a:lvl5pPr marL="2609850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5pPr>
            <a:lvl6pPr marL="30670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6pPr>
            <a:lvl7pPr marL="35242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7pPr>
            <a:lvl8pPr marL="39814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8pPr>
            <a:lvl9pPr marL="44386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9pPr>
          </a:lstStyle>
          <a:p>
            <a:pPr algn="ctr" eaLnBrk="1" latinLnBrk="0" hangingPunct="1">
              <a:spcBef>
                <a:spcPts val="1600"/>
              </a:spcBef>
            </a:pPr>
            <a:endParaRPr lang="en-US" altLang="ko-KR" sz="2800" dirty="0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grpSp>
        <p:nvGrpSpPr>
          <p:cNvPr id="19" name="그룹 18">
            <a:extLst>
              <a:ext uri="{FF2B5EF4-FFF2-40B4-BE49-F238E27FC236}">
                <a16:creationId xmlns:a16="http://schemas.microsoft.com/office/drawing/2014/main" id="{5700DB2A-B5E4-66DB-4BE6-BDEA103EE1EF}"/>
              </a:ext>
            </a:extLst>
          </p:cNvPr>
          <p:cNvGrpSpPr/>
          <p:nvPr/>
        </p:nvGrpSpPr>
        <p:grpSpPr>
          <a:xfrm>
            <a:off x="1221213" y="2242860"/>
            <a:ext cx="4346668" cy="637212"/>
            <a:chOff x="1221213" y="2242860"/>
            <a:chExt cx="4346668" cy="637212"/>
          </a:xfrm>
        </p:grpSpPr>
        <p:cxnSp>
          <p:nvCxnSpPr>
            <p:cNvPr id="13" name="직선 연결선 12">
              <a:extLst>
                <a:ext uri="{FF2B5EF4-FFF2-40B4-BE49-F238E27FC236}">
                  <a16:creationId xmlns:a16="http://schemas.microsoft.com/office/drawing/2014/main" id="{670681CB-6704-A797-B1D2-BE9C463FC5CA}"/>
                </a:ext>
              </a:extLst>
            </p:cNvPr>
            <p:cNvCxnSpPr>
              <a:cxnSpLocks/>
            </p:cNvCxnSpPr>
            <p:nvPr/>
          </p:nvCxnSpPr>
          <p:spPr>
            <a:xfrm>
              <a:off x="2710670" y="2845251"/>
              <a:ext cx="1580673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grpSp>
          <p:nvGrpSpPr>
            <p:cNvPr id="18" name="그룹 17">
              <a:extLst>
                <a:ext uri="{FF2B5EF4-FFF2-40B4-BE49-F238E27FC236}">
                  <a16:creationId xmlns:a16="http://schemas.microsoft.com/office/drawing/2014/main" id="{77C88685-F659-6FB1-7790-3BFFCD237A1E}"/>
                </a:ext>
              </a:extLst>
            </p:cNvPr>
            <p:cNvGrpSpPr/>
            <p:nvPr/>
          </p:nvGrpSpPr>
          <p:grpSpPr>
            <a:xfrm>
              <a:off x="1221213" y="2242860"/>
              <a:ext cx="1232275" cy="637212"/>
              <a:chOff x="1221213" y="2242860"/>
              <a:chExt cx="1232275" cy="637212"/>
            </a:xfrm>
          </p:grpSpPr>
          <p:sp>
            <p:nvSpPr>
              <p:cNvPr id="2" name="사각형: 잘린 대각선 방향 모서리 1">
                <a:extLst>
                  <a:ext uri="{FF2B5EF4-FFF2-40B4-BE49-F238E27FC236}">
                    <a16:creationId xmlns:a16="http://schemas.microsoft.com/office/drawing/2014/main" id="{77BEAF22-BB96-726E-C296-C7ABF6DC540C}"/>
                  </a:ext>
                </a:extLst>
              </p:cNvPr>
              <p:cNvSpPr/>
              <p:nvPr/>
            </p:nvSpPr>
            <p:spPr>
              <a:xfrm>
                <a:off x="1221213" y="2242860"/>
                <a:ext cx="1232275" cy="637212"/>
              </a:xfrm>
              <a:prstGeom prst="snip2DiagRect">
                <a:avLst/>
              </a:prstGeom>
              <a:solidFill>
                <a:srgbClr val="FFD966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23" name="Rectangle 14">
                <a:extLst>
                  <a:ext uri="{FF2B5EF4-FFF2-40B4-BE49-F238E27FC236}">
                    <a16:creationId xmlns:a16="http://schemas.microsoft.com/office/drawing/2014/main" id="{7393F386-93AE-0A32-26FF-196EEA3F963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445991" y="2362921"/>
                <a:ext cx="753351" cy="343484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 cmpd="sng">
                    <a:solidFill>
                      <a:srgbClr val="000000"/>
                    </a:solidFill>
                    <a:miter lim="800000"/>
                    <a:headEnd type="none" w="med" len="med"/>
                    <a:tailEnd type="none" w="med" len="med"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lIns="0" tIns="0" rIns="0" bIns="0"/>
              <a:lstStyle>
                <a:lvl1pPr defTabSz="393700">
                  <a:defRPr kumimoji="1" sz="1200">
                    <a:solidFill>
                      <a:schemeClr val="tx1"/>
                    </a:solidFill>
                    <a:latin typeface="Calibri" panose="020F0502020204030204" pitchFamily="34" charset="0"/>
                    <a:cs typeface="Calibri" panose="020F0502020204030204" pitchFamily="34" charset="0"/>
                  </a:defRPr>
                </a:lvl1pPr>
                <a:lvl2pPr marL="989013" defTabSz="393700">
                  <a:defRPr kumimoji="1" sz="1200">
                    <a:solidFill>
                      <a:schemeClr val="tx1"/>
                    </a:solidFill>
                    <a:latin typeface="Calibri" panose="020F0502020204030204" pitchFamily="34" charset="0"/>
                    <a:cs typeface="Calibri" panose="020F0502020204030204" pitchFamily="34" charset="0"/>
                  </a:defRPr>
                </a:lvl2pPr>
                <a:lvl3pPr marL="1528763" defTabSz="393700">
                  <a:defRPr kumimoji="1" sz="1200">
                    <a:solidFill>
                      <a:schemeClr val="tx1"/>
                    </a:solidFill>
                    <a:latin typeface="Calibri" panose="020F0502020204030204" pitchFamily="34" charset="0"/>
                    <a:cs typeface="Calibri" panose="020F0502020204030204" pitchFamily="34" charset="0"/>
                  </a:defRPr>
                </a:lvl3pPr>
                <a:lvl4pPr marL="2068513" defTabSz="393700">
                  <a:defRPr kumimoji="1" sz="1200">
                    <a:solidFill>
                      <a:schemeClr val="tx1"/>
                    </a:solidFill>
                    <a:latin typeface="Calibri" panose="020F0502020204030204" pitchFamily="34" charset="0"/>
                    <a:cs typeface="Calibri" panose="020F0502020204030204" pitchFamily="34" charset="0"/>
                  </a:defRPr>
                </a:lvl4pPr>
                <a:lvl5pPr marL="2609850" defTabSz="393700">
                  <a:defRPr kumimoji="1" sz="1200">
                    <a:solidFill>
                      <a:schemeClr val="tx1"/>
                    </a:solidFill>
                    <a:latin typeface="Calibri" panose="020F0502020204030204" pitchFamily="34" charset="0"/>
                    <a:cs typeface="Calibri" panose="020F0502020204030204" pitchFamily="34" charset="0"/>
                  </a:defRPr>
                </a:lvl5pPr>
                <a:lvl6pPr marL="3067050" defTabSz="393700" fontAlgn="base">
                  <a:spcBef>
                    <a:spcPct val="30000"/>
                  </a:spcBef>
                  <a:spcAft>
                    <a:spcPct val="0"/>
                  </a:spcAft>
                  <a:defRPr kumimoji="1" sz="1200">
                    <a:solidFill>
                      <a:schemeClr val="tx1"/>
                    </a:solidFill>
                    <a:latin typeface="Calibri" panose="020F0502020204030204" pitchFamily="34" charset="0"/>
                    <a:cs typeface="Calibri" panose="020F0502020204030204" pitchFamily="34" charset="0"/>
                  </a:defRPr>
                </a:lvl6pPr>
                <a:lvl7pPr marL="3524250" defTabSz="393700" fontAlgn="base">
                  <a:spcBef>
                    <a:spcPct val="30000"/>
                  </a:spcBef>
                  <a:spcAft>
                    <a:spcPct val="0"/>
                  </a:spcAft>
                  <a:defRPr kumimoji="1" sz="1200">
                    <a:solidFill>
                      <a:schemeClr val="tx1"/>
                    </a:solidFill>
                    <a:latin typeface="Calibri" panose="020F0502020204030204" pitchFamily="34" charset="0"/>
                    <a:cs typeface="Calibri" panose="020F0502020204030204" pitchFamily="34" charset="0"/>
                  </a:defRPr>
                </a:lvl7pPr>
                <a:lvl8pPr marL="3981450" defTabSz="393700" fontAlgn="base">
                  <a:spcBef>
                    <a:spcPct val="30000"/>
                  </a:spcBef>
                  <a:spcAft>
                    <a:spcPct val="0"/>
                  </a:spcAft>
                  <a:defRPr kumimoji="1" sz="1200">
                    <a:solidFill>
                      <a:schemeClr val="tx1"/>
                    </a:solidFill>
                    <a:latin typeface="Calibri" panose="020F0502020204030204" pitchFamily="34" charset="0"/>
                    <a:cs typeface="Calibri" panose="020F0502020204030204" pitchFamily="34" charset="0"/>
                  </a:defRPr>
                </a:lvl8pPr>
                <a:lvl9pPr marL="4438650" defTabSz="393700" fontAlgn="base">
                  <a:spcBef>
                    <a:spcPct val="30000"/>
                  </a:spcBef>
                  <a:spcAft>
                    <a:spcPct val="0"/>
                  </a:spcAft>
                  <a:defRPr kumimoji="1" sz="1200">
                    <a:solidFill>
                      <a:schemeClr val="tx1"/>
                    </a:solidFill>
                    <a:latin typeface="Calibri" panose="020F0502020204030204" pitchFamily="34" charset="0"/>
                    <a:cs typeface="Calibri" panose="020F0502020204030204" pitchFamily="34" charset="0"/>
                  </a:defRPr>
                </a:lvl9pPr>
              </a:lstStyle>
              <a:p>
                <a:pPr algn="ctr" eaLnBrk="1" latinLnBrk="0" hangingPunct="1">
                  <a:spcBef>
                    <a:spcPts val="1600"/>
                  </a:spcBef>
                </a:pPr>
                <a:r>
                  <a:rPr lang="ko-KR" altLang="en-US" sz="3200" dirty="0">
                    <a:latin typeface="Noto Sans KR Medium" panose="020B0200000000000000" pitchFamily="50" charset="-127"/>
                    <a:ea typeface="Noto Sans KR Medium" panose="020B0200000000000000" pitchFamily="50" charset="-127"/>
                  </a:rPr>
                  <a:t>기쁨</a:t>
                </a:r>
                <a:endParaRPr lang="en-US" altLang="ko-KR" sz="3200" dirty="0">
                  <a:latin typeface="Noto Sans KR Medium" panose="020B0200000000000000" pitchFamily="50" charset="-127"/>
                  <a:ea typeface="Noto Sans KR Medium" panose="020B0200000000000000" pitchFamily="50" charset="-127"/>
                </a:endParaRPr>
              </a:p>
            </p:txBody>
          </p:sp>
        </p:grpSp>
        <p:sp>
          <p:nvSpPr>
            <p:cNvPr id="32" name="Rectangle 14">
              <a:extLst>
                <a:ext uri="{FF2B5EF4-FFF2-40B4-BE49-F238E27FC236}">
                  <a16:creationId xmlns:a16="http://schemas.microsoft.com/office/drawing/2014/main" id="{F0631910-AC06-F6E9-9D20-7D23398B8C0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098247" y="2384272"/>
              <a:ext cx="1469634" cy="343484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 cmpd="sng">
                  <a:solidFill>
                    <a:srgbClr val="000000"/>
                  </a:solidFill>
                  <a:miter lim="800000"/>
                  <a:headEnd type="none" w="med" len="med"/>
                  <a:tailEnd type="none" w="med" len="med"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lIns="0" tIns="0" rIns="0" bIns="0"/>
            <a:lstStyle>
              <a:lvl1pPr defTabSz="393700">
                <a:defRPr kumimoji="1" sz="1200">
                  <a:solidFill>
                    <a:schemeClr val="tx1"/>
                  </a:solidFill>
                  <a:latin typeface="Calibri" panose="020F0502020204030204" pitchFamily="34" charset="0"/>
                  <a:cs typeface="Calibri" panose="020F0502020204030204" pitchFamily="34" charset="0"/>
                </a:defRPr>
              </a:lvl1pPr>
              <a:lvl2pPr marL="989013" defTabSz="393700">
                <a:defRPr kumimoji="1" sz="1200">
                  <a:solidFill>
                    <a:schemeClr val="tx1"/>
                  </a:solidFill>
                  <a:latin typeface="Calibri" panose="020F0502020204030204" pitchFamily="34" charset="0"/>
                  <a:cs typeface="Calibri" panose="020F0502020204030204" pitchFamily="34" charset="0"/>
                </a:defRPr>
              </a:lvl2pPr>
              <a:lvl3pPr marL="1528763" defTabSz="393700">
                <a:defRPr kumimoji="1" sz="1200">
                  <a:solidFill>
                    <a:schemeClr val="tx1"/>
                  </a:solidFill>
                  <a:latin typeface="Calibri" panose="020F0502020204030204" pitchFamily="34" charset="0"/>
                  <a:cs typeface="Calibri" panose="020F0502020204030204" pitchFamily="34" charset="0"/>
                </a:defRPr>
              </a:lvl3pPr>
              <a:lvl4pPr marL="2068513" defTabSz="393700">
                <a:defRPr kumimoji="1" sz="1200">
                  <a:solidFill>
                    <a:schemeClr val="tx1"/>
                  </a:solidFill>
                  <a:latin typeface="Calibri" panose="020F0502020204030204" pitchFamily="34" charset="0"/>
                  <a:cs typeface="Calibri" panose="020F0502020204030204" pitchFamily="34" charset="0"/>
                </a:defRPr>
              </a:lvl4pPr>
              <a:lvl5pPr marL="2609850" defTabSz="393700">
                <a:defRPr kumimoji="1" sz="1200">
                  <a:solidFill>
                    <a:schemeClr val="tx1"/>
                  </a:solidFill>
                  <a:latin typeface="Calibri" panose="020F0502020204030204" pitchFamily="34" charset="0"/>
                  <a:cs typeface="Calibri" panose="020F0502020204030204" pitchFamily="34" charset="0"/>
                </a:defRPr>
              </a:lvl5pPr>
              <a:lvl6pPr marL="3067050" defTabSz="393700" fontAlgn="base">
                <a:spcBef>
                  <a:spcPct val="30000"/>
                </a:spcBef>
                <a:spcAft>
                  <a:spcPct val="0"/>
                </a:spcAft>
                <a:defRPr kumimoji="1" sz="1200">
                  <a:solidFill>
                    <a:schemeClr val="tx1"/>
                  </a:solidFill>
                  <a:latin typeface="Calibri" panose="020F0502020204030204" pitchFamily="34" charset="0"/>
                  <a:cs typeface="Calibri" panose="020F0502020204030204" pitchFamily="34" charset="0"/>
                </a:defRPr>
              </a:lvl6pPr>
              <a:lvl7pPr marL="3524250" defTabSz="393700" fontAlgn="base">
                <a:spcBef>
                  <a:spcPct val="30000"/>
                </a:spcBef>
                <a:spcAft>
                  <a:spcPct val="0"/>
                </a:spcAft>
                <a:defRPr kumimoji="1" sz="1200">
                  <a:solidFill>
                    <a:schemeClr val="tx1"/>
                  </a:solidFill>
                  <a:latin typeface="Calibri" panose="020F0502020204030204" pitchFamily="34" charset="0"/>
                  <a:cs typeface="Calibri" panose="020F0502020204030204" pitchFamily="34" charset="0"/>
                </a:defRPr>
              </a:lvl7pPr>
              <a:lvl8pPr marL="3981450" defTabSz="393700" fontAlgn="base">
                <a:spcBef>
                  <a:spcPct val="30000"/>
                </a:spcBef>
                <a:spcAft>
                  <a:spcPct val="0"/>
                </a:spcAft>
                <a:defRPr kumimoji="1" sz="1200">
                  <a:solidFill>
                    <a:schemeClr val="tx1"/>
                  </a:solidFill>
                  <a:latin typeface="Calibri" panose="020F0502020204030204" pitchFamily="34" charset="0"/>
                  <a:cs typeface="Calibri" panose="020F0502020204030204" pitchFamily="34" charset="0"/>
                </a:defRPr>
              </a:lvl8pPr>
              <a:lvl9pPr marL="4438650" defTabSz="393700" fontAlgn="base">
                <a:spcBef>
                  <a:spcPct val="30000"/>
                </a:spcBef>
                <a:spcAft>
                  <a:spcPct val="0"/>
                </a:spcAft>
                <a:defRPr kumimoji="1" sz="1200">
                  <a:solidFill>
                    <a:schemeClr val="tx1"/>
                  </a:solidFill>
                  <a:latin typeface="Calibri" panose="020F0502020204030204" pitchFamily="34" charset="0"/>
                  <a:cs typeface="Calibri" panose="020F0502020204030204" pitchFamily="34" charset="0"/>
                </a:defRPr>
              </a:lvl9pPr>
            </a:lstStyle>
            <a:p>
              <a:pPr algn="ctr" eaLnBrk="1" latinLnBrk="0" hangingPunct="1">
                <a:spcBef>
                  <a:spcPts val="1600"/>
                </a:spcBef>
              </a:pPr>
              <a:r>
                <a:rPr lang="ko-KR" altLang="en-US" sz="2800" dirty="0">
                  <a:latin typeface="Noto Sans KR Medium" panose="020B0200000000000000" pitchFamily="50" charset="-127"/>
                  <a:ea typeface="Noto Sans KR Medium" panose="020B0200000000000000" pitchFamily="50" charset="-127"/>
                </a:rPr>
                <a:t>색 계열</a:t>
              </a:r>
              <a:endParaRPr lang="en-US" altLang="ko-KR" sz="2800" dirty="0">
                <a:latin typeface="Noto Sans KR Medium" panose="020B0200000000000000" pitchFamily="50" charset="-127"/>
                <a:ea typeface="Noto Sans KR Medium" panose="020B0200000000000000" pitchFamily="50" charset="-127"/>
              </a:endParaRPr>
            </a:p>
          </p:txBody>
        </p:sp>
      </p:grpSp>
      <p:grpSp>
        <p:nvGrpSpPr>
          <p:cNvPr id="20" name="그룹 19">
            <a:extLst>
              <a:ext uri="{FF2B5EF4-FFF2-40B4-BE49-F238E27FC236}">
                <a16:creationId xmlns:a16="http://schemas.microsoft.com/office/drawing/2014/main" id="{4744ACF9-24F6-8EFE-D236-0093039F614E}"/>
              </a:ext>
            </a:extLst>
          </p:cNvPr>
          <p:cNvGrpSpPr/>
          <p:nvPr/>
        </p:nvGrpSpPr>
        <p:grpSpPr>
          <a:xfrm>
            <a:off x="1221213" y="3166153"/>
            <a:ext cx="4346668" cy="637212"/>
            <a:chOff x="1221213" y="2242860"/>
            <a:chExt cx="4346668" cy="637212"/>
          </a:xfrm>
        </p:grpSpPr>
        <p:cxnSp>
          <p:nvCxnSpPr>
            <p:cNvPr id="21" name="직선 연결선 20">
              <a:extLst>
                <a:ext uri="{FF2B5EF4-FFF2-40B4-BE49-F238E27FC236}">
                  <a16:creationId xmlns:a16="http://schemas.microsoft.com/office/drawing/2014/main" id="{7E5E93C6-74AD-906B-7007-9085C9D5A3AB}"/>
                </a:ext>
              </a:extLst>
            </p:cNvPr>
            <p:cNvCxnSpPr>
              <a:cxnSpLocks/>
            </p:cNvCxnSpPr>
            <p:nvPr/>
          </p:nvCxnSpPr>
          <p:spPr>
            <a:xfrm>
              <a:off x="2710670" y="2845251"/>
              <a:ext cx="1580673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grpSp>
          <p:nvGrpSpPr>
            <p:cNvPr id="33" name="그룹 32">
              <a:extLst>
                <a:ext uri="{FF2B5EF4-FFF2-40B4-BE49-F238E27FC236}">
                  <a16:creationId xmlns:a16="http://schemas.microsoft.com/office/drawing/2014/main" id="{A7A1606F-108B-0F00-E38F-F24F71A572DC}"/>
                </a:ext>
              </a:extLst>
            </p:cNvPr>
            <p:cNvGrpSpPr/>
            <p:nvPr/>
          </p:nvGrpSpPr>
          <p:grpSpPr>
            <a:xfrm>
              <a:off x="1221213" y="2242860"/>
              <a:ext cx="1232275" cy="637212"/>
              <a:chOff x="1221213" y="2242860"/>
              <a:chExt cx="1232275" cy="637212"/>
            </a:xfrm>
          </p:grpSpPr>
          <p:sp>
            <p:nvSpPr>
              <p:cNvPr id="36" name="사각형: 잘린 대각선 방향 모서리 35">
                <a:extLst>
                  <a:ext uri="{FF2B5EF4-FFF2-40B4-BE49-F238E27FC236}">
                    <a16:creationId xmlns:a16="http://schemas.microsoft.com/office/drawing/2014/main" id="{806414E4-91B6-17D3-303D-4BC7B9175A05}"/>
                  </a:ext>
                </a:extLst>
              </p:cNvPr>
              <p:cNvSpPr/>
              <p:nvPr/>
            </p:nvSpPr>
            <p:spPr>
              <a:xfrm>
                <a:off x="1221213" y="2242860"/>
                <a:ext cx="1232275" cy="637212"/>
              </a:xfrm>
              <a:prstGeom prst="snip2DiagRect">
                <a:avLst/>
              </a:prstGeom>
              <a:solidFill>
                <a:srgbClr val="FFD966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37" name="Rectangle 14">
                <a:extLst>
                  <a:ext uri="{FF2B5EF4-FFF2-40B4-BE49-F238E27FC236}">
                    <a16:creationId xmlns:a16="http://schemas.microsoft.com/office/drawing/2014/main" id="{EF08FA3F-642F-55D1-FC4E-883A83A2EBB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445991" y="2362921"/>
                <a:ext cx="753351" cy="343484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 cmpd="sng">
                    <a:solidFill>
                      <a:srgbClr val="000000"/>
                    </a:solidFill>
                    <a:miter lim="800000"/>
                    <a:headEnd type="none" w="med" len="med"/>
                    <a:tailEnd type="none" w="med" len="med"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lIns="0" tIns="0" rIns="0" bIns="0"/>
              <a:lstStyle>
                <a:lvl1pPr defTabSz="393700">
                  <a:defRPr kumimoji="1" sz="1200">
                    <a:solidFill>
                      <a:schemeClr val="tx1"/>
                    </a:solidFill>
                    <a:latin typeface="Calibri" panose="020F0502020204030204" pitchFamily="34" charset="0"/>
                    <a:cs typeface="Calibri" panose="020F0502020204030204" pitchFamily="34" charset="0"/>
                  </a:defRPr>
                </a:lvl1pPr>
                <a:lvl2pPr marL="989013" defTabSz="393700">
                  <a:defRPr kumimoji="1" sz="1200">
                    <a:solidFill>
                      <a:schemeClr val="tx1"/>
                    </a:solidFill>
                    <a:latin typeface="Calibri" panose="020F0502020204030204" pitchFamily="34" charset="0"/>
                    <a:cs typeface="Calibri" panose="020F0502020204030204" pitchFamily="34" charset="0"/>
                  </a:defRPr>
                </a:lvl2pPr>
                <a:lvl3pPr marL="1528763" defTabSz="393700">
                  <a:defRPr kumimoji="1" sz="1200">
                    <a:solidFill>
                      <a:schemeClr val="tx1"/>
                    </a:solidFill>
                    <a:latin typeface="Calibri" panose="020F0502020204030204" pitchFamily="34" charset="0"/>
                    <a:cs typeface="Calibri" panose="020F0502020204030204" pitchFamily="34" charset="0"/>
                  </a:defRPr>
                </a:lvl3pPr>
                <a:lvl4pPr marL="2068513" defTabSz="393700">
                  <a:defRPr kumimoji="1" sz="1200">
                    <a:solidFill>
                      <a:schemeClr val="tx1"/>
                    </a:solidFill>
                    <a:latin typeface="Calibri" panose="020F0502020204030204" pitchFamily="34" charset="0"/>
                    <a:cs typeface="Calibri" panose="020F0502020204030204" pitchFamily="34" charset="0"/>
                  </a:defRPr>
                </a:lvl4pPr>
                <a:lvl5pPr marL="2609850" defTabSz="393700">
                  <a:defRPr kumimoji="1" sz="1200">
                    <a:solidFill>
                      <a:schemeClr val="tx1"/>
                    </a:solidFill>
                    <a:latin typeface="Calibri" panose="020F0502020204030204" pitchFamily="34" charset="0"/>
                    <a:cs typeface="Calibri" panose="020F0502020204030204" pitchFamily="34" charset="0"/>
                  </a:defRPr>
                </a:lvl5pPr>
                <a:lvl6pPr marL="3067050" defTabSz="393700" fontAlgn="base">
                  <a:spcBef>
                    <a:spcPct val="30000"/>
                  </a:spcBef>
                  <a:spcAft>
                    <a:spcPct val="0"/>
                  </a:spcAft>
                  <a:defRPr kumimoji="1" sz="1200">
                    <a:solidFill>
                      <a:schemeClr val="tx1"/>
                    </a:solidFill>
                    <a:latin typeface="Calibri" panose="020F0502020204030204" pitchFamily="34" charset="0"/>
                    <a:cs typeface="Calibri" panose="020F0502020204030204" pitchFamily="34" charset="0"/>
                  </a:defRPr>
                </a:lvl6pPr>
                <a:lvl7pPr marL="3524250" defTabSz="393700" fontAlgn="base">
                  <a:spcBef>
                    <a:spcPct val="30000"/>
                  </a:spcBef>
                  <a:spcAft>
                    <a:spcPct val="0"/>
                  </a:spcAft>
                  <a:defRPr kumimoji="1" sz="1200">
                    <a:solidFill>
                      <a:schemeClr val="tx1"/>
                    </a:solidFill>
                    <a:latin typeface="Calibri" panose="020F0502020204030204" pitchFamily="34" charset="0"/>
                    <a:cs typeface="Calibri" panose="020F0502020204030204" pitchFamily="34" charset="0"/>
                  </a:defRPr>
                </a:lvl7pPr>
                <a:lvl8pPr marL="3981450" defTabSz="393700" fontAlgn="base">
                  <a:spcBef>
                    <a:spcPct val="30000"/>
                  </a:spcBef>
                  <a:spcAft>
                    <a:spcPct val="0"/>
                  </a:spcAft>
                  <a:defRPr kumimoji="1" sz="1200">
                    <a:solidFill>
                      <a:schemeClr val="tx1"/>
                    </a:solidFill>
                    <a:latin typeface="Calibri" panose="020F0502020204030204" pitchFamily="34" charset="0"/>
                    <a:cs typeface="Calibri" panose="020F0502020204030204" pitchFamily="34" charset="0"/>
                  </a:defRPr>
                </a:lvl8pPr>
                <a:lvl9pPr marL="4438650" defTabSz="393700" fontAlgn="base">
                  <a:spcBef>
                    <a:spcPct val="30000"/>
                  </a:spcBef>
                  <a:spcAft>
                    <a:spcPct val="0"/>
                  </a:spcAft>
                  <a:defRPr kumimoji="1" sz="1200">
                    <a:solidFill>
                      <a:schemeClr val="tx1"/>
                    </a:solidFill>
                    <a:latin typeface="Calibri" panose="020F0502020204030204" pitchFamily="34" charset="0"/>
                    <a:cs typeface="Calibri" panose="020F0502020204030204" pitchFamily="34" charset="0"/>
                  </a:defRPr>
                </a:lvl9pPr>
              </a:lstStyle>
              <a:p>
                <a:pPr algn="ctr" eaLnBrk="1" latinLnBrk="0" hangingPunct="1">
                  <a:spcBef>
                    <a:spcPts val="1600"/>
                  </a:spcBef>
                </a:pPr>
                <a:r>
                  <a:rPr lang="ko-KR" altLang="en-US" sz="3200" dirty="0">
                    <a:latin typeface="Noto Sans KR Medium" panose="020B0200000000000000" pitchFamily="50" charset="-127"/>
                    <a:ea typeface="Noto Sans KR Medium" panose="020B0200000000000000" pitchFamily="50" charset="-127"/>
                  </a:rPr>
                  <a:t>화남</a:t>
                </a:r>
                <a:endParaRPr lang="en-US" altLang="ko-KR" sz="3200" dirty="0">
                  <a:latin typeface="Noto Sans KR Medium" panose="020B0200000000000000" pitchFamily="50" charset="-127"/>
                  <a:ea typeface="Noto Sans KR Medium" panose="020B0200000000000000" pitchFamily="50" charset="-127"/>
                </a:endParaRPr>
              </a:p>
            </p:txBody>
          </p:sp>
        </p:grpSp>
        <p:sp>
          <p:nvSpPr>
            <p:cNvPr id="34" name="Rectangle 14">
              <a:extLst>
                <a:ext uri="{FF2B5EF4-FFF2-40B4-BE49-F238E27FC236}">
                  <a16:creationId xmlns:a16="http://schemas.microsoft.com/office/drawing/2014/main" id="{031D632E-77B4-20E2-FD04-78D1C66AD14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098247" y="2384272"/>
              <a:ext cx="1469634" cy="343484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 cmpd="sng">
                  <a:solidFill>
                    <a:srgbClr val="000000"/>
                  </a:solidFill>
                  <a:miter lim="800000"/>
                  <a:headEnd type="none" w="med" len="med"/>
                  <a:tailEnd type="none" w="med" len="med"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lIns="0" tIns="0" rIns="0" bIns="0"/>
            <a:lstStyle>
              <a:lvl1pPr defTabSz="393700">
                <a:defRPr kumimoji="1" sz="1200">
                  <a:solidFill>
                    <a:schemeClr val="tx1"/>
                  </a:solidFill>
                  <a:latin typeface="Calibri" panose="020F0502020204030204" pitchFamily="34" charset="0"/>
                  <a:cs typeface="Calibri" panose="020F0502020204030204" pitchFamily="34" charset="0"/>
                </a:defRPr>
              </a:lvl1pPr>
              <a:lvl2pPr marL="989013" defTabSz="393700">
                <a:defRPr kumimoji="1" sz="1200">
                  <a:solidFill>
                    <a:schemeClr val="tx1"/>
                  </a:solidFill>
                  <a:latin typeface="Calibri" panose="020F0502020204030204" pitchFamily="34" charset="0"/>
                  <a:cs typeface="Calibri" panose="020F0502020204030204" pitchFamily="34" charset="0"/>
                </a:defRPr>
              </a:lvl2pPr>
              <a:lvl3pPr marL="1528763" defTabSz="393700">
                <a:defRPr kumimoji="1" sz="1200">
                  <a:solidFill>
                    <a:schemeClr val="tx1"/>
                  </a:solidFill>
                  <a:latin typeface="Calibri" panose="020F0502020204030204" pitchFamily="34" charset="0"/>
                  <a:cs typeface="Calibri" panose="020F0502020204030204" pitchFamily="34" charset="0"/>
                </a:defRPr>
              </a:lvl3pPr>
              <a:lvl4pPr marL="2068513" defTabSz="393700">
                <a:defRPr kumimoji="1" sz="1200">
                  <a:solidFill>
                    <a:schemeClr val="tx1"/>
                  </a:solidFill>
                  <a:latin typeface="Calibri" panose="020F0502020204030204" pitchFamily="34" charset="0"/>
                  <a:cs typeface="Calibri" panose="020F0502020204030204" pitchFamily="34" charset="0"/>
                </a:defRPr>
              </a:lvl4pPr>
              <a:lvl5pPr marL="2609850" defTabSz="393700">
                <a:defRPr kumimoji="1" sz="1200">
                  <a:solidFill>
                    <a:schemeClr val="tx1"/>
                  </a:solidFill>
                  <a:latin typeface="Calibri" panose="020F0502020204030204" pitchFamily="34" charset="0"/>
                  <a:cs typeface="Calibri" panose="020F0502020204030204" pitchFamily="34" charset="0"/>
                </a:defRPr>
              </a:lvl5pPr>
              <a:lvl6pPr marL="3067050" defTabSz="393700" fontAlgn="base">
                <a:spcBef>
                  <a:spcPct val="30000"/>
                </a:spcBef>
                <a:spcAft>
                  <a:spcPct val="0"/>
                </a:spcAft>
                <a:defRPr kumimoji="1" sz="1200">
                  <a:solidFill>
                    <a:schemeClr val="tx1"/>
                  </a:solidFill>
                  <a:latin typeface="Calibri" panose="020F0502020204030204" pitchFamily="34" charset="0"/>
                  <a:cs typeface="Calibri" panose="020F0502020204030204" pitchFamily="34" charset="0"/>
                </a:defRPr>
              </a:lvl6pPr>
              <a:lvl7pPr marL="3524250" defTabSz="393700" fontAlgn="base">
                <a:spcBef>
                  <a:spcPct val="30000"/>
                </a:spcBef>
                <a:spcAft>
                  <a:spcPct val="0"/>
                </a:spcAft>
                <a:defRPr kumimoji="1" sz="1200">
                  <a:solidFill>
                    <a:schemeClr val="tx1"/>
                  </a:solidFill>
                  <a:latin typeface="Calibri" panose="020F0502020204030204" pitchFamily="34" charset="0"/>
                  <a:cs typeface="Calibri" panose="020F0502020204030204" pitchFamily="34" charset="0"/>
                </a:defRPr>
              </a:lvl7pPr>
              <a:lvl8pPr marL="3981450" defTabSz="393700" fontAlgn="base">
                <a:spcBef>
                  <a:spcPct val="30000"/>
                </a:spcBef>
                <a:spcAft>
                  <a:spcPct val="0"/>
                </a:spcAft>
                <a:defRPr kumimoji="1" sz="1200">
                  <a:solidFill>
                    <a:schemeClr val="tx1"/>
                  </a:solidFill>
                  <a:latin typeface="Calibri" panose="020F0502020204030204" pitchFamily="34" charset="0"/>
                  <a:cs typeface="Calibri" panose="020F0502020204030204" pitchFamily="34" charset="0"/>
                </a:defRPr>
              </a:lvl8pPr>
              <a:lvl9pPr marL="4438650" defTabSz="393700" fontAlgn="base">
                <a:spcBef>
                  <a:spcPct val="30000"/>
                </a:spcBef>
                <a:spcAft>
                  <a:spcPct val="0"/>
                </a:spcAft>
                <a:defRPr kumimoji="1" sz="1200">
                  <a:solidFill>
                    <a:schemeClr val="tx1"/>
                  </a:solidFill>
                  <a:latin typeface="Calibri" panose="020F0502020204030204" pitchFamily="34" charset="0"/>
                  <a:cs typeface="Calibri" panose="020F0502020204030204" pitchFamily="34" charset="0"/>
                </a:defRPr>
              </a:lvl9pPr>
            </a:lstStyle>
            <a:p>
              <a:pPr algn="ctr" eaLnBrk="1" latinLnBrk="0" hangingPunct="1">
                <a:spcBef>
                  <a:spcPts val="1600"/>
                </a:spcBef>
              </a:pPr>
              <a:r>
                <a:rPr lang="ko-KR" altLang="en-US" sz="2800" dirty="0">
                  <a:latin typeface="Noto Sans KR Medium" panose="020B0200000000000000" pitchFamily="50" charset="-127"/>
                  <a:ea typeface="Noto Sans KR Medium" panose="020B0200000000000000" pitchFamily="50" charset="-127"/>
                </a:rPr>
                <a:t>색 계열</a:t>
              </a:r>
              <a:endParaRPr lang="en-US" altLang="ko-KR" sz="2800" dirty="0">
                <a:latin typeface="Noto Sans KR Medium" panose="020B0200000000000000" pitchFamily="50" charset="-127"/>
                <a:ea typeface="Noto Sans KR Medium" panose="020B0200000000000000" pitchFamily="50" charset="-127"/>
              </a:endParaRPr>
            </a:p>
          </p:txBody>
        </p:sp>
      </p:grpSp>
      <p:grpSp>
        <p:nvGrpSpPr>
          <p:cNvPr id="38" name="그룹 37">
            <a:extLst>
              <a:ext uri="{FF2B5EF4-FFF2-40B4-BE49-F238E27FC236}">
                <a16:creationId xmlns:a16="http://schemas.microsoft.com/office/drawing/2014/main" id="{40975A71-5F48-9766-2C40-3ECE45D58D70}"/>
              </a:ext>
            </a:extLst>
          </p:cNvPr>
          <p:cNvGrpSpPr/>
          <p:nvPr/>
        </p:nvGrpSpPr>
        <p:grpSpPr>
          <a:xfrm>
            <a:off x="1221213" y="4113362"/>
            <a:ext cx="4346668" cy="637212"/>
            <a:chOff x="1221213" y="2242860"/>
            <a:chExt cx="4346668" cy="637212"/>
          </a:xfrm>
        </p:grpSpPr>
        <p:cxnSp>
          <p:nvCxnSpPr>
            <p:cNvPr id="39" name="직선 연결선 38">
              <a:extLst>
                <a:ext uri="{FF2B5EF4-FFF2-40B4-BE49-F238E27FC236}">
                  <a16:creationId xmlns:a16="http://schemas.microsoft.com/office/drawing/2014/main" id="{A46398CD-2D85-B103-8FF9-A3E64459FAC5}"/>
                </a:ext>
              </a:extLst>
            </p:cNvPr>
            <p:cNvCxnSpPr>
              <a:cxnSpLocks/>
            </p:cNvCxnSpPr>
            <p:nvPr/>
          </p:nvCxnSpPr>
          <p:spPr>
            <a:xfrm>
              <a:off x="2710670" y="2845251"/>
              <a:ext cx="1580673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grpSp>
          <p:nvGrpSpPr>
            <p:cNvPr id="40" name="그룹 39">
              <a:extLst>
                <a:ext uri="{FF2B5EF4-FFF2-40B4-BE49-F238E27FC236}">
                  <a16:creationId xmlns:a16="http://schemas.microsoft.com/office/drawing/2014/main" id="{A46751E8-0D26-CD6C-FEC2-870AB088A835}"/>
                </a:ext>
              </a:extLst>
            </p:cNvPr>
            <p:cNvGrpSpPr/>
            <p:nvPr/>
          </p:nvGrpSpPr>
          <p:grpSpPr>
            <a:xfrm>
              <a:off x="1221213" y="2242860"/>
              <a:ext cx="1232275" cy="637212"/>
              <a:chOff x="1221213" y="2242860"/>
              <a:chExt cx="1232275" cy="637212"/>
            </a:xfrm>
          </p:grpSpPr>
          <p:sp>
            <p:nvSpPr>
              <p:cNvPr id="42" name="사각형: 잘린 대각선 방향 모서리 41">
                <a:extLst>
                  <a:ext uri="{FF2B5EF4-FFF2-40B4-BE49-F238E27FC236}">
                    <a16:creationId xmlns:a16="http://schemas.microsoft.com/office/drawing/2014/main" id="{A5F72A79-7289-5723-B68C-05582F05F328}"/>
                  </a:ext>
                </a:extLst>
              </p:cNvPr>
              <p:cNvSpPr/>
              <p:nvPr/>
            </p:nvSpPr>
            <p:spPr>
              <a:xfrm>
                <a:off x="1221213" y="2242860"/>
                <a:ext cx="1232275" cy="637212"/>
              </a:xfrm>
              <a:prstGeom prst="snip2DiagRect">
                <a:avLst/>
              </a:prstGeom>
              <a:solidFill>
                <a:srgbClr val="FFD966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43" name="Rectangle 14">
                <a:extLst>
                  <a:ext uri="{FF2B5EF4-FFF2-40B4-BE49-F238E27FC236}">
                    <a16:creationId xmlns:a16="http://schemas.microsoft.com/office/drawing/2014/main" id="{28AAA682-ECD2-7F7B-013F-F75FE7E7106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445991" y="2362921"/>
                <a:ext cx="753351" cy="343484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 cmpd="sng">
                    <a:solidFill>
                      <a:srgbClr val="000000"/>
                    </a:solidFill>
                    <a:miter lim="800000"/>
                    <a:headEnd type="none" w="med" len="med"/>
                    <a:tailEnd type="none" w="med" len="med"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lIns="0" tIns="0" rIns="0" bIns="0"/>
              <a:lstStyle>
                <a:lvl1pPr defTabSz="393700">
                  <a:defRPr kumimoji="1" sz="1200">
                    <a:solidFill>
                      <a:schemeClr val="tx1"/>
                    </a:solidFill>
                    <a:latin typeface="Calibri" panose="020F0502020204030204" pitchFamily="34" charset="0"/>
                    <a:cs typeface="Calibri" panose="020F0502020204030204" pitchFamily="34" charset="0"/>
                  </a:defRPr>
                </a:lvl1pPr>
                <a:lvl2pPr marL="989013" defTabSz="393700">
                  <a:defRPr kumimoji="1" sz="1200">
                    <a:solidFill>
                      <a:schemeClr val="tx1"/>
                    </a:solidFill>
                    <a:latin typeface="Calibri" panose="020F0502020204030204" pitchFamily="34" charset="0"/>
                    <a:cs typeface="Calibri" panose="020F0502020204030204" pitchFamily="34" charset="0"/>
                  </a:defRPr>
                </a:lvl2pPr>
                <a:lvl3pPr marL="1528763" defTabSz="393700">
                  <a:defRPr kumimoji="1" sz="1200">
                    <a:solidFill>
                      <a:schemeClr val="tx1"/>
                    </a:solidFill>
                    <a:latin typeface="Calibri" panose="020F0502020204030204" pitchFamily="34" charset="0"/>
                    <a:cs typeface="Calibri" panose="020F0502020204030204" pitchFamily="34" charset="0"/>
                  </a:defRPr>
                </a:lvl3pPr>
                <a:lvl4pPr marL="2068513" defTabSz="393700">
                  <a:defRPr kumimoji="1" sz="1200">
                    <a:solidFill>
                      <a:schemeClr val="tx1"/>
                    </a:solidFill>
                    <a:latin typeface="Calibri" panose="020F0502020204030204" pitchFamily="34" charset="0"/>
                    <a:cs typeface="Calibri" panose="020F0502020204030204" pitchFamily="34" charset="0"/>
                  </a:defRPr>
                </a:lvl4pPr>
                <a:lvl5pPr marL="2609850" defTabSz="393700">
                  <a:defRPr kumimoji="1" sz="1200">
                    <a:solidFill>
                      <a:schemeClr val="tx1"/>
                    </a:solidFill>
                    <a:latin typeface="Calibri" panose="020F0502020204030204" pitchFamily="34" charset="0"/>
                    <a:cs typeface="Calibri" panose="020F0502020204030204" pitchFamily="34" charset="0"/>
                  </a:defRPr>
                </a:lvl5pPr>
                <a:lvl6pPr marL="3067050" defTabSz="393700" fontAlgn="base">
                  <a:spcBef>
                    <a:spcPct val="30000"/>
                  </a:spcBef>
                  <a:spcAft>
                    <a:spcPct val="0"/>
                  </a:spcAft>
                  <a:defRPr kumimoji="1" sz="1200">
                    <a:solidFill>
                      <a:schemeClr val="tx1"/>
                    </a:solidFill>
                    <a:latin typeface="Calibri" panose="020F0502020204030204" pitchFamily="34" charset="0"/>
                    <a:cs typeface="Calibri" panose="020F0502020204030204" pitchFamily="34" charset="0"/>
                  </a:defRPr>
                </a:lvl6pPr>
                <a:lvl7pPr marL="3524250" defTabSz="393700" fontAlgn="base">
                  <a:spcBef>
                    <a:spcPct val="30000"/>
                  </a:spcBef>
                  <a:spcAft>
                    <a:spcPct val="0"/>
                  </a:spcAft>
                  <a:defRPr kumimoji="1" sz="1200">
                    <a:solidFill>
                      <a:schemeClr val="tx1"/>
                    </a:solidFill>
                    <a:latin typeface="Calibri" panose="020F0502020204030204" pitchFamily="34" charset="0"/>
                    <a:cs typeface="Calibri" panose="020F0502020204030204" pitchFamily="34" charset="0"/>
                  </a:defRPr>
                </a:lvl7pPr>
                <a:lvl8pPr marL="3981450" defTabSz="393700" fontAlgn="base">
                  <a:spcBef>
                    <a:spcPct val="30000"/>
                  </a:spcBef>
                  <a:spcAft>
                    <a:spcPct val="0"/>
                  </a:spcAft>
                  <a:defRPr kumimoji="1" sz="1200">
                    <a:solidFill>
                      <a:schemeClr val="tx1"/>
                    </a:solidFill>
                    <a:latin typeface="Calibri" panose="020F0502020204030204" pitchFamily="34" charset="0"/>
                    <a:cs typeface="Calibri" panose="020F0502020204030204" pitchFamily="34" charset="0"/>
                  </a:defRPr>
                </a:lvl8pPr>
                <a:lvl9pPr marL="4438650" defTabSz="393700" fontAlgn="base">
                  <a:spcBef>
                    <a:spcPct val="30000"/>
                  </a:spcBef>
                  <a:spcAft>
                    <a:spcPct val="0"/>
                  </a:spcAft>
                  <a:defRPr kumimoji="1" sz="1200">
                    <a:solidFill>
                      <a:schemeClr val="tx1"/>
                    </a:solidFill>
                    <a:latin typeface="Calibri" panose="020F0502020204030204" pitchFamily="34" charset="0"/>
                    <a:cs typeface="Calibri" panose="020F0502020204030204" pitchFamily="34" charset="0"/>
                  </a:defRPr>
                </a:lvl9pPr>
              </a:lstStyle>
              <a:p>
                <a:pPr algn="ctr" eaLnBrk="1" latinLnBrk="0" hangingPunct="1">
                  <a:spcBef>
                    <a:spcPts val="1600"/>
                  </a:spcBef>
                </a:pPr>
                <a:r>
                  <a:rPr lang="ko-KR" altLang="en-US" sz="3200" dirty="0">
                    <a:latin typeface="Noto Sans KR Medium" panose="020B0200000000000000" pitchFamily="50" charset="-127"/>
                    <a:ea typeface="Noto Sans KR Medium" panose="020B0200000000000000" pitchFamily="50" charset="-127"/>
                  </a:rPr>
                  <a:t>설렘</a:t>
                </a:r>
                <a:endParaRPr lang="en-US" altLang="ko-KR" sz="3200" dirty="0">
                  <a:latin typeface="Noto Sans KR Medium" panose="020B0200000000000000" pitchFamily="50" charset="-127"/>
                  <a:ea typeface="Noto Sans KR Medium" panose="020B0200000000000000" pitchFamily="50" charset="-127"/>
                </a:endParaRPr>
              </a:p>
            </p:txBody>
          </p:sp>
        </p:grpSp>
        <p:sp>
          <p:nvSpPr>
            <p:cNvPr id="41" name="Rectangle 14">
              <a:extLst>
                <a:ext uri="{FF2B5EF4-FFF2-40B4-BE49-F238E27FC236}">
                  <a16:creationId xmlns:a16="http://schemas.microsoft.com/office/drawing/2014/main" id="{E1C1A66D-5BDC-74A9-F90E-79263992086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098247" y="2384272"/>
              <a:ext cx="1469634" cy="343484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 cmpd="sng">
                  <a:solidFill>
                    <a:srgbClr val="000000"/>
                  </a:solidFill>
                  <a:miter lim="800000"/>
                  <a:headEnd type="none" w="med" len="med"/>
                  <a:tailEnd type="none" w="med" len="med"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lIns="0" tIns="0" rIns="0" bIns="0"/>
            <a:lstStyle>
              <a:lvl1pPr defTabSz="393700">
                <a:defRPr kumimoji="1" sz="1200">
                  <a:solidFill>
                    <a:schemeClr val="tx1"/>
                  </a:solidFill>
                  <a:latin typeface="Calibri" panose="020F0502020204030204" pitchFamily="34" charset="0"/>
                  <a:cs typeface="Calibri" panose="020F0502020204030204" pitchFamily="34" charset="0"/>
                </a:defRPr>
              </a:lvl1pPr>
              <a:lvl2pPr marL="989013" defTabSz="393700">
                <a:defRPr kumimoji="1" sz="1200">
                  <a:solidFill>
                    <a:schemeClr val="tx1"/>
                  </a:solidFill>
                  <a:latin typeface="Calibri" panose="020F0502020204030204" pitchFamily="34" charset="0"/>
                  <a:cs typeface="Calibri" panose="020F0502020204030204" pitchFamily="34" charset="0"/>
                </a:defRPr>
              </a:lvl2pPr>
              <a:lvl3pPr marL="1528763" defTabSz="393700">
                <a:defRPr kumimoji="1" sz="1200">
                  <a:solidFill>
                    <a:schemeClr val="tx1"/>
                  </a:solidFill>
                  <a:latin typeface="Calibri" panose="020F0502020204030204" pitchFamily="34" charset="0"/>
                  <a:cs typeface="Calibri" panose="020F0502020204030204" pitchFamily="34" charset="0"/>
                </a:defRPr>
              </a:lvl3pPr>
              <a:lvl4pPr marL="2068513" defTabSz="393700">
                <a:defRPr kumimoji="1" sz="1200">
                  <a:solidFill>
                    <a:schemeClr val="tx1"/>
                  </a:solidFill>
                  <a:latin typeface="Calibri" panose="020F0502020204030204" pitchFamily="34" charset="0"/>
                  <a:cs typeface="Calibri" panose="020F0502020204030204" pitchFamily="34" charset="0"/>
                </a:defRPr>
              </a:lvl4pPr>
              <a:lvl5pPr marL="2609850" defTabSz="393700">
                <a:defRPr kumimoji="1" sz="1200">
                  <a:solidFill>
                    <a:schemeClr val="tx1"/>
                  </a:solidFill>
                  <a:latin typeface="Calibri" panose="020F0502020204030204" pitchFamily="34" charset="0"/>
                  <a:cs typeface="Calibri" panose="020F0502020204030204" pitchFamily="34" charset="0"/>
                </a:defRPr>
              </a:lvl5pPr>
              <a:lvl6pPr marL="3067050" defTabSz="393700" fontAlgn="base">
                <a:spcBef>
                  <a:spcPct val="30000"/>
                </a:spcBef>
                <a:spcAft>
                  <a:spcPct val="0"/>
                </a:spcAft>
                <a:defRPr kumimoji="1" sz="1200">
                  <a:solidFill>
                    <a:schemeClr val="tx1"/>
                  </a:solidFill>
                  <a:latin typeface="Calibri" panose="020F0502020204030204" pitchFamily="34" charset="0"/>
                  <a:cs typeface="Calibri" panose="020F0502020204030204" pitchFamily="34" charset="0"/>
                </a:defRPr>
              </a:lvl6pPr>
              <a:lvl7pPr marL="3524250" defTabSz="393700" fontAlgn="base">
                <a:spcBef>
                  <a:spcPct val="30000"/>
                </a:spcBef>
                <a:spcAft>
                  <a:spcPct val="0"/>
                </a:spcAft>
                <a:defRPr kumimoji="1" sz="1200">
                  <a:solidFill>
                    <a:schemeClr val="tx1"/>
                  </a:solidFill>
                  <a:latin typeface="Calibri" panose="020F0502020204030204" pitchFamily="34" charset="0"/>
                  <a:cs typeface="Calibri" panose="020F0502020204030204" pitchFamily="34" charset="0"/>
                </a:defRPr>
              </a:lvl7pPr>
              <a:lvl8pPr marL="3981450" defTabSz="393700" fontAlgn="base">
                <a:spcBef>
                  <a:spcPct val="30000"/>
                </a:spcBef>
                <a:spcAft>
                  <a:spcPct val="0"/>
                </a:spcAft>
                <a:defRPr kumimoji="1" sz="1200">
                  <a:solidFill>
                    <a:schemeClr val="tx1"/>
                  </a:solidFill>
                  <a:latin typeface="Calibri" panose="020F0502020204030204" pitchFamily="34" charset="0"/>
                  <a:cs typeface="Calibri" panose="020F0502020204030204" pitchFamily="34" charset="0"/>
                </a:defRPr>
              </a:lvl8pPr>
              <a:lvl9pPr marL="4438650" defTabSz="393700" fontAlgn="base">
                <a:spcBef>
                  <a:spcPct val="30000"/>
                </a:spcBef>
                <a:spcAft>
                  <a:spcPct val="0"/>
                </a:spcAft>
                <a:defRPr kumimoji="1" sz="1200">
                  <a:solidFill>
                    <a:schemeClr val="tx1"/>
                  </a:solidFill>
                  <a:latin typeface="Calibri" panose="020F0502020204030204" pitchFamily="34" charset="0"/>
                  <a:cs typeface="Calibri" panose="020F0502020204030204" pitchFamily="34" charset="0"/>
                </a:defRPr>
              </a:lvl9pPr>
            </a:lstStyle>
            <a:p>
              <a:pPr algn="ctr" eaLnBrk="1" latinLnBrk="0" hangingPunct="1">
                <a:spcBef>
                  <a:spcPts val="1600"/>
                </a:spcBef>
              </a:pPr>
              <a:r>
                <a:rPr lang="ko-KR" altLang="en-US" sz="2800" dirty="0">
                  <a:latin typeface="Noto Sans KR Medium" panose="020B0200000000000000" pitchFamily="50" charset="-127"/>
                  <a:ea typeface="Noto Sans KR Medium" panose="020B0200000000000000" pitchFamily="50" charset="-127"/>
                </a:rPr>
                <a:t>색 계열</a:t>
              </a:r>
              <a:endParaRPr lang="en-US" altLang="ko-KR" sz="2800" dirty="0">
                <a:latin typeface="Noto Sans KR Medium" panose="020B0200000000000000" pitchFamily="50" charset="-127"/>
                <a:ea typeface="Noto Sans KR Medium" panose="020B0200000000000000" pitchFamily="50" charset="-127"/>
              </a:endParaRPr>
            </a:p>
          </p:txBody>
        </p:sp>
      </p:grpSp>
      <p:grpSp>
        <p:nvGrpSpPr>
          <p:cNvPr id="44" name="그룹 43">
            <a:extLst>
              <a:ext uri="{FF2B5EF4-FFF2-40B4-BE49-F238E27FC236}">
                <a16:creationId xmlns:a16="http://schemas.microsoft.com/office/drawing/2014/main" id="{57E8EE19-E6C7-FA31-2E25-6B1418FA955F}"/>
              </a:ext>
            </a:extLst>
          </p:cNvPr>
          <p:cNvGrpSpPr/>
          <p:nvPr/>
        </p:nvGrpSpPr>
        <p:grpSpPr>
          <a:xfrm>
            <a:off x="1221213" y="5084487"/>
            <a:ext cx="4346668" cy="637212"/>
            <a:chOff x="1221213" y="2242860"/>
            <a:chExt cx="4346668" cy="637212"/>
          </a:xfrm>
        </p:grpSpPr>
        <p:cxnSp>
          <p:nvCxnSpPr>
            <p:cNvPr id="45" name="직선 연결선 44">
              <a:extLst>
                <a:ext uri="{FF2B5EF4-FFF2-40B4-BE49-F238E27FC236}">
                  <a16:creationId xmlns:a16="http://schemas.microsoft.com/office/drawing/2014/main" id="{B6575251-63A9-F2AF-A906-9DE324D823F4}"/>
                </a:ext>
              </a:extLst>
            </p:cNvPr>
            <p:cNvCxnSpPr>
              <a:cxnSpLocks/>
            </p:cNvCxnSpPr>
            <p:nvPr/>
          </p:nvCxnSpPr>
          <p:spPr>
            <a:xfrm>
              <a:off x="2710670" y="2845251"/>
              <a:ext cx="1580673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grpSp>
          <p:nvGrpSpPr>
            <p:cNvPr id="46" name="그룹 45">
              <a:extLst>
                <a:ext uri="{FF2B5EF4-FFF2-40B4-BE49-F238E27FC236}">
                  <a16:creationId xmlns:a16="http://schemas.microsoft.com/office/drawing/2014/main" id="{41CC3F12-EED8-B39D-99D5-4C03CD4FDE3B}"/>
                </a:ext>
              </a:extLst>
            </p:cNvPr>
            <p:cNvGrpSpPr/>
            <p:nvPr/>
          </p:nvGrpSpPr>
          <p:grpSpPr>
            <a:xfrm>
              <a:off x="1221213" y="2242860"/>
              <a:ext cx="1232275" cy="637212"/>
              <a:chOff x="1221213" y="2242860"/>
              <a:chExt cx="1232275" cy="637212"/>
            </a:xfrm>
          </p:grpSpPr>
          <p:sp>
            <p:nvSpPr>
              <p:cNvPr id="48" name="사각형: 잘린 대각선 방향 모서리 47">
                <a:extLst>
                  <a:ext uri="{FF2B5EF4-FFF2-40B4-BE49-F238E27FC236}">
                    <a16:creationId xmlns:a16="http://schemas.microsoft.com/office/drawing/2014/main" id="{6588D1BB-2A20-33A5-5581-85C554683783}"/>
                  </a:ext>
                </a:extLst>
              </p:cNvPr>
              <p:cNvSpPr/>
              <p:nvPr/>
            </p:nvSpPr>
            <p:spPr>
              <a:xfrm>
                <a:off x="1221213" y="2242860"/>
                <a:ext cx="1232275" cy="637212"/>
              </a:xfrm>
              <a:prstGeom prst="snip2DiagRect">
                <a:avLst/>
              </a:prstGeom>
              <a:solidFill>
                <a:srgbClr val="FFD966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49" name="Rectangle 14">
                <a:extLst>
                  <a:ext uri="{FF2B5EF4-FFF2-40B4-BE49-F238E27FC236}">
                    <a16:creationId xmlns:a16="http://schemas.microsoft.com/office/drawing/2014/main" id="{7C877D25-4C3D-9F9F-C3D3-D1B8FAC6332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325630" y="2362921"/>
                <a:ext cx="1007497" cy="343484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 cmpd="sng">
                    <a:solidFill>
                      <a:srgbClr val="000000"/>
                    </a:solidFill>
                    <a:miter lim="800000"/>
                    <a:headEnd type="none" w="med" len="med"/>
                    <a:tailEnd type="none" w="med" len="med"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lIns="0" tIns="0" rIns="0" bIns="0"/>
              <a:lstStyle>
                <a:lvl1pPr defTabSz="393700">
                  <a:defRPr kumimoji="1" sz="1200">
                    <a:solidFill>
                      <a:schemeClr val="tx1"/>
                    </a:solidFill>
                    <a:latin typeface="Calibri" panose="020F0502020204030204" pitchFamily="34" charset="0"/>
                    <a:cs typeface="Calibri" panose="020F0502020204030204" pitchFamily="34" charset="0"/>
                  </a:defRPr>
                </a:lvl1pPr>
                <a:lvl2pPr marL="989013" defTabSz="393700">
                  <a:defRPr kumimoji="1" sz="1200">
                    <a:solidFill>
                      <a:schemeClr val="tx1"/>
                    </a:solidFill>
                    <a:latin typeface="Calibri" panose="020F0502020204030204" pitchFamily="34" charset="0"/>
                    <a:cs typeface="Calibri" panose="020F0502020204030204" pitchFamily="34" charset="0"/>
                  </a:defRPr>
                </a:lvl2pPr>
                <a:lvl3pPr marL="1528763" defTabSz="393700">
                  <a:defRPr kumimoji="1" sz="1200">
                    <a:solidFill>
                      <a:schemeClr val="tx1"/>
                    </a:solidFill>
                    <a:latin typeface="Calibri" panose="020F0502020204030204" pitchFamily="34" charset="0"/>
                    <a:cs typeface="Calibri" panose="020F0502020204030204" pitchFamily="34" charset="0"/>
                  </a:defRPr>
                </a:lvl3pPr>
                <a:lvl4pPr marL="2068513" defTabSz="393700">
                  <a:defRPr kumimoji="1" sz="1200">
                    <a:solidFill>
                      <a:schemeClr val="tx1"/>
                    </a:solidFill>
                    <a:latin typeface="Calibri" panose="020F0502020204030204" pitchFamily="34" charset="0"/>
                    <a:cs typeface="Calibri" panose="020F0502020204030204" pitchFamily="34" charset="0"/>
                  </a:defRPr>
                </a:lvl4pPr>
                <a:lvl5pPr marL="2609850" defTabSz="393700">
                  <a:defRPr kumimoji="1" sz="1200">
                    <a:solidFill>
                      <a:schemeClr val="tx1"/>
                    </a:solidFill>
                    <a:latin typeface="Calibri" panose="020F0502020204030204" pitchFamily="34" charset="0"/>
                    <a:cs typeface="Calibri" panose="020F0502020204030204" pitchFamily="34" charset="0"/>
                  </a:defRPr>
                </a:lvl5pPr>
                <a:lvl6pPr marL="3067050" defTabSz="393700" fontAlgn="base">
                  <a:spcBef>
                    <a:spcPct val="30000"/>
                  </a:spcBef>
                  <a:spcAft>
                    <a:spcPct val="0"/>
                  </a:spcAft>
                  <a:defRPr kumimoji="1" sz="1200">
                    <a:solidFill>
                      <a:schemeClr val="tx1"/>
                    </a:solidFill>
                    <a:latin typeface="Calibri" panose="020F0502020204030204" pitchFamily="34" charset="0"/>
                    <a:cs typeface="Calibri" panose="020F0502020204030204" pitchFamily="34" charset="0"/>
                  </a:defRPr>
                </a:lvl6pPr>
                <a:lvl7pPr marL="3524250" defTabSz="393700" fontAlgn="base">
                  <a:spcBef>
                    <a:spcPct val="30000"/>
                  </a:spcBef>
                  <a:spcAft>
                    <a:spcPct val="0"/>
                  </a:spcAft>
                  <a:defRPr kumimoji="1" sz="1200">
                    <a:solidFill>
                      <a:schemeClr val="tx1"/>
                    </a:solidFill>
                    <a:latin typeface="Calibri" panose="020F0502020204030204" pitchFamily="34" charset="0"/>
                    <a:cs typeface="Calibri" panose="020F0502020204030204" pitchFamily="34" charset="0"/>
                  </a:defRPr>
                </a:lvl7pPr>
                <a:lvl8pPr marL="3981450" defTabSz="393700" fontAlgn="base">
                  <a:spcBef>
                    <a:spcPct val="30000"/>
                  </a:spcBef>
                  <a:spcAft>
                    <a:spcPct val="0"/>
                  </a:spcAft>
                  <a:defRPr kumimoji="1" sz="1200">
                    <a:solidFill>
                      <a:schemeClr val="tx1"/>
                    </a:solidFill>
                    <a:latin typeface="Calibri" panose="020F0502020204030204" pitchFamily="34" charset="0"/>
                    <a:cs typeface="Calibri" panose="020F0502020204030204" pitchFamily="34" charset="0"/>
                  </a:defRPr>
                </a:lvl8pPr>
                <a:lvl9pPr marL="4438650" defTabSz="393700" fontAlgn="base">
                  <a:spcBef>
                    <a:spcPct val="30000"/>
                  </a:spcBef>
                  <a:spcAft>
                    <a:spcPct val="0"/>
                  </a:spcAft>
                  <a:defRPr kumimoji="1" sz="1200">
                    <a:solidFill>
                      <a:schemeClr val="tx1"/>
                    </a:solidFill>
                    <a:latin typeface="Calibri" panose="020F0502020204030204" pitchFamily="34" charset="0"/>
                    <a:cs typeface="Calibri" panose="020F0502020204030204" pitchFamily="34" charset="0"/>
                  </a:defRPr>
                </a:lvl9pPr>
              </a:lstStyle>
              <a:p>
                <a:pPr algn="ctr" eaLnBrk="1" latinLnBrk="0" hangingPunct="1">
                  <a:spcBef>
                    <a:spcPts val="1600"/>
                  </a:spcBef>
                </a:pPr>
                <a:r>
                  <a:rPr lang="ko-KR" altLang="en-US" sz="2800" dirty="0">
                    <a:latin typeface="Noto Sans KR Medium" panose="020B0200000000000000" pitchFamily="50" charset="-127"/>
                    <a:ea typeface="Noto Sans KR Medium" panose="020B0200000000000000" pitchFamily="50" charset="-127"/>
                  </a:rPr>
                  <a:t>외로움</a:t>
                </a:r>
                <a:endParaRPr lang="en-US" altLang="ko-KR" sz="2800" dirty="0">
                  <a:latin typeface="Noto Sans KR Medium" panose="020B0200000000000000" pitchFamily="50" charset="-127"/>
                  <a:ea typeface="Noto Sans KR Medium" panose="020B0200000000000000" pitchFamily="50" charset="-127"/>
                </a:endParaRPr>
              </a:p>
            </p:txBody>
          </p:sp>
        </p:grpSp>
        <p:sp>
          <p:nvSpPr>
            <p:cNvPr id="47" name="Rectangle 14">
              <a:extLst>
                <a:ext uri="{FF2B5EF4-FFF2-40B4-BE49-F238E27FC236}">
                  <a16:creationId xmlns:a16="http://schemas.microsoft.com/office/drawing/2014/main" id="{B7F89C32-4AA7-009E-1017-E2F1879C5DB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098247" y="2384272"/>
              <a:ext cx="1469634" cy="343484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 cmpd="sng">
                  <a:solidFill>
                    <a:srgbClr val="000000"/>
                  </a:solidFill>
                  <a:miter lim="800000"/>
                  <a:headEnd type="none" w="med" len="med"/>
                  <a:tailEnd type="none" w="med" len="med"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lIns="0" tIns="0" rIns="0" bIns="0"/>
            <a:lstStyle>
              <a:lvl1pPr defTabSz="393700">
                <a:defRPr kumimoji="1" sz="1200">
                  <a:solidFill>
                    <a:schemeClr val="tx1"/>
                  </a:solidFill>
                  <a:latin typeface="Calibri" panose="020F0502020204030204" pitchFamily="34" charset="0"/>
                  <a:cs typeface="Calibri" panose="020F0502020204030204" pitchFamily="34" charset="0"/>
                </a:defRPr>
              </a:lvl1pPr>
              <a:lvl2pPr marL="989013" defTabSz="393700">
                <a:defRPr kumimoji="1" sz="1200">
                  <a:solidFill>
                    <a:schemeClr val="tx1"/>
                  </a:solidFill>
                  <a:latin typeface="Calibri" panose="020F0502020204030204" pitchFamily="34" charset="0"/>
                  <a:cs typeface="Calibri" panose="020F0502020204030204" pitchFamily="34" charset="0"/>
                </a:defRPr>
              </a:lvl2pPr>
              <a:lvl3pPr marL="1528763" defTabSz="393700">
                <a:defRPr kumimoji="1" sz="1200">
                  <a:solidFill>
                    <a:schemeClr val="tx1"/>
                  </a:solidFill>
                  <a:latin typeface="Calibri" panose="020F0502020204030204" pitchFamily="34" charset="0"/>
                  <a:cs typeface="Calibri" panose="020F0502020204030204" pitchFamily="34" charset="0"/>
                </a:defRPr>
              </a:lvl3pPr>
              <a:lvl4pPr marL="2068513" defTabSz="393700">
                <a:defRPr kumimoji="1" sz="1200">
                  <a:solidFill>
                    <a:schemeClr val="tx1"/>
                  </a:solidFill>
                  <a:latin typeface="Calibri" panose="020F0502020204030204" pitchFamily="34" charset="0"/>
                  <a:cs typeface="Calibri" panose="020F0502020204030204" pitchFamily="34" charset="0"/>
                </a:defRPr>
              </a:lvl4pPr>
              <a:lvl5pPr marL="2609850" defTabSz="393700">
                <a:defRPr kumimoji="1" sz="1200">
                  <a:solidFill>
                    <a:schemeClr val="tx1"/>
                  </a:solidFill>
                  <a:latin typeface="Calibri" panose="020F0502020204030204" pitchFamily="34" charset="0"/>
                  <a:cs typeface="Calibri" panose="020F0502020204030204" pitchFamily="34" charset="0"/>
                </a:defRPr>
              </a:lvl5pPr>
              <a:lvl6pPr marL="3067050" defTabSz="393700" fontAlgn="base">
                <a:spcBef>
                  <a:spcPct val="30000"/>
                </a:spcBef>
                <a:spcAft>
                  <a:spcPct val="0"/>
                </a:spcAft>
                <a:defRPr kumimoji="1" sz="1200">
                  <a:solidFill>
                    <a:schemeClr val="tx1"/>
                  </a:solidFill>
                  <a:latin typeface="Calibri" panose="020F0502020204030204" pitchFamily="34" charset="0"/>
                  <a:cs typeface="Calibri" panose="020F0502020204030204" pitchFamily="34" charset="0"/>
                </a:defRPr>
              </a:lvl6pPr>
              <a:lvl7pPr marL="3524250" defTabSz="393700" fontAlgn="base">
                <a:spcBef>
                  <a:spcPct val="30000"/>
                </a:spcBef>
                <a:spcAft>
                  <a:spcPct val="0"/>
                </a:spcAft>
                <a:defRPr kumimoji="1" sz="1200">
                  <a:solidFill>
                    <a:schemeClr val="tx1"/>
                  </a:solidFill>
                  <a:latin typeface="Calibri" panose="020F0502020204030204" pitchFamily="34" charset="0"/>
                  <a:cs typeface="Calibri" panose="020F0502020204030204" pitchFamily="34" charset="0"/>
                </a:defRPr>
              </a:lvl7pPr>
              <a:lvl8pPr marL="3981450" defTabSz="393700" fontAlgn="base">
                <a:spcBef>
                  <a:spcPct val="30000"/>
                </a:spcBef>
                <a:spcAft>
                  <a:spcPct val="0"/>
                </a:spcAft>
                <a:defRPr kumimoji="1" sz="1200">
                  <a:solidFill>
                    <a:schemeClr val="tx1"/>
                  </a:solidFill>
                  <a:latin typeface="Calibri" panose="020F0502020204030204" pitchFamily="34" charset="0"/>
                  <a:cs typeface="Calibri" panose="020F0502020204030204" pitchFamily="34" charset="0"/>
                </a:defRPr>
              </a:lvl8pPr>
              <a:lvl9pPr marL="4438650" defTabSz="393700" fontAlgn="base">
                <a:spcBef>
                  <a:spcPct val="30000"/>
                </a:spcBef>
                <a:spcAft>
                  <a:spcPct val="0"/>
                </a:spcAft>
                <a:defRPr kumimoji="1" sz="1200">
                  <a:solidFill>
                    <a:schemeClr val="tx1"/>
                  </a:solidFill>
                  <a:latin typeface="Calibri" panose="020F0502020204030204" pitchFamily="34" charset="0"/>
                  <a:cs typeface="Calibri" panose="020F0502020204030204" pitchFamily="34" charset="0"/>
                </a:defRPr>
              </a:lvl9pPr>
            </a:lstStyle>
            <a:p>
              <a:pPr algn="ctr" eaLnBrk="1" latinLnBrk="0" hangingPunct="1">
                <a:spcBef>
                  <a:spcPts val="1600"/>
                </a:spcBef>
              </a:pPr>
              <a:r>
                <a:rPr lang="ko-KR" altLang="en-US" sz="2800" dirty="0">
                  <a:latin typeface="Noto Sans KR Medium" panose="020B0200000000000000" pitchFamily="50" charset="-127"/>
                  <a:ea typeface="Noto Sans KR Medium" panose="020B0200000000000000" pitchFamily="50" charset="-127"/>
                </a:rPr>
                <a:t>색 계열</a:t>
              </a:r>
              <a:endParaRPr lang="en-US" altLang="ko-KR" sz="2800" dirty="0">
                <a:latin typeface="Noto Sans KR Medium" panose="020B0200000000000000" pitchFamily="50" charset="-127"/>
                <a:ea typeface="Noto Sans KR Medium" panose="020B0200000000000000" pitchFamily="50" charset="-127"/>
              </a:endParaRPr>
            </a:p>
          </p:txBody>
        </p:sp>
      </p:grpSp>
      <p:grpSp>
        <p:nvGrpSpPr>
          <p:cNvPr id="50" name="그룹 49">
            <a:extLst>
              <a:ext uri="{FF2B5EF4-FFF2-40B4-BE49-F238E27FC236}">
                <a16:creationId xmlns:a16="http://schemas.microsoft.com/office/drawing/2014/main" id="{DE55694E-D0CA-9306-0683-14C0A7C827AD}"/>
              </a:ext>
            </a:extLst>
          </p:cNvPr>
          <p:cNvGrpSpPr/>
          <p:nvPr/>
        </p:nvGrpSpPr>
        <p:grpSpPr>
          <a:xfrm>
            <a:off x="6624121" y="2242944"/>
            <a:ext cx="4346668" cy="637212"/>
            <a:chOff x="1221213" y="2242860"/>
            <a:chExt cx="4346668" cy="637212"/>
          </a:xfrm>
        </p:grpSpPr>
        <p:cxnSp>
          <p:nvCxnSpPr>
            <p:cNvPr id="51" name="직선 연결선 50">
              <a:extLst>
                <a:ext uri="{FF2B5EF4-FFF2-40B4-BE49-F238E27FC236}">
                  <a16:creationId xmlns:a16="http://schemas.microsoft.com/office/drawing/2014/main" id="{E2134639-99EE-AC42-16E9-3018C0F5F113}"/>
                </a:ext>
              </a:extLst>
            </p:cNvPr>
            <p:cNvCxnSpPr>
              <a:cxnSpLocks/>
            </p:cNvCxnSpPr>
            <p:nvPr/>
          </p:nvCxnSpPr>
          <p:spPr>
            <a:xfrm>
              <a:off x="2710670" y="2845251"/>
              <a:ext cx="1580673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grpSp>
          <p:nvGrpSpPr>
            <p:cNvPr id="52" name="그룹 51">
              <a:extLst>
                <a:ext uri="{FF2B5EF4-FFF2-40B4-BE49-F238E27FC236}">
                  <a16:creationId xmlns:a16="http://schemas.microsoft.com/office/drawing/2014/main" id="{86893304-6BB6-0B8B-D3D9-70DD6A14D3F4}"/>
                </a:ext>
              </a:extLst>
            </p:cNvPr>
            <p:cNvGrpSpPr/>
            <p:nvPr/>
          </p:nvGrpSpPr>
          <p:grpSpPr>
            <a:xfrm>
              <a:off x="1221213" y="2242860"/>
              <a:ext cx="1232275" cy="637212"/>
              <a:chOff x="1221213" y="2242860"/>
              <a:chExt cx="1232275" cy="637212"/>
            </a:xfrm>
          </p:grpSpPr>
          <p:sp>
            <p:nvSpPr>
              <p:cNvPr id="54" name="사각형: 잘린 대각선 방향 모서리 53">
                <a:extLst>
                  <a:ext uri="{FF2B5EF4-FFF2-40B4-BE49-F238E27FC236}">
                    <a16:creationId xmlns:a16="http://schemas.microsoft.com/office/drawing/2014/main" id="{0C13E6A4-F98F-B2B7-64B4-F855D3CE5061}"/>
                  </a:ext>
                </a:extLst>
              </p:cNvPr>
              <p:cNvSpPr/>
              <p:nvPr/>
            </p:nvSpPr>
            <p:spPr>
              <a:xfrm>
                <a:off x="1221213" y="2242860"/>
                <a:ext cx="1232275" cy="637212"/>
              </a:xfrm>
              <a:prstGeom prst="snip2DiagRect">
                <a:avLst/>
              </a:prstGeom>
              <a:solidFill>
                <a:srgbClr val="FFD966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55" name="Rectangle 14">
                <a:extLst>
                  <a:ext uri="{FF2B5EF4-FFF2-40B4-BE49-F238E27FC236}">
                    <a16:creationId xmlns:a16="http://schemas.microsoft.com/office/drawing/2014/main" id="{7B2FF803-29AA-29EC-2640-53E8C3A01BA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445991" y="2362921"/>
                <a:ext cx="753351" cy="343484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 cmpd="sng">
                    <a:solidFill>
                      <a:srgbClr val="000000"/>
                    </a:solidFill>
                    <a:miter lim="800000"/>
                    <a:headEnd type="none" w="med" len="med"/>
                    <a:tailEnd type="none" w="med" len="med"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lIns="0" tIns="0" rIns="0" bIns="0"/>
              <a:lstStyle>
                <a:lvl1pPr defTabSz="393700">
                  <a:defRPr kumimoji="1" sz="1200">
                    <a:solidFill>
                      <a:schemeClr val="tx1"/>
                    </a:solidFill>
                    <a:latin typeface="Calibri" panose="020F0502020204030204" pitchFamily="34" charset="0"/>
                    <a:cs typeface="Calibri" panose="020F0502020204030204" pitchFamily="34" charset="0"/>
                  </a:defRPr>
                </a:lvl1pPr>
                <a:lvl2pPr marL="989013" defTabSz="393700">
                  <a:defRPr kumimoji="1" sz="1200">
                    <a:solidFill>
                      <a:schemeClr val="tx1"/>
                    </a:solidFill>
                    <a:latin typeface="Calibri" panose="020F0502020204030204" pitchFamily="34" charset="0"/>
                    <a:cs typeface="Calibri" panose="020F0502020204030204" pitchFamily="34" charset="0"/>
                  </a:defRPr>
                </a:lvl2pPr>
                <a:lvl3pPr marL="1528763" defTabSz="393700">
                  <a:defRPr kumimoji="1" sz="1200">
                    <a:solidFill>
                      <a:schemeClr val="tx1"/>
                    </a:solidFill>
                    <a:latin typeface="Calibri" panose="020F0502020204030204" pitchFamily="34" charset="0"/>
                    <a:cs typeface="Calibri" panose="020F0502020204030204" pitchFamily="34" charset="0"/>
                  </a:defRPr>
                </a:lvl3pPr>
                <a:lvl4pPr marL="2068513" defTabSz="393700">
                  <a:defRPr kumimoji="1" sz="1200">
                    <a:solidFill>
                      <a:schemeClr val="tx1"/>
                    </a:solidFill>
                    <a:latin typeface="Calibri" panose="020F0502020204030204" pitchFamily="34" charset="0"/>
                    <a:cs typeface="Calibri" panose="020F0502020204030204" pitchFamily="34" charset="0"/>
                  </a:defRPr>
                </a:lvl4pPr>
                <a:lvl5pPr marL="2609850" defTabSz="393700">
                  <a:defRPr kumimoji="1" sz="1200">
                    <a:solidFill>
                      <a:schemeClr val="tx1"/>
                    </a:solidFill>
                    <a:latin typeface="Calibri" panose="020F0502020204030204" pitchFamily="34" charset="0"/>
                    <a:cs typeface="Calibri" panose="020F0502020204030204" pitchFamily="34" charset="0"/>
                  </a:defRPr>
                </a:lvl5pPr>
                <a:lvl6pPr marL="3067050" defTabSz="393700" fontAlgn="base">
                  <a:spcBef>
                    <a:spcPct val="30000"/>
                  </a:spcBef>
                  <a:spcAft>
                    <a:spcPct val="0"/>
                  </a:spcAft>
                  <a:defRPr kumimoji="1" sz="1200">
                    <a:solidFill>
                      <a:schemeClr val="tx1"/>
                    </a:solidFill>
                    <a:latin typeface="Calibri" panose="020F0502020204030204" pitchFamily="34" charset="0"/>
                    <a:cs typeface="Calibri" panose="020F0502020204030204" pitchFamily="34" charset="0"/>
                  </a:defRPr>
                </a:lvl6pPr>
                <a:lvl7pPr marL="3524250" defTabSz="393700" fontAlgn="base">
                  <a:spcBef>
                    <a:spcPct val="30000"/>
                  </a:spcBef>
                  <a:spcAft>
                    <a:spcPct val="0"/>
                  </a:spcAft>
                  <a:defRPr kumimoji="1" sz="1200">
                    <a:solidFill>
                      <a:schemeClr val="tx1"/>
                    </a:solidFill>
                    <a:latin typeface="Calibri" panose="020F0502020204030204" pitchFamily="34" charset="0"/>
                    <a:cs typeface="Calibri" panose="020F0502020204030204" pitchFamily="34" charset="0"/>
                  </a:defRPr>
                </a:lvl7pPr>
                <a:lvl8pPr marL="3981450" defTabSz="393700" fontAlgn="base">
                  <a:spcBef>
                    <a:spcPct val="30000"/>
                  </a:spcBef>
                  <a:spcAft>
                    <a:spcPct val="0"/>
                  </a:spcAft>
                  <a:defRPr kumimoji="1" sz="1200">
                    <a:solidFill>
                      <a:schemeClr val="tx1"/>
                    </a:solidFill>
                    <a:latin typeface="Calibri" panose="020F0502020204030204" pitchFamily="34" charset="0"/>
                    <a:cs typeface="Calibri" panose="020F0502020204030204" pitchFamily="34" charset="0"/>
                  </a:defRPr>
                </a:lvl8pPr>
                <a:lvl9pPr marL="4438650" defTabSz="393700" fontAlgn="base">
                  <a:spcBef>
                    <a:spcPct val="30000"/>
                  </a:spcBef>
                  <a:spcAft>
                    <a:spcPct val="0"/>
                  </a:spcAft>
                  <a:defRPr kumimoji="1" sz="1200">
                    <a:solidFill>
                      <a:schemeClr val="tx1"/>
                    </a:solidFill>
                    <a:latin typeface="Calibri" panose="020F0502020204030204" pitchFamily="34" charset="0"/>
                    <a:cs typeface="Calibri" panose="020F0502020204030204" pitchFamily="34" charset="0"/>
                  </a:defRPr>
                </a:lvl9pPr>
              </a:lstStyle>
              <a:p>
                <a:pPr algn="ctr" eaLnBrk="1" latinLnBrk="0" hangingPunct="1">
                  <a:spcBef>
                    <a:spcPts val="1600"/>
                  </a:spcBef>
                </a:pPr>
                <a:r>
                  <a:rPr lang="ko-KR" altLang="en-US" sz="3200" dirty="0">
                    <a:latin typeface="Noto Sans KR Medium" panose="020B0200000000000000" pitchFamily="50" charset="-127"/>
                    <a:ea typeface="Noto Sans KR Medium" panose="020B0200000000000000" pitchFamily="50" charset="-127"/>
                  </a:rPr>
                  <a:t>슬픔</a:t>
                </a:r>
                <a:endParaRPr lang="en-US" altLang="ko-KR" sz="3200" dirty="0">
                  <a:latin typeface="Noto Sans KR Medium" panose="020B0200000000000000" pitchFamily="50" charset="-127"/>
                  <a:ea typeface="Noto Sans KR Medium" panose="020B0200000000000000" pitchFamily="50" charset="-127"/>
                </a:endParaRPr>
              </a:p>
            </p:txBody>
          </p:sp>
        </p:grpSp>
        <p:sp>
          <p:nvSpPr>
            <p:cNvPr id="53" name="Rectangle 14">
              <a:extLst>
                <a:ext uri="{FF2B5EF4-FFF2-40B4-BE49-F238E27FC236}">
                  <a16:creationId xmlns:a16="http://schemas.microsoft.com/office/drawing/2014/main" id="{7FD22FFD-7805-62F9-8DD1-EA244B72C52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098247" y="2384272"/>
              <a:ext cx="1469634" cy="343484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 cmpd="sng">
                  <a:solidFill>
                    <a:srgbClr val="000000"/>
                  </a:solidFill>
                  <a:miter lim="800000"/>
                  <a:headEnd type="none" w="med" len="med"/>
                  <a:tailEnd type="none" w="med" len="med"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lIns="0" tIns="0" rIns="0" bIns="0"/>
            <a:lstStyle>
              <a:lvl1pPr defTabSz="393700">
                <a:defRPr kumimoji="1" sz="1200">
                  <a:solidFill>
                    <a:schemeClr val="tx1"/>
                  </a:solidFill>
                  <a:latin typeface="Calibri" panose="020F0502020204030204" pitchFamily="34" charset="0"/>
                  <a:cs typeface="Calibri" panose="020F0502020204030204" pitchFamily="34" charset="0"/>
                </a:defRPr>
              </a:lvl1pPr>
              <a:lvl2pPr marL="989013" defTabSz="393700">
                <a:defRPr kumimoji="1" sz="1200">
                  <a:solidFill>
                    <a:schemeClr val="tx1"/>
                  </a:solidFill>
                  <a:latin typeface="Calibri" panose="020F0502020204030204" pitchFamily="34" charset="0"/>
                  <a:cs typeface="Calibri" panose="020F0502020204030204" pitchFamily="34" charset="0"/>
                </a:defRPr>
              </a:lvl2pPr>
              <a:lvl3pPr marL="1528763" defTabSz="393700">
                <a:defRPr kumimoji="1" sz="1200">
                  <a:solidFill>
                    <a:schemeClr val="tx1"/>
                  </a:solidFill>
                  <a:latin typeface="Calibri" panose="020F0502020204030204" pitchFamily="34" charset="0"/>
                  <a:cs typeface="Calibri" panose="020F0502020204030204" pitchFamily="34" charset="0"/>
                </a:defRPr>
              </a:lvl3pPr>
              <a:lvl4pPr marL="2068513" defTabSz="393700">
                <a:defRPr kumimoji="1" sz="1200">
                  <a:solidFill>
                    <a:schemeClr val="tx1"/>
                  </a:solidFill>
                  <a:latin typeface="Calibri" panose="020F0502020204030204" pitchFamily="34" charset="0"/>
                  <a:cs typeface="Calibri" panose="020F0502020204030204" pitchFamily="34" charset="0"/>
                </a:defRPr>
              </a:lvl4pPr>
              <a:lvl5pPr marL="2609850" defTabSz="393700">
                <a:defRPr kumimoji="1" sz="1200">
                  <a:solidFill>
                    <a:schemeClr val="tx1"/>
                  </a:solidFill>
                  <a:latin typeface="Calibri" panose="020F0502020204030204" pitchFamily="34" charset="0"/>
                  <a:cs typeface="Calibri" panose="020F0502020204030204" pitchFamily="34" charset="0"/>
                </a:defRPr>
              </a:lvl5pPr>
              <a:lvl6pPr marL="3067050" defTabSz="393700" fontAlgn="base">
                <a:spcBef>
                  <a:spcPct val="30000"/>
                </a:spcBef>
                <a:spcAft>
                  <a:spcPct val="0"/>
                </a:spcAft>
                <a:defRPr kumimoji="1" sz="1200">
                  <a:solidFill>
                    <a:schemeClr val="tx1"/>
                  </a:solidFill>
                  <a:latin typeface="Calibri" panose="020F0502020204030204" pitchFamily="34" charset="0"/>
                  <a:cs typeface="Calibri" panose="020F0502020204030204" pitchFamily="34" charset="0"/>
                </a:defRPr>
              </a:lvl6pPr>
              <a:lvl7pPr marL="3524250" defTabSz="393700" fontAlgn="base">
                <a:spcBef>
                  <a:spcPct val="30000"/>
                </a:spcBef>
                <a:spcAft>
                  <a:spcPct val="0"/>
                </a:spcAft>
                <a:defRPr kumimoji="1" sz="1200">
                  <a:solidFill>
                    <a:schemeClr val="tx1"/>
                  </a:solidFill>
                  <a:latin typeface="Calibri" panose="020F0502020204030204" pitchFamily="34" charset="0"/>
                  <a:cs typeface="Calibri" panose="020F0502020204030204" pitchFamily="34" charset="0"/>
                </a:defRPr>
              </a:lvl7pPr>
              <a:lvl8pPr marL="3981450" defTabSz="393700" fontAlgn="base">
                <a:spcBef>
                  <a:spcPct val="30000"/>
                </a:spcBef>
                <a:spcAft>
                  <a:spcPct val="0"/>
                </a:spcAft>
                <a:defRPr kumimoji="1" sz="1200">
                  <a:solidFill>
                    <a:schemeClr val="tx1"/>
                  </a:solidFill>
                  <a:latin typeface="Calibri" panose="020F0502020204030204" pitchFamily="34" charset="0"/>
                  <a:cs typeface="Calibri" panose="020F0502020204030204" pitchFamily="34" charset="0"/>
                </a:defRPr>
              </a:lvl8pPr>
              <a:lvl9pPr marL="4438650" defTabSz="393700" fontAlgn="base">
                <a:spcBef>
                  <a:spcPct val="30000"/>
                </a:spcBef>
                <a:spcAft>
                  <a:spcPct val="0"/>
                </a:spcAft>
                <a:defRPr kumimoji="1" sz="1200">
                  <a:solidFill>
                    <a:schemeClr val="tx1"/>
                  </a:solidFill>
                  <a:latin typeface="Calibri" panose="020F0502020204030204" pitchFamily="34" charset="0"/>
                  <a:cs typeface="Calibri" panose="020F0502020204030204" pitchFamily="34" charset="0"/>
                </a:defRPr>
              </a:lvl9pPr>
            </a:lstStyle>
            <a:p>
              <a:pPr algn="ctr" eaLnBrk="1" latinLnBrk="0" hangingPunct="1">
                <a:spcBef>
                  <a:spcPts val="1600"/>
                </a:spcBef>
              </a:pPr>
              <a:r>
                <a:rPr lang="ko-KR" altLang="en-US" sz="2800" dirty="0">
                  <a:latin typeface="Noto Sans KR Medium" panose="020B0200000000000000" pitchFamily="50" charset="-127"/>
                  <a:ea typeface="Noto Sans KR Medium" panose="020B0200000000000000" pitchFamily="50" charset="-127"/>
                </a:rPr>
                <a:t>색 계열</a:t>
              </a:r>
              <a:endParaRPr lang="en-US" altLang="ko-KR" sz="2800" dirty="0">
                <a:latin typeface="Noto Sans KR Medium" panose="020B0200000000000000" pitchFamily="50" charset="-127"/>
                <a:ea typeface="Noto Sans KR Medium" panose="020B0200000000000000" pitchFamily="50" charset="-127"/>
              </a:endParaRPr>
            </a:p>
          </p:txBody>
        </p:sp>
      </p:grpSp>
      <p:grpSp>
        <p:nvGrpSpPr>
          <p:cNvPr id="56" name="그룹 55">
            <a:extLst>
              <a:ext uri="{FF2B5EF4-FFF2-40B4-BE49-F238E27FC236}">
                <a16:creationId xmlns:a16="http://schemas.microsoft.com/office/drawing/2014/main" id="{58D0FC1E-3D54-CE4A-9572-D42CA40EEA29}"/>
              </a:ext>
            </a:extLst>
          </p:cNvPr>
          <p:cNvGrpSpPr/>
          <p:nvPr/>
        </p:nvGrpSpPr>
        <p:grpSpPr>
          <a:xfrm>
            <a:off x="6624121" y="3172471"/>
            <a:ext cx="4346668" cy="637212"/>
            <a:chOff x="1221213" y="2242860"/>
            <a:chExt cx="4346668" cy="637212"/>
          </a:xfrm>
        </p:grpSpPr>
        <p:cxnSp>
          <p:nvCxnSpPr>
            <p:cNvPr id="57" name="직선 연결선 56">
              <a:extLst>
                <a:ext uri="{FF2B5EF4-FFF2-40B4-BE49-F238E27FC236}">
                  <a16:creationId xmlns:a16="http://schemas.microsoft.com/office/drawing/2014/main" id="{D4FB321A-E8AE-A0A1-A98E-37A41A386034}"/>
                </a:ext>
              </a:extLst>
            </p:cNvPr>
            <p:cNvCxnSpPr>
              <a:cxnSpLocks/>
            </p:cNvCxnSpPr>
            <p:nvPr/>
          </p:nvCxnSpPr>
          <p:spPr>
            <a:xfrm>
              <a:off x="2710670" y="2845251"/>
              <a:ext cx="1580673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grpSp>
          <p:nvGrpSpPr>
            <p:cNvPr id="58" name="그룹 57">
              <a:extLst>
                <a:ext uri="{FF2B5EF4-FFF2-40B4-BE49-F238E27FC236}">
                  <a16:creationId xmlns:a16="http://schemas.microsoft.com/office/drawing/2014/main" id="{D35D8757-5F0A-6441-E208-75C67898E6CA}"/>
                </a:ext>
              </a:extLst>
            </p:cNvPr>
            <p:cNvGrpSpPr/>
            <p:nvPr/>
          </p:nvGrpSpPr>
          <p:grpSpPr>
            <a:xfrm>
              <a:off x="1221213" y="2242860"/>
              <a:ext cx="1232275" cy="637212"/>
              <a:chOff x="1221213" y="2242860"/>
              <a:chExt cx="1232275" cy="637212"/>
            </a:xfrm>
          </p:grpSpPr>
          <p:sp>
            <p:nvSpPr>
              <p:cNvPr id="60" name="사각형: 잘린 대각선 방향 모서리 59">
                <a:extLst>
                  <a:ext uri="{FF2B5EF4-FFF2-40B4-BE49-F238E27FC236}">
                    <a16:creationId xmlns:a16="http://schemas.microsoft.com/office/drawing/2014/main" id="{700C72C6-4B10-014F-AA81-C0A0B72228C3}"/>
                  </a:ext>
                </a:extLst>
              </p:cNvPr>
              <p:cNvSpPr/>
              <p:nvPr/>
            </p:nvSpPr>
            <p:spPr>
              <a:xfrm>
                <a:off x="1221213" y="2242860"/>
                <a:ext cx="1232275" cy="637212"/>
              </a:xfrm>
              <a:prstGeom prst="snip2DiagRect">
                <a:avLst/>
              </a:prstGeom>
              <a:solidFill>
                <a:srgbClr val="FFD966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61" name="Rectangle 14">
                <a:extLst>
                  <a:ext uri="{FF2B5EF4-FFF2-40B4-BE49-F238E27FC236}">
                    <a16:creationId xmlns:a16="http://schemas.microsoft.com/office/drawing/2014/main" id="{702CA4DE-0FE6-8664-62F7-1A19E633280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333601" y="2356603"/>
                <a:ext cx="1007497" cy="343484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 cmpd="sng">
                    <a:solidFill>
                      <a:srgbClr val="000000"/>
                    </a:solidFill>
                    <a:miter lim="800000"/>
                    <a:headEnd type="none" w="med" len="med"/>
                    <a:tailEnd type="none" w="med" len="med"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lIns="0" tIns="0" rIns="0" bIns="0"/>
              <a:lstStyle>
                <a:lvl1pPr defTabSz="393700">
                  <a:defRPr kumimoji="1" sz="1200">
                    <a:solidFill>
                      <a:schemeClr val="tx1"/>
                    </a:solidFill>
                    <a:latin typeface="Calibri" panose="020F0502020204030204" pitchFamily="34" charset="0"/>
                    <a:cs typeface="Calibri" panose="020F0502020204030204" pitchFamily="34" charset="0"/>
                  </a:defRPr>
                </a:lvl1pPr>
                <a:lvl2pPr marL="989013" defTabSz="393700">
                  <a:defRPr kumimoji="1" sz="1200">
                    <a:solidFill>
                      <a:schemeClr val="tx1"/>
                    </a:solidFill>
                    <a:latin typeface="Calibri" panose="020F0502020204030204" pitchFamily="34" charset="0"/>
                    <a:cs typeface="Calibri" panose="020F0502020204030204" pitchFamily="34" charset="0"/>
                  </a:defRPr>
                </a:lvl2pPr>
                <a:lvl3pPr marL="1528763" defTabSz="393700">
                  <a:defRPr kumimoji="1" sz="1200">
                    <a:solidFill>
                      <a:schemeClr val="tx1"/>
                    </a:solidFill>
                    <a:latin typeface="Calibri" panose="020F0502020204030204" pitchFamily="34" charset="0"/>
                    <a:cs typeface="Calibri" panose="020F0502020204030204" pitchFamily="34" charset="0"/>
                  </a:defRPr>
                </a:lvl3pPr>
                <a:lvl4pPr marL="2068513" defTabSz="393700">
                  <a:defRPr kumimoji="1" sz="1200">
                    <a:solidFill>
                      <a:schemeClr val="tx1"/>
                    </a:solidFill>
                    <a:latin typeface="Calibri" panose="020F0502020204030204" pitchFamily="34" charset="0"/>
                    <a:cs typeface="Calibri" panose="020F0502020204030204" pitchFamily="34" charset="0"/>
                  </a:defRPr>
                </a:lvl4pPr>
                <a:lvl5pPr marL="2609850" defTabSz="393700">
                  <a:defRPr kumimoji="1" sz="1200">
                    <a:solidFill>
                      <a:schemeClr val="tx1"/>
                    </a:solidFill>
                    <a:latin typeface="Calibri" panose="020F0502020204030204" pitchFamily="34" charset="0"/>
                    <a:cs typeface="Calibri" panose="020F0502020204030204" pitchFamily="34" charset="0"/>
                  </a:defRPr>
                </a:lvl5pPr>
                <a:lvl6pPr marL="3067050" defTabSz="393700" fontAlgn="base">
                  <a:spcBef>
                    <a:spcPct val="30000"/>
                  </a:spcBef>
                  <a:spcAft>
                    <a:spcPct val="0"/>
                  </a:spcAft>
                  <a:defRPr kumimoji="1" sz="1200">
                    <a:solidFill>
                      <a:schemeClr val="tx1"/>
                    </a:solidFill>
                    <a:latin typeface="Calibri" panose="020F0502020204030204" pitchFamily="34" charset="0"/>
                    <a:cs typeface="Calibri" panose="020F0502020204030204" pitchFamily="34" charset="0"/>
                  </a:defRPr>
                </a:lvl6pPr>
                <a:lvl7pPr marL="3524250" defTabSz="393700" fontAlgn="base">
                  <a:spcBef>
                    <a:spcPct val="30000"/>
                  </a:spcBef>
                  <a:spcAft>
                    <a:spcPct val="0"/>
                  </a:spcAft>
                  <a:defRPr kumimoji="1" sz="1200">
                    <a:solidFill>
                      <a:schemeClr val="tx1"/>
                    </a:solidFill>
                    <a:latin typeface="Calibri" panose="020F0502020204030204" pitchFamily="34" charset="0"/>
                    <a:cs typeface="Calibri" panose="020F0502020204030204" pitchFamily="34" charset="0"/>
                  </a:defRPr>
                </a:lvl7pPr>
                <a:lvl8pPr marL="3981450" defTabSz="393700" fontAlgn="base">
                  <a:spcBef>
                    <a:spcPct val="30000"/>
                  </a:spcBef>
                  <a:spcAft>
                    <a:spcPct val="0"/>
                  </a:spcAft>
                  <a:defRPr kumimoji="1" sz="1200">
                    <a:solidFill>
                      <a:schemeClr val="tx1"/>
                    </a:solidFill>
                    <a:latin typeface="Calibri" panose="020F0502020204030204" pitchFamily="34" charset="0"/>
                    <a:cs typeface="Calibri" panose="020F0502020204030204" pitchFamily="34" charset="0"/>
                  </a:defRPr>
                </a:lvl8pPr>
                <a:lvl9pPr marL="4438650" defTabSz="393700" fontAlgn="base">
                  <a:spcBef>
                    <a:spcPct val="30000"/>
                  </a:spcBef>
                  <a:spcAft>
                    <a:spcPct val="0"/>
                  </a:spcAft>
                  <a:defRPr kumimoji="1" sz="1200">
                    <a:solidFill>
                      <a:schemeClr val="tx1"/>
                    </a:solidFill>
                    <a:latin typeface="Calibri" panose="020F0502020204030204" pitchFamily="34" charset="0"/>
                    <a:cs typeface="Calibri" panose="020F0502020204030204" pitchFamily="34" charset="0"/>
                  </a:defRPr>
                </a:lvl9pPr>
              </a:lstStyle>
              <a:p>
                <a:pPr algn="ctr" eaLnBrk="1" latinLnBrk="0" hangingPunct="1">
                  <a:spcBef>
                    <a:spcPts val="1600"/>
                  </a:spcBef>
                </a:pPr>
                <a:r>
                  <a:rPr lang="ko-KR" altLang="en-US" sz="2800" dirty="0">
                    <a:latin typeface="Noto Sans KR Medium" panose="020B0200000000000000" pitchFamily="50" charset="-127"/>
                    <a:ea typeface="Noto Sans KR Medium" panose="020B0200000000000000" pitchFamily="50" charset="-127"/>
                  </a:rPr>
                  <a:t>두려움</a:t>
                </a:r>
                <a:endParaRPr lang="en-US" altLang="ko-KR" sz="2800" dirty="0">
                  <a:latin typeface="Noto Sans KR Medium" panose="020B0200000000000000" pitchFamily="50" charset="-127"/>
                  <a:ea typeface="Noto Sans KR Medium" panose="020B0200000000000000" pitchFamily="50" charset="-127"/>
                </a:endParaRPr>
              </a:p>
            </p:txBody>
          </p:sp>
        </p:grpSp>
        <p:sp>
          <p:nvSpPr>
            <p:cNvPr id="59" name="Rectangle 14">
              <a:extLst>
                <a:ext uri="{FF2B5EF4-FFF2-40B4-BE49-F238E27FC236}">
                  <a16:creationId xmlns:a16="http://schemas.microsoft.com/office/drawing/2014/main" id="{9BC17D0D-BF22-4734-4B39-8C70A5C006A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098247" y="2384272"/>
              <a:ext cx="1469634" cy="343484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 cmpd="sng">
                  <a:solidFill>
                    <a:srgbClr val="000000"/>
                  </a:solidFill>
                  <a:miter lim="800000"/>
                  <a:headEnd type="none" w="med" len="med"/>
                  <a:tailEnd type="none" w="med" len="med"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lIns="0" tIns="0" rIns="0" bIns="0"/>
            <a:lstStyle>
              <a:lvl1pPr defTabSz="393700">
                <a:defRPr kumimoji="1" sz="1200">
                  <a:solidFill>
                    <a:schemeClr val="tx1"/>
                  </a:solidFill>
                  <a:latin typeface="Calibri" panose="020F0502020204030204" pitchFamily="34" charset="0"/>
                  <a:cs typeface="Calibri" panose="020F0502020204030204" pitchFamily="34" charset="0"/>
                </a:defRPr>
              </a:lvl1pPr>
              <a:lvl2pPr marL="989013" defTabSz="393700">
                <a:defRPr kumimoji="1" sz="1200">
                  <a:solidFill>
                    <a:schemeClr val="tx1"/>
                  </a:solidFill>
                  <a:latin typeface="Calibri" panose="020F0502020204030204" pitchFamily="34" charset="0"/>
                  <a:cs typeface="Calibri" panose="020F0502020204030204" pitchFamily="34" charset="0"/>
                </a:defRPr>
              </a:lvl2pPr>
              <a:lvl3pPr marL="1528763" defTabSz="393700">
                <a:defRPr kumimoji="1" sz="1200">
                  <a:solidFill>
                    <a:schemeClr val="tx1"/>
                  </a:solidFill>
                  <a:latin typeface="Calibri" panose="020F0502020204030204" pitchFamily="34" charset="0"/>
                  <a:cs typeface="Calibri" panose="020F0502020204030204" pitchFamily="34" charset="0"/>
                </a:defRPr>
              </a:lvl3pPr>
              <a:lvl4pPr marL="2068513" defTabSz="393700">
                <a:defRPr kumimoji="1" sz="1200">
                  <a:solidFill>
                    <a:schemeClr val="tx1"/>
                  </a:solidFill>
                  <a:latin typeface="Calibri" panose="020F0502020204030204" pitchFamily="34" charset="0"/>
                  <a:cs typeface="Calibri" panose="020F0502020204030204" pitchFamily="34" charset="0"/>
                </a:defRPr>
              </a:lvl4pPr>
              <a:lvl5pPr marL="2609850" defTabSz="393700">
                <a:defRPr kumimoji="1" sz="1200">
                  <a:solidFill>
                    <a:schemeClr val="tx1"/>
                  </a:solidFill>
                  <a:latin typeface="Calibri" panose="020F0502020204030204" pitchFamily="34" charset="0"/>
                  <a:cs typeface="Calibri" panose="020F0502020204030204" pitchFamily="34" charset="0"/>
                </a:defRPr>
              </a:lvl5pPr>
              <a:lvl6pPr marL="3067050" defTabSz="393700" fontAlgn="base">
                <a:spcBef>
                  <a:spcPct val="30000"/>
                </a:spcBef>
                <a:spcAft>
                  <a:spcPct val="0"/>
                </a:spcAft>
                <a:defRPr kumimoji="1" sz="1200">
                  <a:solidFill>
                    <a:schemeClr val="tx1"/>
                  </a:solidFill>
                  <a:latin typeface="Calibri" panose="020F0502020204030204" pitchFamily="34" charset="0"/>
                  <a:cs typeface="Calibri" panose="020F0502020204030204" pitchFamily="34" charset="0"/>
                </a:defRPr>
              </a:lvl6pPr>
              <a:lvl7pPr marL="3524250" defTabSz="393700" fontAlgn="base">
                <a:spcBef>
                  <a:spcPct val="30000"/>
                </a:spcBef>
                <a:spcAft>
                  <a:spcPct val="0"/>
                </a:spcAft>
                <a:defRPr kumimoji="1" sz="1200">
                  <a:solidFill>
                    <a:schemeClr val="tx1"/>
                  </a:solidFill>
                  <a:latin typeface="Calibri" panose="020F0502020204030204" pitchFamily="34" charset="0"/>
                  <a:cs typeface="Calibri" panose="020F0502020204030204" pitchFamily="34" charset="0"/>
                </a:defRPr>
              </a:lvl7pPr>
              <a:lvl8pPr marL="3981450" defTabSz="393700" fontAlgn="base">
                <a:spcBef>
                  <a:spcPct val="30000"/>
                </a:spcBef>
                <a:spcAft>
                  <a:spcPct val="0"/>
                </a:spcAft>
                <a:defRPr kumimoji="1" sz="1200">
                  <a:solidFill>
                    <a:schemeClr val="tx1"/>
                  </a:solidFill>
                  <a:latin typeface="Calibri" panose="020F0502020204030204" pitchFamily="34" charset="0"/>
                  <a:cs typeface="Calibri" panose="020F0502020204030204" pitchFamily="34" charset="0"/>
                </a:defRPr>
              </a:lvl8pPr>
              <a:lvl9pPr marL="4438650" defTabSz="393700" fontAlgn="base">
                <a:spcBef>
                  <a:spcPct val="30000"/>
                </a:spcBef>
                <a:spcAft>
                  <a:spcPct val="0"/>
                </a:spcAft>
                <a:defRPr kumimoji="1" sz="1200">
                  <a:solidFill>
                    <a:schemeClr val="tx1"/>
                  </a:solidFill>
                  <a:latin typeface="Calibri" panose="020F0502020204030204" pitchFamily="34" charset="0"/>
                  <a:cs typeface="Calibri" panose="020F0502020204030204" pitchFamily="34" charset="0"/>
                </a:defRPr>
              </a:lvl9pPr>
            </a:lstStyle>
            <a:p>
              <a:pPr algn="ctr" eaLnBrk="1" latinLnBrk="0" hangingPunct="1">
                <a:spcBef>
                  <a:spcPts val="1600"/>
                </a:spcBef>
              </a:pPr>
              <a:r>
                <a:rPr lang="ko-KR" altLang="en-US" sz="2800" dirty="0">
                  <a:latin typeface="Noto Sans KR Medium" panose="020B0200000000000000" pitchFamily="50" charset="-127"/>
                  <a:ea typeface="Noto Sans KR Medium" panose="020B0200000000000000" pitchFamily="50" charset="-127"/>
                </a:rPr>
                <a:t>색 계열</a:t>
              </a:r>
              <a:endParaRPr lang="en-US" altLang="ko-KR" sz="2800" dirty="0">
                <a:latin typeface="Noto Sans KR Medium" panose="020B0200000000000000" pitchFamily="50" charset="-127"/>
                <a:ea typeface="Noto Sans KR Medium" panose="020B0200000000000000" pitchFamily="50" charset="-127"/>
              </a:endParaRPr>
            </a:p>
          </p:txBody>
        </p:sp>
      </p:grpSp>
      <p:grpSp>
        <p:nvGrpSpPr>
          <p:cNvPr id="62" name="그룹 61">
            <a:extLst>
              <a:ext uri="{FF2B5EF4-FFF2-40B4-BE49-F238E27FC236}">
                <a16:creationId xmlns:a16="http://schemas.microsoft.com/office/drawing/2014/main" id="{EE1BC65B-1343-E0B5-448C-62175DFA2569}"/>
              </a:ext>
            </a:extLst>
          </p:cNvPr>
          <p:cNvGrpSpPr/>
          <p:nvPr/>
        </p:nvGrpSpPr>
        <p:grpSpPr>
          <a:xfrm>
            <a:off x="6624121" y="4105759"/>
            <a:ext cx="4346668" cy="637212"/>
            <a:chOff x="1221213" y="2242860"/>
            <a:chExt cx="4346668" cy="637212"/>
          </a:xfrm>
        </p:grpSpPr>
        <p:cxnSp>
          <p:nvCxnSpPr>
            <p:cNvPr id="63" name="직선 연결선 62">
              <a:extLst>
                <a:ext uri="{FF2B5EF4-FFF2-40B4-BE49-F238E27FC236}">
                  <a16:creationId xmlns:a16="http://schemas.microsoft.com/office/drawing/2014/main" id="{97A7CDAB-ACCC-1565-2F6E-19EF5FBA58FF}"/>
                </a:ext>
              </a:extLst>
            </p:cNvPr>
            <p:cNvCxnSpPr>
              <a:cxnSpLocks/>
            </p:cNvCxnSpPr>
            <p:nvPr/>
          </p:nvCxnSpPr>
          <p:spPr>
            <a:xfrm>
              <a:off x="2710670" y="2845251"/>
              <a:ext cx="1580673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grpSp>
          <p:nvGrpSpPr>
            <p:cNvPr id="64" name="그룹 63">
              <a:extLst>
                <a:ext uri="{FF2B5EF4-FFF2-40B4-BE49-F238E27FC236}">
                  <a16:creationId xmlns:a16="http://schemas.microsoft.com/office/drawing/2014/main" id="{13831D65-2D2B-BB2F-9F4A-E6FF14E8240D}"/>
                </a:ext>
              </a:extLst>
            </p:cNvPr>
            <p:cNvGrpSpPr/>
            <p:nvPr/>
          </p:nvGrpSpPr>
          <p:grpSpPr>
            <a:xfrm>
              <a:off x="1221213" y="2242860"/>
              <a:ext cx="1232275" cy="637212"/>
              <a:chOff x="1221213" y="2242860"/>
              <a:chExt cx="1232275" cy="637212"/>
            </a:xfrm>
          </p:grpSpPr>
          <p:sp>
            <p:nvSpPr>
              <p:cNvPr id="66" name="사각형: 잘린 대각선 방향 모서리 65">
                <a:extLst>
                  <a:ext uri="{FF2B5EF4-FFF2-40B4-BE49-F238E27FC236}">
                    <a16:creationId xmlns:a16="http://schemas.microsoft.com/office/drawing/2014/main" id="{4E0B0D14-EC8E-5C49-1D4E-FA1467F8AD5B}"/>
                  </a:ext>
                </a:extLst>
              </p:cNvPr>
              <p:cNvSpPr/>
              <p:nvPr/>
            </p:nvSpPr>
            <p:spPr>
              <a:xfrm>
                <a:off x="1221213" y="2242860"/>
                <a:ext cx="1232275" cy="637212"/>
              </a:xfrm>
              <a:prstGeom prst="snip2DiagRect">
                <a:avLst/>
              </a:prstGeom>
              <a:solidFill>
                <a:srgbClr val="FFD966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67" name="Rectangle 14">
                <a:extLst>
                  <a:ext uri="{FF2B5EF4-FFF2-40B4-BE49-F238E27FC236}">
                    <a16:creationId xmlns:a16="http://schemas.microsoft.com/office/drawing/2014/main" id="{C10F0FA9-A38D-7267-338B-9D9A3F57EB9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305983" y="2351118"/>
                <a:ext cx="1007497" cy="343484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 cmpd="sng">
                    <a:solidFill>
                      <a:srgbClr val="000000"/>
                    </a:solidFill>
                    <a:miter lim="800000"/>
                    <a:headEnd type="none" w="med" len="med"/>
                    <a:tailEnd type="none" w="med" len="med"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lIns="0" tIns="0" rIns="0" bIns="0"/>
              <a:lstStyle>
                <a:lvl1pPr defTabSz="393700">
                  <a:defRPr kumimoji="1" sz="1200">
                    <a:solidFill>
                      <a:schemeClr val="tx1"/>
                    </a:solidFill>
                    <a:latin typeface="Calibri" panose="020F0502020204030204" pitchFamily="34" charset="0"/>
                    <a:cs typeface="Calibri" panose="020F0502020204030204" pitchFamily="34" charset="0"/>
                  </a:defRPr>
                </a:lvl1pPr>
                <a:lvl2pPr marL="989013" defTabSz="393700">
                  <a:defRPr kumimoji="1" sz="1200">
                    <a:solidFill>
                      <a:schemeClr val="tx1"/>
                    </a:solidFill>
                    <a:latin typeface="Calibri" panose="020F0502020204030204" pitchFamily="34" charset="0"/>
                    <a:cs typeface="Calibri" panose="020F0502020204030204" pitchFamily="34" charset="0"/>
                  </a:defRPr>
                </a:lvl2pPr>
                <a:lvl3pPr marL="1528763" defTabSz="393700">
                  <a:defRPr kumimoji="1" sz="1200">
                    <a:solidFill>
                      <a:schemeClr val="tx1"/>
                    </a:solidFill>
                    <a:latin typeface="Calibri" panose="020F0502020204030204" pitchFamily="34" charset="0"/>
                    <a:cs typeface="Calibri" panose="020F0502020204030204" pitchFamily="34" charset="0"/>
                  </a:defRPr>
                </a:lvl3pPr>
                <a:lvl4pPr marL="2068513" defTabSz="393700">
                  <a:defRPr kumimoji="1" sz="1200">
                    <a:solidFill>
                      <a:schemeClr val="tx1"/>
                    </a:solidFill>
                    <a:latin typeface="Calibri" panose="020F0502020204030204" pitchFamily="34" charset="0"/>
                    <a:cs typeface="Calibri" panose="020F0502020204030204" pitchFamily="34" charset="0"/>
                  </a:defRPr>
                </a:lvl4pPr>
                <a:lvl5pPr marL="2609850" defTabSz="393700">
                  <a:defRPr kumimoji="1" sz="1200">
                    <a:solidFill>
                      <a:schemeClr val="tx1"/>
                    </a:solidFill>
                    <a:latin typeface="Calibri" panose="020F0502020204030204" pitchFamily="34" charset="0"/>
                    <a:cs typeface="Calibri" panose="020F0502020204030204" pitchFamily="34" charset="0"/>
                  </a:defRPr>
                </a:lvl5pPr>
                <a:lvl6pPr marL="3067050" defTabSz="393700" fontAlgn="base">
                  <a:spcBef>
                    <a:spcPct val="30000"/>
                  </a:spcBef>
                  <a:spcAft>
                    <a:spcPct val="0"/>
                  </a:spcAft>
                  <a:defRPr kumimoji="1" sz="1200">
                    <a:solidFill>
                      <a:schemeClr val="tx1"/>
                    </a:solidFill>
                    <a:latin typeface="Calibri" panose="020F0502020204030204" pitchFamily="34" charset="0"/>
                    <a:cs typeface="Calibri" panose="020F0502020204030204" pitchFamily="34" charset="0"/>
                  </a:defRPr>
                </a:lvl6pPr>
                <a:lvl7pPr marL="3524250" defTabSz="393700" fontAlgn="base">
                  <a:spcBef>
                    <a:spcPct val="30000"/>
                  </a:spcBef>
                  <a:spcAft>
                    <a:spcPct val="0"/>
                  </a:spcAft>
                  <a:defRPr kumimoji="1" sz="1200">
                    <a:solidFill>
                      <a:schemeClr val="tx1"/>
                    </a:solidFill>
                    <a:latin typeface="Calibri" panose="020F0502020204030204" pitchFamily="34" charset="0"/>
                    <a:cs typeface="Calibri" panose="020F0502020204030204" pitchFamily="34" charset="0"/>
                  </a:defRPr>
                </a:lvl7pPr>
                <a:lvl8pPr marL="3981450" defTabSz="393700" fontAlgn="base">
                  <a:spcBef>
                    <a:spcPct val="30000"/>
                  </a:spcBef>
                  <a:spcAft>
                    <a:spcPct val="0"/>
                  </a:spcAft>
                  <a:defRPr kumimoji="1" sz="1200">
                    <a:solidFill>
                      <a:schemeClr val="tx1"/>
                    </a:solidFill>
                    <a:latin typeface="Calibri" panose="020F0502020204030204" pitchFamily="34" charset="0"/>
                    <a:cs typeface="Calibri" panose="020F0502020204030204" pitchFamily="34" charset="0"/>
                  </a:defRPr>
                </a:lvl8pPr>
                <a:lvl9pPr marL="4438650" defTabSz="393700" fontAlgn="base">
                  <a:spcBef>
                    <a:spcPct val="30000"/>
                  </a:spcBef>
                  <a:spcAft>
                    <a:spcPct val="0"/>
                  </a:spcAft>
                  <a:defRPr kumimoji="1" sz="1200">
                    <a:solidFill>
                      <a:schemeClr val="tx1"/>
                    </a:solidFill>
                    <a:latin typeface="Calibri" panose="020F0502020204030204" pitchFamily="34" charset="0"/>
                    <a:cs typeface="Calibri" panose="020F0502020204030204" pitchFamily="34" charset="0"/>
                  </a:defRPr>
                </a:lvl9pPr>
              </a:lstStyle>
              <a:p>
                <a:pPr algn="ctr" eaLnBrk="1" latinLnBrk="0" hangingPunct="1">
                  <a:spcBef>
                    <a:spcPts val="1600"/>
                  </a:spcBef>
                </a:pPr>
                <a:r>
                  <a:rPr lang="ko-KR" altLang="en-US" sz="2800" dirty="0">
                    <a:latin typeface="Noto Sans KR Medium" panose="020B0200000000000000" pitchFamily="50" charset="-127"/>
                    <a:ea typeface="Noto Sans KR Medium" panose="020B0200000000000000" pitchFamily="50" charset="-127"/>
                  </a:rPr>
                  <a:t>편안함</a:t>
                </a:r>
                <a:endParaRPr lang="en-US" altLang="ko-KR" sz="2800" dirty="0">
                  <a:latin typeface="Noto Sans KR Medium" panose="020B0200000000000000" pitchFamily="50" charset="-127"/>
                  <a:ea typeface="Noto Sans KR Medium" panose="020B0200000000000000" pitchFamily="50" charset="-127"/>
                </a:endParaRPr>
              </a:p>
            </p:txBody>
          </p:sp>
        </p:grpSp>
        <p:sp>
          <p:nvSpPr>
            <p:cNvPr id="65" name="Rectangle 14">
              <a:extLst>
                <a:ext uri="{FF2B5EF4-FFF2-40B4-BE49-F238E27FC236}">
                  <a16:creationId xmlns:a16="http://schemas.microsoft.com/office/drawing/2014/main" id="{6216CB84-F2FB-7A0E-2741-0E1052E6FA3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098247" y="2384272"/>
              <a:ext cx="1469634" cy="343484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 cmpd="sng">
                  <a:solidFill>
                    <a:srgbClr val="000000"/>
                  </a:solidFill>
                  <a:miter lim="800000"/>
                  <a:headEnd type="none" w="med" len="med"/>
                  <a:tailEnd type="none" w="med" len="med"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lIns="0" tIns="0" rIns="0" bIns="0"/>
            <a:lstStyle>
              <a:lvl1pPr defTabSz="393700">
                <a:defRPr kumimoji="1" sz="1200">
                  <a:solidFill>
                    <a:schemeClr val="tx1"/>
                  </a:solidFill>
                  <a:latin typeface="Calibri" panose="020F0502020204030204" pitchFamily="34" charset="0"/>
                  <a:cs typeface="Calibri" panose="020F0502020204030204" pitchFamily="34" charset="0"/>
                </a:defRPr>
              </a:lvl1pPr>
              <a:lvl2pPr marL="989013" defTabSz="393700">
                <a:defRPr kumimoji="1" sz="1200">
                  <a:solidFill>
                    <a:schemeClr val="tx1"/>
                  </a:solidFill>
                  <a:latin typeface="Calibri" panose="020F0502020204030204" pitchFamily="34" charset="0"/>
                  <a:cs typeface="Calibri" panose="020F0502020204030204" pitchFamily="34" charset="0"/>
                </a:defRPr>
              </a:lvl2pPr>
              <a:lvl3pPr marL="1528763" defTabSz="393700">
                <a:defRPr kumimoji="1" sz="1200">
                  <a:solidFill>
                    <a:schemeClr val="tx1"/>
                  </a:solidFill>
                  <a:latin typeface="Calibri" panose="020F0502020204030204" pitchFamily="34" charset="0"/>
                  <a:cs typeface="Calibri" panose="020F0502020204030204" pitchFamily="34" charset="0"/>
                </a:defRPr>
              </a:lvl3pPr>
              <a:lvl4pPr marL="2068513" defTabSz="393700">
                <a:defRPr kumimoji="1" sz="1200">
                  <a:solidFill>
                    <a:schemeClr val="tx1"/>
                  </a:solidFill>
                  <a:latin typeface="Calibri" panose="020F0502020204030204" pitchFamily="34" charset="0"/>
                  <a:cs typeface="Calibri" panose="020F0502020204030204" pitchFamily="34" charset="0"/>
                </a:defRPr>
              </a:lvl4pPr>
              <a:lvl5pPr marL="2609850" defTabSz="393700">
                <a:defRPr kumimoji="1" sz="1200">
                  <a:solidFill>
                    <a:schemeClr val="tx1"/>
                  </a:solidFill>
                  <a:latin typeface="Calibri" panose="020F0502020204030204" pitchFamily="34" charset="0"/>
                  <a:cs typeface="Calibri" panose="020F0502020204030204" pitchFamily="34" charset="0"/>
                </a:defRPr>
              </a:lvl5pPr>
              <a:lvl6pPr marL="3067050" defTabSz="393700" fontAlgn="base">
                <a:spcBef>
                  <a:spcPct val="30000"/>
                </a:spcBef>
                <a:spcAft>
                  <a:spcPct val="0"/>
                </a:spcAft>
                <a:defRPr kumimoji="1" sz="1200">
                  <a:solidFill>
                    <a:schemeClr val="tx1"/>
                  </a:solidFill>
                  <a:latin typeface="Calibri" panose="020F0502020204030204" pitchFamily="34" charset="0"/>
                  <a:cs typeface="Calibri" panose="020F0502020204030204" pitchFamily="34" charset="0"/>
                </a:defRPr>
              </a:lvl6pPr>
              <a:lvl7pPr marL="3524250" defTabSz="393700" fontAlgn="base">
                <a:spcBef>
                  <a:spcPct val="30000"/>
                </a:spcBef>
                <a:spcAft>
                  <a:spcPct val="0"/>
                </a:spcAft>
                <a:defRPr kumimoji="1" sz="1200">
                  <a:solidFill>
                    <a:schemeClr val="tx1"/>
                  </a:solidFill>
                  <a:latin typeface="Calibri" panose="020F0502020204030204" pitchFamily="34" charset="0"/>
                  <a:cs typeface="Calibri" panose="020F0502020204030204" pitchFamily="34" charset="0"/>
                </a:defRPr>
              </a:lvl7pPr>
              <a:lvl8pPr marL="3981450" defTabSz="393700" fontAlgn="base">
                <a:spcBef>
                  <a:spcPct val="30000"/>
                </a:spcBef>
                <a:spcAft>
                  <a:spcPct val="0"/>
                </a:spcAft>
                <a:defRPr kumimoji="1" sz="1200">
                  <a:solidFill>
                    <a:schemeClr val="tx1"/>
                  </a:solidFill>
                  <a:latin typeface="Calibri" panose="020F0502020204030204" pitchFamily="34" charset="0"/>
                  <a:cs typeface="Calibri" panose="020F0502020204030204" pitchFamily="34" charset="0"/>
                </a:defRPr>
              </a:lvl8pPr>
              <a:lvl9pPr marL="4438650" defTabSz="393700" fontAlgn="base">
                <a:spcBef>
                  <a:spcPct val="30000"/>
                </a:spcBef>
                <a:spcAft>
                  <a:spcPct val="0"/>
                </a:spcAft>
                <a:defRPr kumimoji="1" sz="1200">
                  <a:solidFill>
                    <a:schemeClr val="tx1"/>
                  </a:solidFill>
                  <a:latin typeface="Calibri" panose="020F0502020204030204" pitchFamily="34" charset="0"/>
                  <a:cs typeface="Calibri" panose="020F0502020204030204" pitchFamily="34" charset="0"/>
                </a:defRPr>
              </a:lvl9pPr>
            </a:lstStyle>
            <a:p>
              <a:pPr algn="ctr" eaLnBrk="1" latinLnBrk="0" hangingPunct="1">
                <a:spcBef>
                  <a:spcPts val="1600"/>
                </a:spcBef>
              </a:pPr>
              <a:r>
                <a:rPr lang="ko-KR" altLang="en-US" sz="2800" dirty="0">
                  <a:latin typeface="Noto Sans KR Medium" panose="020B0200000000000000" pitchFamily="50" charset="-127"/>
                  <a:ea typeface="Noto Sans KR Medium" panose="020B0200000000000000" pitchFamily="50" charset="-127"/>
                </a:rPr>
                <a:t>색 계열</a:t>
              </a:r>
              <a:endParaRPr lang="en-US" altLang="ko-KR" sz="2800" dirty="0">
                <a:latin typeface="Noto Sans KR Medium" panose="020B0200000000000000" pitchFamily="50" charset="-127"/>
                <a:ea typeface="Noto Sans KR Medium" panose="020B0200000000000000" pitchFamily="50" charset="-127"/>
              </a:endParaRPr>
            </a:p>
          </p:txBody>
        </p:sp>
      </p:grpSp>
      <p:grpSp>
        <p:nvGrpSpPr>
          <p:cNvPr id="68" name="그룹 67">
            <a:extLst>
              <a:ext uri="{FF2B5EF4-FFF2-40B4-BE49-F238E27FC236}">
                <a16:creationId xmlns:a16="http://schemas.microsoft.com/office/drawing/2014/main" id="{F7439B03-FAF3-7B8C-18C7-423C31270CB6}"/>
              </a:ext>
            </a:extLst>
          </p:cNvPr>
          <p:cNvGrpSpPr/>
          <p:nvPr/>
        </p:nvGrpSpPr>
        <p:grpSpPr>
          <a:xfrm>
            <a:off x="6624121" y="5073993"/>
            <a:ext cx="4346668" cy="637212"/>
            <a:chOff x="1221213" y="2242860"/>
            <a:chExt cx="4346668" cy="637212"/>
          </a:xfrm>
        </p:grpSpPr>
        <p:cxnSp>
          <p:nvCxnSpPr>
            <p:cNvPr id="69" name="직선 연결선 68">
              <a:extLst>
                <a:ext uri="{FF2B5EF4-FFF2-40B4-BE49-F238E27FC236}">
                  <a16:creationId xmlns:a16="http://schemas.microsoft.com/office/drawing/2014/main" id="{1F9C8D95-FFF4-1645-C85D-AA7AA29AFCA3}"/>
                </a:ext>
              </a:extLst>
            </p:cNvPr>
            <p:cNvCxnSpPr>
              <a:cxnSpLocks/>
            </p:cNvCxnSpPr>
            <p:nvPr/>
          </p:nvCxnSpPr>
          <p:spPr>
            <a:xfrm>
              <a:off x="2710670" y="2845251"/>
              <a:ext cx="1580673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grpSp>
          <p:nvGrpSpPr>
            <p:cNvPr id="70" name="그룹 69">
              <a:extLst>
                <a:ext uri="{FF2B5EF4-FFF2-40B4-BE49-F238E27FC236}">
                  <a16:creationId xmlns:a16="http://schemas.microsoft.com/office/drawing/2014/main" id="{783C0B6C-745F-902A-19B9-5EE6C1C73992}"/>
                </a:ext>
              </a:extLst>
            </p:cNvPr>
            <p:cNvGrpSpPr/>
            <p:nvPr/>
          </p:nvGrpSpPr>
          <p:grpSpPr>
            <a:xfrm>
              <a:off x="1221213" y="2242860"/>
              <a:ext cx="1232275" cy="637212"/>
              <a:chOff x="1221213" y="2242860"/>
              <a:chExt cx="1232275" cy="637212"/>
            </a:xfrm>
          </p:grpSpPr>
          <p:sp>
            <p:nvSpPr>
              <p:cNvPr id="72" name="사각형: 잘린 대각선 방향 모서리 71">
                <a:extLst>
                  <a:ext uri="{FF2B5EF4-FFF2-40B4-BE49-F238E27FC236}">
                    <a16:creationId xmlns:a16="http://schemas.microsoft.com/office/drawing/2014/main" id="{B39E3CDB-E3C7-D343-2A51-D7462F003D55}"/>
                  </a:ext>
                </a:extLst>
              </p:cNvPr>
              <p:cNvSpPr/>
              <p:nvPr/>
            </p:nvSpPr>
            <p:spPr>
              <a:xfrm>
                <a:off x="1221213" y="2242860"/>
                <a:ext cx="1232275" cy="637212"/>
              </a:xfrm>
              <a:prstGeom prst="snip2DiagRect">
                <a:avLst/>
              </a:prstGeom>
              <a:solidFill>
                <a:srgbClr val="FFD966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73" name="Rectangle 14">
                <a:extLst>
                  <a:ext uri="{FF2B5EF4-FFF2-40B4-BE49-F238E27FC236}">
                    <a16:creationId xmlns:a16="http://schemas.microsoft.com/office/drawing/2014/main" id="{3A1F4010-9B84-B152-B87A-05B52AF4DB7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445991" y="2362921"/>
                <a:ext cx="753351" cy="343484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 cmpd="sng">
                    <a:solidFill>
                      <a:srgbClr val="000000"/>
                    </a:solidFill>
                    <a:miter lim="800000"/>
                    <a:headEnd type="none" w="med" len="med"/>
                    <a:tailEnd type="none" w="med" len="med"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lIns="0" tIns="0" rIns="0" bIns="0"/>
              <a:lstStyle>
                <a:lvl1pPr defTabSz="393700">
                  <a:defRPr kumimoji="1" sz="1200">
                    <a:solidFill>
                      <a:schemeClr val="tx1"/>
                    </a:solidFill>
                    <a:latin typeface="Calibri" panose="020F0502020204030204" pitchFamily="34" charset="0"/>
                    <a:cs typeface="Calibri" panose="020F0502020204030204" pitchFamily="34" charset="0"/>
                  </a:defRPr>
                </a:lvl1pPr>
                <a:lvl2pPr marL="989013" defTabSz="393700">
                  <a:defRPr kumimoji="1" sz="1200">
                    <a:solidFill>
                      <a:schemeClr val="tx1"/>
                    </a:solidFill>
                    <a:latin typeface="Calibri" panose="020F0502020204030204" pitchFamily="34" charset="0"/>
                    <a:cs typeface="Calibri" panose="020F0502020204030204" pitchFamily="34" charset="0"/>
                  </a:defRPr>
                </a:lvl2pPr>
                <a:lvl3pPr marL="1528763" defTabSz="393700">
                  <a:defRPr kumimoji="1" sz="1200">
                    <a:solidFill>
                      <a:schemeClr val="tx1"/>
                    </a:solidFill>
                    <a:latin typeface="Calibri" panose="020F0502020204030204" pitchFamily="34" charset="0"/>
                    <a:cs typeface="Calibri" panose="020F0502020204030204" pitchFamily="34" charset="0"/>
                  </a:defRPr>
                </a:lvl3pPr>
                <a:lvl4pPr marL="2068513" defTabSz="393700">
                  <a:defRPr kumimoji="1" sz="1200">
                    <a:solidFill>
                      <a:schemeClr val="tx1"/>
                    </a:solidFill>
                    <a:latin typeface="Calibri" panose="020F0502020204030204" pitchFamily="34" charset="0"/>
                    <a:cs typeface="Calibri" panose="020F0502020204030204" pitchFamily="34" charset="0"/>
                  </a:defRPr>
                </a:lvl4pPr>
                <a:lvl5pPr marL="2609850" defTabSz="393700">
                  <a:defRPr kumimoji="1" sz="1200">
                    <a:solidFill>
                      <a:schemeClr val="tx1"/>
                    </a:solidFill>
                    <a:latin typeface="Calibri" panose="020F0502020204030204" pitchFamily="34" charset="0"/>
                    <a:cs typeface="Calibri" panose="020F0502020204030204" pitchFamily="34" charset="0"/>
                  </a:defRPr>
                </a:lvl5pPr>
                <a:lvl6pPr marL="3067050" defTabSz="393700" fontAlgn="base">
                  <a:spcBef>
                    <a:spcPct val="30000"/>
                  </a:spcBef>
                  <a:spcAft>
                    <a:spcPct val="0"/>
                  </a:spcAft>
                  <a:defRPr kumimoji="1" sz="1200">
                    <a:solidFill>
                      <a:schemeClr val="tx1"/>
                    </a:solidFill>
                    <a:latin typeface="Calibri" panose="020F0502020204030204" pitchFamily="34" charset="0"/>
                    <a:cs typeface="Calibri" panose="020F0502020204030204" pitchFamily="34" charset="0"/>
                  </a:defRPr>
                </a:lvl6pPr>
                <a:lvl7pPr marL="3524250" defTabSz="393700" fontAlgn="base">
                  <a:spcBef>
                    <a:spcPct val="30000"/>
                  </a:spcBef>
                  <a:spcAft>
                    <a:spcPct val="0"/>
                  </a:spcAft>
                  <a:defRPr kumimoji="1" sz="1200">
                    <a:solidFill>
                      <a:schemeClr val="tx1"/>
                    </a:solidFill>
                    <a:latin typeface="Calibri" panose="020F0502020204030204" pitchFamily="34" charset="0"/>
                    <a:cs typeface="Calibri" panose="020F0502020204030204" pitchFamily="34" charset="0"/>
                  </a:defRPr>
                </a:lvl7pPr>
                <a:lvl8pPr marL="3981450" defTabSz="393700" fontAlgn="base">
                  <a:spcBef>
                    <a:spcPct val="30000"/>
                  </a:spcBef>
                  <a:spcAft>
                    <a:spcPct val="0"/>
                  </a:spcAft>
                  <a:defRPr kumimoji="1" sz="1200">
                    <a:solidFill>
                      <a:schemeClr val="tx1"/>
                    </a:solidFill>
                    <a:latin typeface="Calibri" panose="020F0502020204030204" pitchFamily="34" charset="0"/>
                    <a:cs typeface="Calibri" panose="020F0502020204030204" pitchFamily="34" charset="0"/>
                  </a:defRPr>
                </a:lvl8pPr>
                <a:lvl9pPr marL="4438650" defTabSz="393700" fontAlgn="base">
                  <a:spcBef>
                    <a:spcPct val="30000"/>
                  </a:spcBef>
                  <a:spcAft>
                    <a:spcPct val="0"/>
                  </a:spcAft>
                  <a:defRPr kumimoji="1" sz="1200">
                    <a:solidFill>
                      <a:schemeClr val="tx1"/>
                    </a:solidFill>
                    <a:latin typeface="Calibri" panose="020F0502020204030204" pitchFamily="34" charset="0"/>
                    <a:cs typeface="Calibri" panose="020F0502020204030204" pitchFamily="34" charset="0"/>
                  </a:defRPr>
                </a:lvl9pPr>
              </a:lstStyle>
              <a:p>
                <a:pPr algn="ctr" eaLnBrk="1" latinLnBrk="0" hangingPunct="1">
                  <a:spcBef>
                    <a:spcPts val="1600"/>
                  </a:spcBef>
                </a:pPr>
                <a:r>
                  <a:rPr lang="ko-KR" altLang="en-US" sz="3200" dirty="0">
                    <a:latin typeface="Noto Sans KR Medium" panose="020B0200000000000000" pitchFamily="50" charset="-127"/>
                    <a:ea typeface="Noto Sans KR Medium" panose="020B0200000000000000" pitchFamily="50" charset="-127"/>
                  </a:rPr>
                  <a:t>사랑</a:t>
                </a:r>
                <a:endParaRPr lang="en-US" altLang="ko-KR" sz="3200" dirty="0">
                  <a:latin typeface="Noto Sans KR Medium" panose="020B0200000000000000" pitchFamily="50" charset="-127"/>
                  <a:ea typeface="Noto Sans KR Medium" panose="020B0200000000000000" pitchFamily="50" charset="-127"/>
                </a:endParaRPr>
              </a:p>
            </p:txBody>
          </p:sp>
        </p:grpSp>
        <p:sp>
          <p:nvSpPr>
            <p:cNvPr id="71" name="Rectangle 14">
              <a:extLst>
                <a:ext uri="{FF2B5EF4-FFF2-40B4-BE49-F238E27FC236}">
                  <a16:creationId xmlns:a16="http://schemas.microsoft.com/office/drawing/2014/main" id="{D4F5A6BC-6482-2D55-92E2-D763EC34968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098247" y="2384272"/>
              <a:ext cx="1469634" cy="343484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 cmpd="sng">
                  <a:solidFill>
                    <a:srgbClr val="000000"/>
                  </a:solidFill>
                  <a:miter lim="800000"/>
                  <a:headEnd type="none" w="med" len="med"/>
                  <a:tailEnd type="none" w="med" len="med"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lIns="0" tIns="0" rIns="0" bIns="0"/>
            <a:lstStyle>
              <a:lvl1pPr defTabSz="393700">
                <a:defRPr kumimoji="1" sz="1200">
                  <a:solidFill>
                    <a:schemeClr val="tx1"/>
                  </a:solidFill>
                  <a:latin typeface="Calibri" panose="020F0502020204030204" pitchFamily="34" charset="0"/>
                  <a:cs typeface="Calibri" panose="020F0502020204030204" pitchFamily="34" charset="0"/>
                </a:defRPr>
              </a:lvl1pPr>
              <a:lvl2pPr marL="989013" defTabSz="393700">
                <a:defRPr kumimoji="1" sz="1200">
                  <a:solidFill>
                    <a:schemeClr val="tx1"/>
                  </a:solidFill>
                  <a:latin typeface="Calibri" panose="020F0502020204030204" pitchFamily="34" charset="0"/>
                  <a:cs typeface="Calibri" panose="020F0502020204030204" pitchFamily="34" charset="0"/>
                </a:defRPr>
              </a:lvl2pPr>
              <a:lvl3pPr marL="1528763" defTabSz="393700">
                <a:defRPr kumimoji="1" sz="1200">
                  <a:solidFill>
                    <a:schemeClr val="tx1"/>
                  </a:solidFill>
                  <a:latin typeface="Calibri" panose="020F0502020204030204" pitchFamily="34" charset="0"/>
                  <a:cs typeface="Calibri" panose="020F0502020204030204" pitchFamily="34" charset="0"/>
                </a:defRPr>
              </a:lvl3pPr>
              <a:lvl4pPr marL="2068513" defTabSz="393700">
                <a:defRPr kumimoji="1" sz="1200">
                  <a:solidFill>
                    <a:schemeClr val="tx1"/>
                  </a:solidFill>
                  <a:latin typeface="Calibri" panose="020F0502020204030204" pitchFamily="34" charset="0"/>
                  <a:cs typeface="Calibri" panose="020F0502020204030204" pitchFamily="34" charset="0"/>
                </a:defRPr>
              </a:lvl4pPr>
              <a:lvl5pPr marL="2609850" defTabSz="393700">
                <a:defRPr kumimoji="1" sz="1200">
                  <a:solidFill>
                    <a:schemeClr val="tx1"/>
                  </a:solidFill>
                  <a:latin typeface="Calibri" panose="020F0502020204030204" pitchFamily="34" charset="0"/>
                  <a:cs typeface="Calibri" panose="020F0502020204030204" pitchFamily="34" charset="0"/>
                </a:defRPr>
              </a:lvl5pPr>
              <a:lvl6pPr marL="3067050" defTabSz="393700" fontAlgn="base">
                <a:spcBef>
                  <a:spcPct val="30000"/>
                </a:spcBef>
                <a:spcAft>
                  <a:spcPct val="0"/>
                </a:spcAft>
                <a:defRPr kumimoji="1" sz="1200">
                  <a:solidFill>
                    <a:schemeClr val="tx1"/>
                  </a:solidFill>
                  <a:latin typeface="Calibri" panose="020F0502020204030204" pitchFamily="34" charset="0"/>
                  <a:cs typeface="Calibri" panose="020F0502020204030204" pitchFamily="34" charset="0"/>
                </a:defRPr>
              </a:lvl6pPr>
              <a:lvl7pPr marL="3524250" defTabSz="393700" fontAlgn="base">
                <a:spcBef>
                  <a:spcPct val="30000"/>
                </a:spcBef>
                <a:spcAft>
                  <a:spcPct val="0"/>
                </a:spcAft>
                <a:defRPr kumimoji="1" sz="1200">
                  <a:solidFill>
                    <a:schemeClr val="tx1"/>
                  </a:solidFill>
                  <a:latin typeface="Calibri" panose="020F0502020204030204" pitchFamily="34" charset="0"/>
                  <a:cs typeface="Calibri" panose="020F0502020204030204" pitchFamily="34" charset="0"/>
                </a:defRPr>
              </a:lvl7pPr>
              <a:lvl8pPr marL="3981450" defTabSz="393700" fontAlgn="base">
                <a:spcBef>
                  <a:spcPct val="30000"/>
                </a:spcBef>
                <a:spcAft>
                  <a:spcPct val="0"/>
                </a:spcAft>
                <a:defRPr kumimoji="1" sz="1200">
                  <a:solidFill>
                    <a:schemeClr val="tx1"/>
                  </a:solidFill>
                  <a:latin typeface="Calibri" panose="020F0502020204030204" pitchFamily="34" charset="0"/>
                  <a:cs typeface="Calibri" panose="020F0502020204030204" pitchFamily="34" charset="0"/>
                </a:defRPr>
              </a:lvl8pPr>
              <a:lvl9pPr marL="4438650" defTabSz="393700" fontAlgn="base">
                <a:spcBef>
                  <a:spcPct val="30000"/>
                </a:spcBef>
                <a:spcAft>
                  <a:spcPct val="0"/>
                </a:spcAft>
                <a:defRPr kumimoji="1" sz="1200">
                  <a:solidFill>
                    <a:schemeClr val="tx1"/>
                  </a:solidFill>
                  <a:latin typeface="Calibri" panose="020F0502020204030204" pitchFamily="34" charset="0"/>
                  <a:cs typeface="Calibri" panose="020F0502020204030204" pitchFamily="34" charset="0"/>
                </a:defRPr>
              </a:lvl9pPr>
            </a:lstStyle>
            <a:p>
              <a:pPr algn="ctr" eaLnBrk="1" latinLnBrk="0" hangingPunct="1">
                <a:spcBef>
                  <a:spcPts val="1600"/>
                </a:spcBef>
              </a:pPr>
              <a:r>
                <a:rPr lang="ko-KR" altLang="en-US" sz="2800" dirty="0">
                  <a:latin typeface="Noto Sans KR Medium" panose="020B0200000000000000" pitchFamily="50" charset="-127"/>
                  <a:ea typeface="Noto Sans KR Medium" panose="020B0200000000000000" pitchFamily="50" charset="-127"/>
                </a:rPr>
                <a:t>색 계열</a:t>
              </a:r>
              <a:endParaRPr lang="en-US" altLang="ko-KR" sz="2800" dirty="0">
                <a:latin typeface="Noto Sans KR Medium" panose="020B0200000000000000" pitchFamily="50" charset="-127"/>
                <a:ea typeface="Noto Sans KR Medium" panose="020B0200000000000000" pitchFamily="50" charset="-127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06664463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양쪽 모서리가 둥근 사각형 2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4</a:t>
            </a:fld>
            <a:endParaRPr lang="en-US" dirty="0"/>
          </a:p>
        </p:txBody>
      </p:sp>
      <p:sp>
        <p:nvSpPr>
          <p:cNvPr id="96" name="TextBox 95"/>
          <p:cNvSpPr txBox="1"/>
          <p:nvPr/>
        </p:nvSpPr>
        <p:spPr>
          <a:xfrm>
            <a:off x="10045136" y="1208366"/>
            <a:ext cx="1561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400" spc="-147" dirty="0">
                <a:solidFill>
                  <a:schemeClr val="bg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강의</a:t>
            </a:r>
          </a:p>
        </p:txBody>
      </p:sp>
      <p:sp>
        <p:nvSpPr>
          <p:cNvPr id="6" name="사각형: 잘린 대각선 방향 모서리 5">
            <a:extLst>
              <a:ext uri="{FF2B5EF4-FFF2-40B4-BE49-F238E27FC236}">
                <a16:creationId xmlns:a16="http://schemas.microsoft.com/office/drawing/2014/main" id="{05A58E5D-C63C-0079-6A9A-96F441AD0163}"/>
              </a:ext>
            </a:extLst>
          </p:cNvPr>
          <p:cNvSpPr/>
          <p:nvPr/>
        </p:nvSpPr>
        <p:spPr>
          <a:xfrm>
            <a:off x="855453" y="2151207"/>
            <a:ext cx="10481093" cy="3829868"/>
          </a:xfrm>
          <a:prstGeom prst="snip2DiagRect">
            <a:avLst/>
          </a:prstGeom>
          <a:solidFill>
            <a:srgbClr val="FF999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5" name="Rectangle 14">
            <a:extLst>
              <a:ext uri="{FF2B5EF4-FFF2-40B4-BE49-F238E27FC236}">
                <a16:creationId xmlns:a16="http://schemas.microsoft.com/office/drawing/2014/main" id="{1D4359AE-DFDE-6D8F-D2A7-06239DC49E0A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62323" y="2923185"/>
            <a:ext cx="7596743" cy="96722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/>
          <a:lstStyle>
            <a:lvl1pPr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98901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2pPr>
            <a:lvl3pPr marL="152876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3pPr>
            <a:lvl4pPr marL="206851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4pPr>
            <a:lvl5pPr marL="2609850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5pPr>
            <a:lvl6pPr marL="30670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6pPr>
            <a:lvl7pPr marL="35242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7pPr>
            <a:lvl8pPr marL="39814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8pPr>
            <a:lvl9pPr marL="44386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9pPr>
          </a:lstStyle>
          <a:p>
            <a:pPr algn="ctr" eaLnBrk="1" latinLnBrk="0" hangingPunct="1">
              <a:spcBef>
                <a:spcPts val="1600"/>
              </a:spcBef>
            </a:pPr>
            <a:r>
              <a:rPr lang="ko-KR" altLang="en-US" sz="2800" dirty="0">
                <a:latin typeface="Noto Sans KR Medium" panose="020B0200000000000000" pitchFamily="50" charset="-127"/>
                <a:ea typeface="Noto Sans KR Medium" panose="020B0200000000000000" pitchFamily="50" charset="-127"/>
              </a:rPr>
              <a:t>비슷한 느낌의 따뜻한 색이라도 사람에 따라 따뜻함을 느끼는 정도가 </a:t>
            </a:r>
            <a:r>
              <a:rPr lang="ko-KR" altLang="en-US" sz="2800" dirty="0">
                <a:solidFill>
                  <a:srgbClr val="FFFF00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</a:rPr>
              <a:t>다릅니다</a:t>
            </a:r>
            <a:r>
              <a:rPr lang="en-US" altLang="ko-KR" sz="2800" dirty="0">
                <a:solidFill>
                  <a:srgbClr val="FFFF00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</a:rPr>
              <a:t>.</a:t>
            </a:r>
          </a:p>
          <a:p>
            <a:pPr algn="ctr" eaLnBrk="1" latinLnBrk="0" hangingPunct="1">
              <a:spcBef>
                <a:spcPts val="1600"/>
              </a:spcBef>
            </a:pPr>
            <a:r>
              <a:rPr lang="ko-KR" altLang="en-US" sz="2800" dirty="0">
                <a:latin typeface="Noto Sans KR Medium" panose="020B0200000000000000" pitchFamily="50" charset="-127"/>
                <a:ea typeface="Noto Sans KR Medium" panose="020B0200000000000000" pitchFamily="50" charset="-127"/>
              </a:rPr>
              <a:t>따라서 색의 따뜻한 느낌이나 차가운 느낌은 </a:t>
            </a:r>
            <a:endParaRPr lang="en-US" altLang="ko-KR" sz="2800" dirty="0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  <a:p>
            <a:pPr algn="ctr" eaLnBrk="1" latinLnBrk="0" hangingPunct="1">
              <a:spcBef>
                <a:spcPts val="1600"/>
              </a:spcBef>
            </a:pPr>
            <a:r>
              <a:rPr lang="ko-KR" altLang="en-US" sz="2800" dirty="0">
                <a:solidFill>
                  <a:srgbClr val="FEFEFE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</a:rPr>
              <a:t>고정된 성질</a:t>
            </a:r>
            <a:r>
              <a:rPr lang="ko-KR" altLang="en-US" sz="2800" dirty="0">
                <a:latin typeface="Noto Sans KR Medium" panose="020B0200000000000000" pitchFamily="50" charset="-127"/>
                <a:ea typeface="Noto Sans KR Medium" panose="020B0200000000000000" pitchFamily="50" charset="-127"/>
              </a:rPr>
              <a:t>이</a:t>
            </a:r>
            <a:r>
              <a:rPr lang="ko-KR" altLang="en-US" sz="2800" dirty="0">
                <a:solidFill>
                  <a:srgbClr val="FEFEFE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</a:rPr>
              <a:t> </a:t>
            </a:r>
            <a:r>
              <a:rPr lang="ko-KR" altLang="en-US" sz="2800" dirty="0">
                <a:solidFill>
                  <a:srgbClr val="FFFF00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</a:rPr>
              <a:t>아닙니다</a:t>
            </a:r>
            <a:r>
              <a:rPr lang="en-US" altLang="ko-KR" sz="2800" dirty="0">
                <a:solidFill>
                  <a:srgbClr val="FFFF00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</a:rPr>
              <a:t>.</a:t>
            </a:r>
          </a:p>
        </p:txBody>
      </p:sp>
      <p:sp>
        <p:nvSpPr>
          <p:cNvPr id="21" name="제목 1">
            <a:extLst>
              <a:ext uri="{FF2B5EF4-FFF2-40B4-BE49-F238E27FC236}">
                <a16:creationId xmlns:a16="http://schemas.microsoft.com/office/drawing/2014/main" id="{43496D17-0B57-1D91-9627-76AB7548BA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9760" y="452670"/>
            <a:ext cx="9918885" cy="641085"/>
          </a:xfrm>
        </p:spPr>
        <p:txBody>
          <a:bodyPr>
            <a:normAutofit/>
          </a:bodyPr>
          <a:lstStyle/>
          <a:p>
            <a:r>
              <a:rPr lang="ko-KR" altLang="en-US" sz="3400" b="1" spc="0" dirty="0">
                <a:solidFill>
                  <a:schemeClr val="accent2"/>
                </a:solidFill>
                <a:latin typeface="Calibri"/>
                <a:ea typeface="에스코어 드림 8 Heavy" panose="020B0903030302020204" pitchFamily="34" charset="-127"/>
                <a:cs typeface="Calibri"/>
                <a:sym typeface="Calibri" panose="020F0502020204030204" pitchFamily="34" charset="0"/>
              </a:rPr>
              <a:t>관</a:t>
            </a:r>
            <a:r>
              <a:rPr lang="ko-KR" altLang="en-US" sz="3400" b="1" spc="0" dirty="0">
                <a:solidFill>
                  <a:srgbClr val="404040"/>
                </a:solidFill>
                <a:latin typeface="Calibri"/>
                <a:ea typeface="에스코어 드림 8 Heavy" panose="020B0903030302020204" pitchFamily="34" charset="-127"/>
                <a:cs typeface="Calibri"/>
                <a:sym typeface="Calibri" panose="020F0502020204030204" pitchFamily="34" charset="0"/>
              </a:rPr>
              <a:t>련짓</a:t>
            </a:r>
            <a:r>
              <a:rPr kumimoji="0" lang="ko-KR" altLang="en-US" sz="3400" b="1" i="0" u="none" strike="noStrike" kern="120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ea typeface="에스코어 드림 8 Heavy" panose="020B0903030302020204" pitchFamily="34" charset="-127"/>
                <a:cs typeface="Calibri"/>
                <a:sym typeface="Calibri" panose="020F0502020204030204" pitchFamily="34" charset="0"/>
              </a:rPr>
              <a:t>기 — </a:t>
            </a:r>
            <a:r>
              <a:rPr kumimoji="0" lang="ko-KR" altLang="en-US" sz="3400" b="1" i="0" u="none" strike="noStrike" kern="120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+mj-lt"/>
                <a:ea typeface="에스코어 드림 8 Heavy" panose="020B0903030302020204" pitchFamily="34" charset="-127"/>
                <a:cs typeface="Calibri"/>
                <a:sym typeface="Calibri" panose="020F0502020204030204" pitchFamily="34" charset="0"/>
              </a:rPr>
              <a:t>감정과 색 연결하기</a:t>
            </a:r>
            <a:endParaRPr lang="ko-KR" altLang="en-US" sz="3400" b="1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j-lt"/>
              <a:ea typeface="+mj-ea"/>
            </a:endParaRPr>
          </a:p>
        </p:txBody>
      </p:sp>
    </p:spTree>
    <p:extLst>
      <p:ext uri="{BB962C8B-B14F-4D97-AF65-F5344CB8AC3E}">
        <p14:creationId xmlns:p14="http://schemas.microsoft.com/office/powerpoint/2010/main" val="424683179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5</a:t>
            </a:fld>
            <a:endParaRPr lang="en-US" dirty="0"/>
          </a:p>
        </p:txBody>
      </p:sp>
      <p:sp>
        <p:nvSpPr>
          <p:cNvPr id="10" name="양쪽 모서리가 둥근 사각형 9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12" name="TextBox 11"/>
          <p:cNvSpPr txBox="1"/>
          <p:nvPr/>
        </p:nvSpPr>
        <p:spPr>
          <a:xfrm>
            <a:off x="10045136" y="1223282"/>
            <a:ext cx="1561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400" spc="-147" dirty="0">
                <a:solidFill>
                  <a:schemeClr val="tx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활동</a:t>
            </a:r>
          </a:p>
        </p:txBody>
      </p:sp>
      <p:sp>
        <p:nvSpPr>
          <p:cNvPr id="8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964152" cy="641085"/>
          </a:xfrm>
        </p:spPr>
        <p:txBody>
          <a:bodyPr>
            <a:noAutofit/>
          </a:bodyPr>
          <a:lstStyle/>
          <a:p>
            <a:r>
              <a:rPr lang="ko-KR" altLang="en-US" sz="3400" b="1" dirty="0">
                <a:solidFill>
                  <a:srgbClr val="00B050">
                    <a:alpha val="99000"/>
                  </a:srgbClr>
                </a:solidFill>
                <a:latin typeface="+mj-lt"/>
                <a:ea typeface="+mj-ea"/>
              </a:rPr>
              <a:t>표</a:t>
            </a:r>
            <a:r>
              <a:rPr lang="ko-KR" altLang="en-US" sz="34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  <a:ea typeface="+mj-ea"/>
              </a:rPr>
              <a:t>현하기 </a:t>
            </a:r>
            <a:r>
              <a:rPr kumimoji="0" lang="ko-KR" altLang="en-US" sz="3400" b="1" i="0" u="none" strike="noStrike" kern="120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+mj-lt"/>
                <a:ea typeface="에스코어 드림 8 Heavy" panose="020B0903030302020204" pitchFamily="34" charset="-127"/>
                <a:cs typeface="Calibri"/>
                <a:sym typeface="Calibri" panose="020F0502020204030204" pitchFamily="34" charset="0"/>
              </a:rPr>
              <a:t>—</a:t>
            </a:r>
            <a:r>
              <a:rPr lang="ko-KR" altLang="en-US" sz="3400" b="1" spc="0" dirty="0">
                <a:solidFill>
                  <a:srgbClr val="404040"/>
                </a:solidFill>
                <a:latin typeface="+mj-lt"/>
                <a:ea typeface="에스코어 드림 8 Heavy" panose="020B0903030302020204" pitchFamily="34" charset="-127"/>
                <a:cs typeface="Calibri"/>
                <a:sym typeface="Calibri" panose="020F0502020204030204" pitchFamily="34" charset="0"/>
              </a:rPr>
              <a:t>감정 색칠하기</a:t>
            </a:r>
            <a:endParaRPr lang="ko-KR" altLang="en-US" sz="3400" b="1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j-lt"/>
              <a:ea typeface="+mj-ea"/>
            </a:endParaRPr>
          </a:p>
        </p:txBody>
      </p:sp>
      <p:grpSp>
        <p:nvGrpSpPr>
          <p:cNvPr id="21" name="그룹 20">
            <a:extLst>
              <a:ext uri="{FF2B5EF4-FFF2-40B4-BE49-F238E27FC236}">
                <a16:creationId xmlns:a16="http://schemas.microsoft.com/office/drawing/2014/main" id="{2EF72766-5A73-62D8-065A-C65ADB4FA48F}"/>
              </a:ext>
            </a:extLst>
          </p:cNvPr>
          <p:cNvGrpSpPr/>
          <p:nvPr/>
        </p:nvGrpSpPr>
        <p:grpSpPr>
          <a:xfrm>
            <a:off x="643901" y="1422855"/>
            <a:ext cx="5237093" cy="379656"/>
            <a:chOff x="643901" y="1422855"/>
            <a:chExt cx="5237093" cy="379656"/>
          </a:xfrm>
        </p:grpSpPr>
        <p:grpSp>
          <p:nvGrpSpPr>
            <p:cNvPr id="3" name="그룹 2">
              <a:extLst>
                <a:ext uri="{FF2B5EF4-FFF2-40B4-BE49-F238E27FC236}">
                  <a16:creationId xmlns:a16="http://schemas.microsoft.com/office/drawing/2014/main" id="{1B5E2357-40D2-8C3A-E2F0-20B71089E6C8}"/>
                </a:ext>
              </a:extLst>
            </p:cNvPr>
            <p:cNvGrpSpPr/>
            <p:nvPr/>
          </p:nvGrpSpPr>
          <p:grpSpPr>
            <a:xfrm>
              <a:off x="643901" y="1446540"/>
              <a:ext cx="341311" cy="338555"/>
              <a:chOff x="853872" y="1465627"/>
              <a:chExt cx="318649" cy="316075"/>
            </a:xfrm>
          </p:grpSpPr>
          <p:sp>
            <p:nvSpPr>
              <p:cNvPr id="5" name="모서리가 둥근 직사각형 41">
                <a:extLst>
                  <a:ext uri="{FF2B5EF4-FFF2-40B4-BE49-F238E27FC236}">
                    <a16:creationId xmlns:a16="http://schemas.microsoft.com/office/drawing/2014/main" id="{B5CD1855-E762-360A-66D2-BD6E074052A6}"/>
                  </a:ext>
                </a:extLst>
              </p:cNvPr>
              <p:cNvSpPr/>
              <p:nvPr/>
            </p:nvSpPr>
            <p:spPr>
              <a:xfrm>
                <a:off x="853872" y="1487438"/>
                <a:ext cx="289128" cy="289128"/>
              </a:xfrm>
              <a:prstGeom prst="roundRect">
                <a:avLst/>
              </a:prstGeom>
              <a:solidFill>
                <a:srgbClr val="FFD966"/>
              </a:solidFill>
              <a:ln w="12700">
                <a:solidFill>
                  <a:schemeClr val="tx1"/>
                </a:solidFill>
              </a:ln>
              <a:effectLst>
                <a:outerShdw dist="38100" dir="2700000" algn="tl" rotWithShape="0">
                  <a:prstClr val="black">
                    <a:alpha val="15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867" dirty="0">
                  <a:latin typeface="+mj-ea"/>
                  <a:ea typeface="+mj-ea"/>
                </a:endParaRPr>
              </a:p>
            </p:txBody>
          </p:sp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E413DECA-CF8C-D3B1-16CD-A534C99466D8}"/>
                  </a:ext>
                </a:extLst>
              </p:cNvPr>
              <p:cNvSpPr txBox="1"/>
              <p:nvPr/>
            </p:nvSpPr>
            <p:spPr>
              <a:xfrm>
                <a:off x="893859" y="1465627"/>
                <a:ext cx="278662" cy="3160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r"/>
                <a:r>
                  <a:rPr lang="en-US" altLang="ko-KR" sz="1600" dirty="0">
                    <a:latin typeface="+mj-ea"/>
                    <a:ea typeface="+mj-ea"/>
                  </a:rPr>
                  <a:t>1</a:t>
                </a:r>
                <a:endParaRPr lang="ko-KR" altLang="en-US" sz="1600" dirty="0">
                  <a:latin typeface="+mj-ea"/>
                  <a:ea typeface="+mj-ea"/>
                </a:endParaRPr>
              </a:p>
            </p:txBody>
          </p:sp>
        </p:grp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3EC7A525-71D5-27FC-79F2-D60EDEE080DA}"/>
                </a:ext>
              </a:extLst>
            </p:cNvPr>
            <p:cNvSpPr txBox="1"/>
            <p:nvPr/>
          </p:nvSpPr>
          <p:spPr>
            <a:xfrm>
              <a:off x="986705" y="1422855"/>
              <a:ext cx="4894289" cy="37965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867" dirty="0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방금 떠올린 색으로 </a:t>
              </a:r>
              <a:r>
                <a:rPr lang="en-US" altLang="ko-KR" sz="1867" dirty="0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8</a:t>
              </a:r>
              <a:r>
                <a:rPr lang="ko-KR" altLang="en-US" sz="1867" dirty="0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가지 감정을 색칠합니다</a:t>
              </a:r>
              <a:r>
                <a:rPr lang="en-US" altLang="ko-KR" sz="1867" dirty="0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.</a:t>
              </a:r>
              <a:endParaRPr lang="ko-KR" altLang="en-US" sz="1867" dirty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endParaRPr>
            </a:p>
          </p:txBody>
        </p:sp>
      </p:grpSp>
      <p:grpSp>
        <p:nvGrpSpPr>
          <p:cNvPr id="22" name="그룹 21">
            <a:extLst>
              <a:ext uri="{FF2B5EF4-FFF2-40B4-BE49-F238E27FC236}">
                <a16:creationId xmlns:a16="http://schemas.microsoft.com/office/drawing/2014/main" id="{121C8395-E8A4-3ADD-1F20-DDC763B88F65}"/>
              </a:ext>
            </a:extLst>
          </p:cNvPr>
          <p:cNvGrpSpPr/>
          <p:nvPr/>
        </p:nvGrpSpPr>
        <p:grpSpPr>
          <a:xfrm>
            <a:off x="643901" y="2020648"/>
            <a:ext cx="8116086" cy="379656"/>
            <a:chOff x="643901" y="1422855"/>
            <a:chExt cx="8116086" cy="379656"/>
          </a:xfrm>
        </p:grpSpPr>
        <p:grpSp>
          <p:nvGrpSpPr>
            <p:cNvPr id="23" name="그룹 22">
              <a:extLst>
                <a:ext uri="{FF2B5EF4-FFF2-40B4-BE49-F238E27FC236}">
                  <a16:creationId xmlns:a16="http://schemas.microsoft.com/office/drawing/2014/main" id="{F210DC8C-6981-7EA5-EAC4-8421A3A43383}"/>
                </a:ext>
              </a:extLst>
            </p:cNvPr>
            <p:cNvGrpSpPr/>
            <p:nvPr/>
          </p:nvGrpSpPr>
          <p:grpSpPr>
            <a:xfrm>
              <a:off x="643901" y="1446540"/>
              <a:ext cx="341311" cy="338554"/>
              <a:chOff x="853872" y="1465627"/>
              <a:chExt cx="318649" cy="316074"/>
            </a:xfrm>
          </p:grpSpPr>
          <p:sp>
            <p:nvSpPr>
              <p:cNvPr id="25" name="모서리가 둥근 직사각형 41">
                <a:extLst>
                  <a:ext uri="{FF2B5EF4-FFF2-40B4-BE49-F238E27FC236}">
                    <a16:creationId xmlns:a16="http://schemas.microsoft.com/office/drawing/2014/main" id="{C8735C08-0D3B-2A20-5DE1-5492A499CDD2}"/>
                  </a:ext>
                </a:extLst>
              </p:cNvPr>
              <p:cNvSpPr/>
              <p:nvPr/>
            </p:nvSpPr>
            <p:spPr>
              <a:xfrm>
                <a:off x="853872" y="1487438"/>
                <a:ext cx="289128" cy="289128"/>
              </a:xfrm>
              <a:prstGeom prst="roundRect">
                <a:avLst/>
              </a:prstGeom>
              <a:solidFill>
                <a:srgbClr val="FFD966"/>
              </a:solidFill>
              <a:ln w="12700">
                <a:solidFill>
                  <a:schemeClr val="tx1"/>
                </a:solidFill>
              </a:ln>
              <a:effectLst>
                <a:outerShdw dist="38100" dir="2700000" algn="tl" rotWithShape="0">
                  <a:prstClr val="black">
                    <a:alpha val="15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867" dirty="0">
                  <a:latin typeface="+mj-ea"/>
                  <a:ea typeface="+mj-ea"/>
                </a:endParaRPr>
              </a:p>
            </p:txBody>
          </p:sp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70C87544-36B8-90FB-A7B5-E7CF91C0D1E4}"/>
                  </a:ext>
                </a:extLst>
              </p:cNvPr>
              <p:cNvSpPr txBox="1"/>
              <p:nvPr/>
            </p:nvSpPr>
            <p:spPr>
              <a:xfrm>
                <a:off x="877397" y="1465627"/>
                <a:ext cx="295124" cy="31607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r"/>
                <a:r>
                  <a:rPr lang="en-US" altLang="ko-KR" sz="1600" dirty="0">
                    <a:latin typeface="+mj-ea"/>
                    <a:ea typeface="+mj-ea"/>
                  </a:rPr>
                  <a:t>2</a:t>
                </a:r>
                <a:endParaRPr lang="ko-KR" altLang="en-US" sz="1600" dirty="0">
                  <a:latin typeface="+mj-ea"/>
                  <a:ea typeface="+mj-ea"/>
                </a:endParaRPr>
              </a:p>
            </p:txBody>
          </p:sp>
        </p:grp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8AF3CC98-BC82-9FB8-D1D5-865F6E994233}"/>
                </a:ext>
              </a:extLst>
            </p:cNvPr>
            <p:cNvSpPr txBox="1"/>
            <p:nvPr/>
          </p:nvSpPr>
          <p:spPr>
            <a:xfrm>
              <a:off x="986705" y="1422855"/>
              <a:ext cx="7773282" cy="37965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867" dirty="0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감정의 크기는 사람마다 다르므로 친구들과 사용한 색이 다를 수 있습니다</a:t>
              </a:r>
              <a:r>
                <a:rPr lang="en-US" altLang="ko-KR" sz="1867" dirty="0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.</a:t>
              </a:r>
              <a:endParaRPr lang="ko-KR" altLang="en-US" sz="1867" dirty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endParaRPr>
            </a:p>
          </p:txBody>
        </p:sp>
      </p:grpSp>
      <p:grpSp>
        <p:nvGrpSpPr>
          <p:cNvPr id="27" name="그룹 26">
            <a:extLst>
              <a:ext uri="{FF2B5EF4-FFF2-40B4-BE49-F238E27FC236}">
                <a16:creationId xmlns:a16="http://schemas.microsoft.com/office/drawing/2014/main" id="{6CC431B0-EE5D-51BA-0F0C-6DC1D4C9FCCB}"/>
              </a:ext>
            </a:extLst>
          </p:cNvPr>
          <p:cNvGrpSpPr/>
          <p:nvPr/>
        </p:nvGrpSpPr>
        <p:grpSpPr>
          <a:xfrm>
            <a:off x="643901" y="2670989"/>
            <a:ext cx="7282524" cy="379656"/>
            <a:chOff x="643901" y="1422855"/>
            <a:chExt cx="7282524" cy="379656"/>
          </a:xfrm>
        </p:grpSpPr>
        <p:grpSp>
          <p:nvGrpSpPr>
            <p:cNvPr id="28" name="그룹 27">
              <a:extLst>
                <a:ext uri="{FF2B5EF4-FFF2-40B4-BE49-F238E27FC236}">
                  <a16:creationId xmlns:a16="http://schemas.microsoft.com/office/drawing/2014/main" id="{9EB2551C-98DB-DDA2-7014-7C95C23B0258}"/>
                </a:ext>
              </a:extLst>
            </p:cNvPr>
            <p:cNvGrpSpPr/>
            <p:nvPr/>
          </p:nvGrpSpPr>
          <p:grpSpPr>
            <a:xfrm>
              <a:off x="643901" y="1446540"/>
              <a:ext cx="341311" cy="338554"/>
              <a:chOff x="853872" y="1465627"/>
              <a:chExt cx="318649" cy="316074"/>
            </a:xfrm>
          </p:grpSpPr>
          <p:sp>
            <p:nvSpPr>
              <p:cNvPr id="30" name="모서리가 둥근 직사각형 41">
                <a:extLst>
                  <a:ext uri="{FF2B5EF4-FFF2-40B4-BE49-F238E27FC236}">
                    <a16:creationId xmlns:a16="http://schemas.microsoft.com/office/drawing/2014/main" id="{E2400EA7-2380-902A-5A0E-3D04E029F2C0}"/>
                  </a:ext>
                </a:extLst>
              </p:cNvPr>
              <p:cNvSpPr/>
              <p:nvPr/>
            </p:nvSpPr>
            <p:spPr>
              <a:xfrm>
                <a:off x="853872" y="1487438"/>
                <a:ext cx="289128" cy="289128"/>
              </a:xfrm>
              <a:prstGeom prst="roundRect">
                <a:avLst/>
              </a:prstGeom>
              <a:solidFill>
                <a:srgbClr val="FFD966"/>
              </a:solidFill>
              <a:ln w="12700">
                <a:solidFill>
                  <a:schemeClr val="tx1"/>
                </a:solidFill>
              </a:ln>
              <a:effectLst>
                <a:outerShdw dist="38100" dir="2700000" algn="tl" rotWithShape="0">
                  <a:prstClr val="black">
                    <a:alpha val="15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867" dirty="0">
                  <a:latin typeface="+mj-ea"/>
                  <a:ea typeface="+mj-ea"/>
                </a:endParaRPr>
              </a:p>
            </p:txBody>
          </p:sp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1402549F-718E-4D63-6A95-869CE2D54B8A}"/>
                  </a:ext>
                </a:extLst>
              </p:cNvPr>
              <p:cNvSpPr txBox="1"/>
              <p:nvPr/>
            </p:nvSpPr>
            <p:spPr>
              <a:xfrm>
                <a:off x="877397" y="1465627"/>
                <a:ext cx="295124" cy="31607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r"/>
                <a:r>
                  <a:rPr lang="en-US" altLang="ko-KR" sz="1600" dirty="0">
                    <a:latin typeface="+mj-ea"/>
                    <a:ea typeface="+mj-ea"/>
                  </a:rPr>
                  <a:t>3</a:t>
                </a:r>
                <a:endParaRPr lang="ko-KR" altLang="en-US" sz="1600" dirty="0">
                  <a:latin typeface="+mj-ea"/>
                  <a:ea typeface="+mj-ea"/>
                </a:endParaRPr>
              </a:p>
            </p:txBody>
          </p:sp>
        </p:grp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8F03369B-DFE4-9E96-9620-AA858E6F5DB9}"/>
                </a:ext>
              </a:extLst>
            </p:cNvPr>
            <p:cNvSpPr txBox="1"/>
            <p:nvPr/>
          </p:nvSpPr>
          <p:spPr>
            <a:xfrm>
              <a:off x="986705" y="1422855"/>
              <a:ext cx="6939720" cy="37965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1867" dirty="0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8</a:t>
              </a:r>
              <a:r>
                <a:rPr lang="ko-KR" altLang="en-US" sz="1867" dirty="0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가지 감정 이외에 표현하고 싶은 감정이 있다면 추가해도 됩니다</a:t>
              </a:r>
              <a:r>
                <a:rPr lang="en-US" altLang="ko-KR" sz="1867" dirty="0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.</a:t>
              </a:r>
              <a:endParaRPr lang="ko-KR" altLang="en-US" sz="1867" dirty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endParaRPr>
            </a:p>
          </p:txBody>
        </p:sp>
      </p:grpSp>
      <p:sp>
        <p:nvSpPr>
          <p:cNvPr id="15" name="TextBox 14">
            <a:extLst>
              <a:ext uri="{FF2B5EF4-FFF2-40B4-BE49-F238E27FC236}">
                <a16:creationId xmlns:a16="http://schemas.microsoft.com/office/drawing/2014/main" id="{EA33C494-0C41-8B31-41E2-51A740780335}"/>
              </a:ext>
            </a:extLst>
          </p:cNvPr>
          <p:cNvSpPr txBox="1"/>
          <p:nvPr/>
        </p:nvSpPr>
        <p:spPr>
          <a:xfrm>
            <a:off x="6740621" y="6084514"/>
            <a:ext cx="330451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900" dirty="0"/>
              <a:t>AI(Google Gemini)</a:t>
            </a:r>
            <a:r>
              <a:rPr lang="ko-KR" altLang="en-US" sz="900" dirty="0"/>
              <a:t>로 생성한 이미지입니다</a:t>
            </a:r>
            <a:r>
              <a:rPr lang="en-US" altLang="ko-KR" sz="900" dirty="0"/>
              <a:t>.</a:t>
            </a:r>
            <a:endParaRPr lang="ko-KR" altLang="en-US" sz="900" dirty="0"/>
          </a:p>
        </p:txBody>
      </p:sp>
      <p:pic>
        <p:nvPicPr>
          <p:cNvPr id="17" name="그림 16">
            <a:extLst>
              <a:ext uri="{FF2B5EF4-FFF2-40B4-BE49-F238E27FC236}">
                <a16:creationId xmlns:a16="http://schemas.microsoft.com/office/drawing/2014/main" id="{DBDEF839-29A5-6619-2AD4-D5FBCB98E5B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22259" y="3114111"/>
            <a:ext cx="4651381" cy="32912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5650461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6</a:t>
            </a:fld>
            <a:endParaRPr lang="en-US" dirty="0"/>
          </a:p>
        </p:txBody>
      </p:sp>
      <p:sp>
        <p:nvSpPr>
          <p:cNvPr id="10" name="양쪽 모서리가 둥근 사각형 9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12" name="TextBox 11"/>
          <p:cNvSpPr txBox="1"/>
          <p:nvPr/>
        </p:nvSpPr>
        <p:spPr>
          <a:xfrm>
            <a:off x="10045136" y="1223282"/>
            <a:ext cx="1561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400" spc="-147" dirty="0">
                <a:solidFill>
                  <a:schemeClr val="tx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활동</a:t>
            </a:r>
          </a:p>
        </p:txBody>
      </p:sp>
      <p:sp>
        <p:nvSpPr>
          <p:cNvPr id="8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823452" cy="641085"/>
          </a:xfrm>
        </p:spPr>
        <p:txBody>
          <a:bodyPr>
            <a:normAutofit/>
          </a:bodyPr>
          <a:lstStyle/>
          <a:p>
            <a:r>
              <a:rPr lang="ko-KR" altLang="en-US" sz="3400" b="1" dirty="0">
                <a:solidFill>
                  <a:srgbClr val="00B050">
                    <a:alpha val="99000"/>
                  </a:srgbClr>
                </a:solidFill>
                <a:latin typeface="+mj-lt"/>
                <a:ea typeface="+mj-ea"/>
              </a:rPr>
              <a:t>표</a:t>
            </a:r>
            <a:r>
              <a:rPr lang="ko-KR" altLang="en-US" sz="34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  <a:ea typeface="+mj-ea"/>
              </a:rPr>
              <a:t>현하기 </a:t>
            </a:r>
            <a:r>
              <a:rPr kumimoji="0" lang="ko-KR" altLang="en-US" sz="3400" b="1" i="0" u="none" strike="noStrike" kern="120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+mj-lt"/>
                <a:ea typeface="에스코어 드림 8 Heavy" panose="020B0903030302020204" pitchFamily="34" charset="-127"/>
                <a:cs typeface="Calibri"/>
                <a:sym typeface="Calibri" panose="020F0502020204030204" pitchFamily="34" charset="0"/>
              </a:rPr>
              <a:t>—</a:t>
            </a:r>
            <a:r>
              <a:rPr lang="ko-KR" altLang="en-US" sz="3400" b="1" spc="0" dirty="0">
                <a:solidFill>
                  <a:srgbClr val="404040"/>
                </a:solidFill>
                <a:latin typeface="+mj-lt"/>
                <a:ea typeface="에스코어 드림 8 Heavy" panose="020B0903030302020204" pitchFamily="34" charset="-127"/>
                <a:cs typeface="Calibri"/>
                <a:sym typeface="Calibri" panose="020F0502020204030204" pitchFamily="34" charset="0"/>
              </a:rPr>
              <a:t>감정 색칠하기</a:t>
            </a:r>
            <a:endParaRPr lang="ko-KR" altLang="en-US" sz="3400" b="1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j-lt"/>
              <a:ea typeface="+mj-ea"/>
            </a:endParaRPr>
          </a:p>
        </p:txBody>
      </p:sp>
      <p:grpSp>
        <p:nvGrpSpPr>
          <p:cNvPr id="2" name="그룹 1">
            <a:extLst>
              <a:ext uri="{FF2B5EF4-FFF2-40B4-BE49-F238E27FC236}">
                <a16:creationId xmlns:a16="http://schemas.microsoft.com/office/drawing/2014/main" id="{D95F18C2-2DAB-D329-CE07-781CBFCAF47D}"/>
              </a:ext>
            </a:extLst>
          </p:cNvPr>
          <p:cNvGrpSpPr/>
          <p:nvPr/>
        </p:nvGrpSpPr>
        <p:grpSpPr>
          <a:xfrm>
            <a:off x="686731" y="1422855"/>
            <a:ext cx="8095695" cy="379656"/>
            <a:chOff x="914427" y="1470196"/>
            <a:chExt cx="6071781" cy="284742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E413DECA-CF8C-D3B1-16CD-A534C99466D8}"/>
                </a:ext>
              </a:extLst>
            </p:cNvPr>
            <p:cNvSpPr txBox="1"/>
            <p:nvPr/>
          </p:nvSpPr>
          <p:spPr>
            <a:xfrm>
              <a:off x="914427" y="1487959"/>
              <a:ext cx="223861" cy="25391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en-US" altLang="ko-KR" sz="1600" dirty="0">
                  <a:latin typeface="+mj-ea"/>
                  <a:ea typeface="+mj-ea"/>
                </a:rPr>
                <a:t>1</a:t>
              </a:r>
              <a:endParaRPr lang="ko-KR" altLang="en-US" sz="1600" dirty="0">
                <a:latin typeface="+mj-ea"/>
                <a:ea typeface="+mj-ea"/>
              </a:endParaRPr>
            </a:p>
          </p:txBody>
        </p: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3EC7A525-71D5-27FC-79F2-D60EDEE080DA}"/>
                </a:ext>
              </a:extLst>
            </p:cNvPr>
            <p:cNvSpPr txBox="1"/>
            <p:nvPr/>
          </p:nvSpPr>
          <p:spPr>
            <a:xfrm>
              <a:off x="1139406" y="1470196"/>
              <a:ext cx="5846802" cy="28474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1867" dirty="0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[</a:t>
              </a:r>
              <a:r>
                <a:rPr lang="ko-KR" altLang="en-US" sz="1867" dirty="0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모둠</a:t>
              </a:r>
              <a:r>
                <a:rPr lang="en-US" altLang="ko-KR" sz="1867" dirty="0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/</a:t>
              </a:r>
              <a:r>
                <a:rPr lang="ko-KR" altLang="en-US" sz="1867" dirty="0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발표 수업</a:t>
              </a:r>
              <a:r>
                <a:rPr lang="en-US" altLang="ko-KR" sz="1867" dirty="0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] </a:t>
              </a:r>
              <a:r>
                <a:rPr lang="ko-KR" altLang="en-US" sz="1867" dirty="0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기능을 활용하여 작품을 공유하고 이야기 나누어 봅시다</a:t>
              </a:r>
              <a:r>
                <a:rPr lang="en-US" altLang="ko-KR" sz="1867" dirty="0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.</a:t>
              </a:r>
              <a:endParaRPr lang="ko-KR" altLang="en-US" sz="1867" dirty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endParaRPr>
            </a:p>
          </p:txBody>
        </p:sp>
      </p:grpSp>
      <p:grpSp>
        <p:nvGrpSpPr>
          <p:cNvPr id="13" name="그룹 12">
            <a:extLst>
              <a:ext uri="{FF2B5EF4-FFF2-40B4-BE49-F238E27FC236}">
                <a16:creationId xmlns:a16="http://schemas.microsoft.com/office/drawing/2014/main" id="{32E1C425-D429-6D6D-F6B5-CB2E420AD99C}"/>
              </a:ext>
            </a:extLst>
          </p:cNvPr>
          <p:cNvGrpSpPr/>
          <p:nvPr/>
        </p:nvGrpSpPr>
        <p:grpSpPr>
          <a:xfrm>
            <a:off x="643901" y="1446540"/>
            <a:ext cx="341311" cy="338555"/>
            <a:chOff x="853872" y="1465627"/>
            <a:chExt cx="318649" cy="316075"/>
          </a:xfrm>
        </p:grpSpPr>
        <p:sp>
          <p:nvSpPr>
            <p:cNvPr id="15" name="모서리가 둥근 직사각형 41">
              <a:extLst>
                <a:ext uri="{FF2B5EF4-FFF2-40B4-BE49-F238E27FC236}">
                  <a16:creationId xmlns:a16="http://schemas.microsoft.com/office/drawing/2014/main" id="{397B7C0B-AF8A-2A09-1C27-F89FBDECB02D}"/>
                </a:ext>
              </a:extLst>
            </p:cNvPr>
            <p:cNvSpPr/>
            <p:nvPr/>
          </p:nvSpPr>
          <p:spPr>
            <a:xfrm>
              <a:off x="853872" y="1487438"/>
              <a:ext cx="289128" cy="289128"/>
            </a:xfrm>
            <a:prstGeom prst="roundRect">
              <a:avLst/>
            </a:prstGeom>
            <a:solidFill>
              <a:srgbClr val="FFD966"/>
            </a:solidFill>
            <a:ln w="12700">
              <a:solidFill>
                <a:schemeClr val="tx1"/>
              </a:solidFill>
            </a:ln>
            <a:effectLst>
              <a:outerShdw dist="38100" dir="2700000" algn="tl" rotWithShape="0">
                <a:prstClr val="black">
                  <a:alpha val="15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67" dirty="0">
                <a:latin typeface="+mj-ea"/>
                <a:ea typeface="+mj-ea"/>
              </a:endParaRP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CAD5CEBD-B114-DC0D-7AD0-8C988EEE8157}"/>
                </a:ext>
              </a:extLst>
            </p:cNvPr>
            <p:cNvSpPr txBox="1"/>
            <p:nvPr/>
          </p:nvSpPr>
          <p:spPr>
            <a:xfrm>
              <a:off x="893859" y="1465627"/>
              <a:ext cx="278662" cy="3160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en-US" altLang="ko-KR" sz="1600" dirty="0">
                  <a:latin typeface="+mj-ea"/>
                  <a:ea typeface="+mj-ea"/>
                </a:rPr>
                <a:t>1</a:t>
              </a:r>
              <a:endParaRPr lang="ko-KR" altLang="en-US" sz="1600" dirty="0">
                <a:latin typeface="+mj-ea"/>
                <a:ea typeface="+mj-ea"/>
              </a:endParaRPr>
            </a:p>
          </p:txBody>
        </p:sp>
      </p:grpSp>
      <p:sp>
        <p:nvSpPr>
          <p:cNvPr id="28" name="Rectangle 9">
            <a:extLst>
              <a:ext uri="{FF2B5EF4-FFF2-40B4-BE49-F238E27FC236}">
                <a16:creationId xmlns:a16="http://schemas.microsoft.com/office/drawing/2014/main" id="{04836553-D1B8-352A-5B71-F1716630A4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89881" y="4659714"/>
            <a:ext cx="8490296" cy="100307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/>
          <a:lstStyle>
            <a:lvl1pPr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98901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2pPr>
            <a:lvl3pPr marL="152876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3pPr>
            <a:lvl4pPr marL="206851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4pPr>
            <a:lvl5pPr marL="2609850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5pPr>
            <a:lvl6pPr marL="30670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6pPr>
            <a:lvl7pPr marL="35242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7pPr>
            <a:lvl8pPr marL="39814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8pPr>
            <a:lvl9pPr marL="44386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9pPr>
          </a:lstStyle>
          <a:p>
            <a:pPr eaLnBrk="1" latinLnBrk="0" hangingPunct="1">
              <a:spcBef>
                <a:spcPts val="1400"/>
              </a:spcBef>
              <a:buClr>
                <a:srgbClr val="2C2C2A"/>
              </a:buClr>
            </a:pPr>
            <a:r>
              <a:rPr lang="ko-KR" altLang="en-US" sz="2800" dirty="0">
                <a:latin typeface="Noto Sans KR Medium" panose="020B0200000000000000" pitchFamily="50" charset="-127"/>
                <a:ea typeface="Noto Sans KR Medium" panose="020B0200000000000000" pitchFamily="50" charset="-127"/>
              </a:rPr>
              <a:t>〮 </a:t>
            </a:r>
            <a:r>
              <a:rPr lang="ko-KR" altLang="en-US" sz="2800" dirty="0">
                <a:solidFill>
                  <a:srgbClr val="2C2C2A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</a:rPr>
              <a:t>유의점</a:t>
            </a:r>
            <a:r>
              <a:rPr lang="en-US" altLang="ko-KR" sz="2800" dirty="0">
                <a:solidFill>
                  <a:srgbClr val="2C2C2A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</a:rPr>
              <a:t>:</a:t>
            </a:r>
            <a:endParaRPr lang="ko-KR" altLang="en-US" sz="2800" dirty="0">
              <a:solidFill>
                <a:srgbClr val="2C2C2A"/>
              </a:solidFill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  <a:p>
            <a:pPr eaLnBrk="1" latinLnBrk="0" hangingPunct="1">
              <a:spcBef>
                <a:spcPts val="1400"/>
              </a:spcBef>
            </a:pPr>
            <a:r>
              <a:rPr lang="ko-KR" altLang="en-US" sz="2800" dirty="0">
                <a:solidFill>
                  <a:srgbClr val="2C2C2A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sym typeface="Wingdings" panose="05000000000000000000" pitchFamily="2" charset="2"/>
              </a:rPr>
              <a:t> 게시물 평가</a:t>
            </a:r>
            <a:endParaRPr lang="ko-KR" altLang="en-US" sz="2800" dirty="0">
              <a:solidFill>
                <a:srgbClr val="2C2C2A"/>
              </a:solidFill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29" name="사각형: 잘린 대각선 방향 모서리 28">
            <a:extLst>
              <a:ext uri="{FF2B5EF4-FFF2-40B4-BE49-F238E27FC236}">
                <a16:creationId xmlns:a16="http://schemas.microsoft.com/office/drawing/2014/main" id="{17FED4DC-F943-786B-56AE-22593AFFE10A}"/>
              </a:ext>
            </a:extLst>
          </p:cNvPr>
          <p:cNvSpPr/>
          <p:nvPr/>
        </p:nvSpPr>
        <p:spPr>
          <a:xfrm>
            <a:off x="1089881" y="2596348"/>
            <a:ext cx="10169267" cy="1665304"/>
          </a:xfrm>
          <a:prstGeom prst="snip2DiagRect">
            <a:avLst/>
          </a:prstGeom>
          <a:solidFill>
            <a:srgbClr val="FFD96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0" name="Rectangle 14">
            <a:extLst>
              <a:ext uri="{FF2B5EF4-FFF2-40B4-BE49-F238E27FC236}">
                <a16:creationId xmlns:a16="http://schemas.microsoft.com/office/drawing/2014/main" id="{15164AF1-02F8-9742-4A02-088CB9F3CF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89881" y="2855457"/>
            <a:ext cx="10012239" cy="96722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/>
          <a:lstStyle>
            <a:lvl1pPr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98901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2pPr>
            <a:lvl3pPr marL="152876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3pPr>
            <a:lvl4pPr marL="206851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4pPr>
            <a:lvl5pPr marL="2609850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5pPr>
            <a:lvl6pPr marL="30670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6pPr>
            <a:lvl7pPr marL="35242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7pPr>
            <a:lvl8pPr marL="39814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8pPr>
            <a:lvl9pPr marL="44386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9pPr>
          </a:lstStyle>
          <a:p>
            <a:pPr algn="ctr" eaLnBrk="1" latinLnBrk="0" hangingPunct="1">
              <a:spcBef>
                <a:spcPts val="1600"/>
              </a:spcBef>
            </a:pPr>
            <a:r>
              <a:rPr lang="ko-KR" altLang="en-US" sz="2800" dirty="0">
                <a:latin typeface="Noto Sans KR Medium" panose="020B0200000000000000" pitchFamily="50" charset="-127"/>
                <a:ea typeface="Noto Sans KR Medium" panose="020B0200000000000000" pitchFamily="50" charset="-127"/>
              </a:rPr>
              <a:t>따뜻한 느낌의 색이 쓰인 감정과 </a:t>
            </a:r>
            <a:endParaRPr lang="en-US" altLang="ko-KR" sz="2800" dirty="0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  <a:p>
            <a:pPr algn="ctr" eaLnBrk="1" latinLnBrk="0" hangingPunct="1">
              <a:spcBef>
                <a:spcPts val="1600"/>
              </a:spcBef>
            </a:pPr>
            <a:r>
              <a:rPr lang="ko-KR" altLang="en-US" sz="2800" dirty="0">
                <a:latin typeface="Noto Sans KR Medium" panose="020B0200000000000000" pitchFamily="50" charset="-127"/>
                <a:ea typeface="Noto Sans KR Medium" panose="020B0200000000000000" pitchFamily="50" charset="-127"/>
              </a:rPr>
              <a:t>차가운 느낌의 쓰인 감정은 각각 무엇인가요</a:t>
            </a:r>
            <a:r>
              <a:rPr lang="en-US" altLang="ko-KR" sz="2800" dirty="0">
                <a:latin typeface="Noto Sans KR Medium" panose="020B0200000000000000" pitchFamily="50" charset="-127"/>
                <a:ea typeface="Noto Sans KR Medium" panose="020B0200000000000000" pitchFamily="50" charset="-127"/>
              </a:rPr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316298726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7</a:t>
            </a:fld>
            <a:endParaRPr lang="en-US" dirty="0"/>
          </a:p>
        </p:txBody>
      </p:sp>
      <p:sp>
        <p:nvSpPr>
          <p:cNvPr id="8" name="제목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ko-KR" altLang="en-US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정리하기</a:t>
            </a:r>
          </a:p>
        </p:txBody>
      </p:sp>
      <p:sp>
        <p:nvSpPr>
          <p:cNvPr id="2" name="Rectangle 6">
            <a:extLst>
              <a:ext uri="{FF2B5EF4-FFF2-40B4-BE49-F238E27FC236}">
                <a16:creationId xmlns:a16="http://schemas.microsoft.com/office/drawing/2014/main" id="{783C79BC-9644-B814-24DC-B572CAABBBFA}"/>
              </a:ext>
            </a:extLst>
          </p:cNvPr>
          <p:cNvSpPr>
            <a:spLocks noChangeArrowheads="1"/>
          </p:cNvSpPr>
          <p:nvPr/>
        </p:nvSpPr>
        <p:spPr bwMode="auto">
          <a:xfrm>
            <a:off x="896937" y="1997075"/>
            <a:ext cx="10030893" cy="37544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/>
          <a:lstStyle>
            <a:lvl1pPr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98901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2pPr>
            <a:lvl3pPr marL="152876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3pPr>
            <a:lvl4pPr marL="206851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4pPr>
            <a:lvl5pPr marL="2609850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5pPr>
            <a:lvl6pPr marL="30670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6pPr>
            <a:lvl7pPr marL="35242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7pPr>
            <a:lvl8pPr marL="39814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8pPr>
            <a:lvl9pPr marL="44386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9pPr>
          </a:lstStyle>
          <a:p>
            <a:pPr marL="457200" indent="-457200" eaLnBrk="1" latinLnBrk="0" hangingPunct="1">
              <a:spcBef>
                <a:spcPts val="1400"/>
              </a:spcBef>
              <a:buFont typeface="Wingdings" panose="05000000000000000000" pitchFamily="2" charset="2"/>
              <a:buChar char="þ"/>
            </a:pPr>
            <a:r>
              <a:rPr lang="ko-KR" altLang="en-US" sz="2600" dirty="0">
                <a:solidFill>
                  <a:srgbClr val="2C2C2A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sym typeface="Wingdings" panose="05000000000000000000" pitchFamily="2" charset="2"/>
              </a:rPr>
              <a:t>빨강</a:t>
            </a:r>
            <a:r>
              <a:rPr lang="en-US" altLang="ko-KR" sz="2600" dirty="0">
                <a:solidFill>
                  <a:srgbClr val="2C2C2A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sym typeface="Wingdings" panose="05000000000000000000" pitchFamily="2" charset="2"/>
              </a:rPr>
              <a:t>, </a:t>
            </a:r>
            <a:r>
              <a:rPr lang="ko-KR" altLang="en-US" sz="2600" dirty="0">
                <a:solidFill>
                  <a:srgbClr val="2C2C2A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sym typeface="Wingdings" panose="05000000000000000000" pitchFamily="2" charset="2"/>
              </a:rPr>
              <a:t>주황</a:t>
            </a:r>
            <a:r>
              <a:rPr lang="en-US" altLang="ko-KR" sz="2600" dirty="0">
                <a:solidFill>
                  <a:srgbClr val="2C2C2A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sym typeface="Wingdings" panose="05000000000000000000" pitchFamily="2" charset="2"/>
              </a:rPr>
              <a:t>, </a:t>
            </a:r>
            <a:r>
              <a:rPr lang="ko-KR" altLang="en-US" sz="2600" dirty="0">
                <a:solidFill>
                  <a:srgbClr val="2C2C2A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sym typeface="Wingdings" panose="05000000000000000000" pitchFamily="2" charset="2"/>
              </a:rPr>
              <a:t>노랑은 따뜻한 느낌을 준다</a:t>
            </a:r>
            <a:r>
              <a:rPr lang="en-US" altLang="ko-KR" sz="2600" dirty="0">
                <a:solidFill>
                  <a:srgbClr val="2C2C2A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sym typeface="Wingdings" panose="05000000000000000000" pitchFamily="2" charset="2"/>
              </a:rPr>
              <a:t>.</a:t>
            </a:r>
          </a:p>
          <a:p>
            <a:pPr marL="457200" indent="-457200" eaLnBrk="1" latinLnBrk="0" hangingPunct="1">
              <a:spcBef>
                <a:spcPts val="1400"/>
              </a:spcBef>
              <a:buFont typeface="Wingdings" panose="05000000000000000000" pitchFamily="2" charset="2"/>
              <a:buChar char="þ"/>
            </a:pPr>
            <a:r>
              <a:rPr lang="ko-KR" altLang="en-US" sz="2600" dirty="0">
                <a:solidFill>
                  <a:srgbClr val="2C2C2A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sym typeface="Wingdings" panose="05000000000000000000" pitchFamily="2" charset="2"/>
              </a:rPr>
              <a:t>남색</a:t>
            </a:r>
            <a:r>
              <a:rPr lang="en-US" altLang="ko-KR" sz="2600" dirty="0">
                <a:solidFill>
                  <a:srgbClr val="2C2C2A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sym typeface="Wingdings" panose="05000000000000000000" pitchFamily="2" charset="2"/>
              </a:rPr>
              <a:t>, </a:t>
            </a:r>
            <a:r>
              <a:rPr lang="ko-KR" altLang="en-US" sz="2600" dirty="0">
                <a:solidFill>
                  <a:srgbClr val="2C2C2A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sym typeface="Wingdings" panose="05000000000000000000" pitchFamily="2" charset="2"/>
              </a:rPr>
              <a:t>파랑</a:t>
            </a:r>
            <a:r>
              <a:rPr lang="en-US" altLang="ko-KR" sz="2600" dirty="0">
                <a:solidFill>
                  <a:srgbClr val="2C2C2A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sym typeface="Wingdings" panose="05000000000000000000" pitchFamily="2" charset="2"/>
              </a:rPr>
              <a:t>, </a:t>
            </a:r>
            <a:r>
              <a:rPr lang="ko-KR" altLang="en-US" sz="2600" dirty="0">
                <a:solidFill>
                  <a:srgbClr val="2C2C2A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sym typeface="Wingdings" panose="05000000000000000000" pitchFamily="2" charset="2"/>
              </a:rPr>
              <a:t>초록은 차가운 느낌을 준다</a:t>
            </a:r>
            <a:r>
              <a:rPr lang="en-US" altLang="ko-KR" sz="2600" dirty="0">
                <a:solidFill>
                  <a:srgbClr val="2C2C2A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sym typeface="Wingdings" panose="05000000000000000000" pitchFamily="2" charset="2"/>
              </a:rPr>
              <a:t>.</a:t>
            </a:r>
          </a:p>
          <a:p>
            <a:pPr marL="457200" indent="-457200" eaLnBrk="1" latinLnBrk="0" hangingPunct="1">
              <a:spcBef>
                <a:spcPts val="1400"/>
              </a:spcBef>
              <a:buFont typeface="Wingdings" panose="05000000000000000000" pitchFamily="2" charset="2"/>
              <a:buChar char="þ"/>
            </a:pPr>
            <a:r>
              <a:rPr lang="ko-KR" altLang="en-US" sz="2600" dirty="0">
                <a:solidFill>
                  <a:srgbClr val="2C2C2A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sym typeface="Wingdings" panose="05000000000000000000" pitchFamily="2" charset="2"/>
              </a:rPr>
              <a:t>사람마다 느끼는 색의 느낌은 다를 수 있다</a:t>
            </a:r>
            <a:r>
              <a:rPr lang="en-US" altLang="ko-KR" sz="2600" dirty="0">
                <a:solidFill>
                  <a:srgbClr val="2C2C2A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sym typeface="Wingdings" panose="05000000000000000000" pitchFamily="2" charset="2"/>
              </a:rPr>
              <a:t>.</a:t>
            </a:r>
          </a:p>
          <a:p>
            <a:pPr marL="457200" indent="-457200" eaLnBrk="1" latinLnBrk="0" hangingPunct="1">
              <a:spcBef>
                <a:spcPts val="1400"/>
              </a:spcBef>
              <a:buFont typeface="Wingdings" panose="05000000000000000000" pitchFamily="2" charset="2"/>
              <a:buChar char="þ"/>
            </a:pPr>
            <a:endParaRPr lang="en-US" altLang="ko-KR" sz="2600" dirty="0">
              <a:solidFill>
                <a:srgbClr val="2C2C2A"/>
              </a:solidFill>
              <a:latin typeface="Noto Sans KR Medium" panose="020B0200000000000000" pitchFamily="50" charset="-127"/>
              <a:ea typeface="Noto Sans KR Medium" panose="020B0200000000000000" pitchFamily="50" charset="-127"/>
              <a:sym typeface="Wingdings" panose="05000000000000000000" pitchFamily="2" charset="2"/>
            </a:endParaRPr>
          </a:p>
          <a:p>
            <a:pPr eaLnBrk="1" latinLnBrk="0" hangingPunct="1">
              <a:spcBef>
                <a:spcPts val="1400"/>
              </a:spcBef>
            </a:pPr>
            <a:r>
              <a:rPr lang="ko-KR" altLang="en-US" sz="2600" dirty="0">
                <a:solidFill>
                  <a:srgbClr val="2C2C2A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</a:rPr>
              <a:t>□ 다음 시간 예고: 색을 활용하여 나의 마음 표현하기</a:t>
            </a:r>
          </a:p>
        </p:txBody>
      </p:sp>
    </p:spTree>
    <p:extLst>
      <p:ext uri="{BB962C8B-B14F-4D97-AF65-F5344CB8AC3E}">
        <p14:creationId xmlns:p14="http://schemas.microsoft.com/office/powerpoint/2010/main" val="397436379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모서리가 둥근 직사각형 1"/>
          <p:cNvSpPr/>
          <p:nvPr/>
        </p:nvSpPr>
        <p:spPr>
          <a:xfrm>
            <a:off x="431371" y="3500604"/>
            <a:ext cx="11329259" cy="101600"/>
          </a:xfrm>
          <a:prstGeom prst="roundRect">
            <a:avLst>
              <a:gd name="adj" fmla="val 5000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</p:spTree>
    <p:extLst>
      <p:ext uri="{BB962C8B-B14F-4D97-AF65-F5344CB8AC3E}">
        <p14:creationId xmlns:p14="http://schemas.microsoft.com/office/powerpoint/2010/main" val="266102211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사용자 지정 10">
      <a:majorFont>
        <a:latin typeface="에스코어 드림 8 Heavy"/>
        <a:ea typeface="에스코어 드림 8 Heavy"/>
        <a:cs typeface=""/>
      </a:majorFont>
      <a:minorFont>
        <a:latin typeface="Noto Sans KR Medium"/>
        <a:ea typeface="Noto Sans KR Medium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내용 4개">
  <a:themeElements>
    <a:clrScheme name="">
      <a:dk1>
        <a:srgbClr val="000000"/>
      </a:dk1>
      <a:lt1>
        <a:srgbClr val="FFFFFF"/>
      </a:lt1>
      <a:dk2>
        <a:srgbClr val="000000"/>
      </a:dk2>
      <a:lt2>
        <a:srgbClr val="E7E6E6"/>
      </a:lt2>
      <a:accent1>
        <a:srgbClr val="4472C4"/>
      </a:accent1>
      <a:accent2>
        <a:srgbClr val="ED7D31"/>
      </a:accent2>
      <a:accent3>
        <a:srgbClr val="FFFFFF"/>
      </a:accent3>
      <a:accent4>
        <a:srgbClr val="000000"/>
      </a:accent4>
      <a:accent5>
        <a:srgbClr val="B0BCDE"/>
      </a:accent5>
      <a:accent6>
        <a:srgbClr val="D7712B"/>
      </a:accent6>
      <a:hlink>
        <a:srgbClr val="0563C1"/>
      </a:hlink>
      <a:folHlink>
        <a:srgbClr val="954F72"/>
      </a:folHlink>
    </a:clrScheme>
    <a:fontScheme name="내용 4개">
      <a:majorFont>
        <a:latin typeface="Calibri"/>
        <a:ea typeface=""/>
        <a:cs typeface="Calibri"/>
      </a:majorFont>
      <a:minorFont>
        <a:latin typeface="Calibri"/>
        <a:ea typeface=""/>
        <a:cs typeface="Calibri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0" fontAlgn="base" latinLnBrk="1" hangingPunct="0">
          <a:lnSpc>
            <a:spcPct val="100000"/>
          </a:lnSpc>
          <a:spcBef>
            <a:spcPct val="30000"/>
          </a:spcBef>
          <a:spcAft>
            <a:spcPct val="0"/>
          </a:spcAft>
          <a:buClrTx/>
          <a:buSzTx/>
          <a:buFontTx/>
          <a:buNone/>
          <a:tabLst/>
          <a:defRPr kumimoji="1" lang="ko-KR" altLang="en-US" sz="12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Calibri" panose="020F0502020204030204" pitchFamily="34" charset="0"/>
            <a:cs typeface="Calibri" panose="020F0502020204030204" pitchFamily="34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0" fontAlgn="base" latinLnBrk="1" hangingPunct="0">
          <a:lnSpc>
            <a:spcPct val="100000"/>
          </a:lnSpc>
          <a:spcBef>
            <a:spcPct val="30000"/>
          </a:spcBef>
          <a:spcAft>
            <a:spcPct val="0"/>
          </a:spcAft>
          <a:buClrTx/>
          <a:buSzTx/>
          <a:buFontTx/>
          <a:buNone/>
          <a:tabLst/>
          <a:defRPr kumimoji="1" lang="ko-KR" altLang="en-US" sz="12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Calibri" panose="020F0502020204030204" pitchFamily="34" charset="0"/>
            <a:cs typeface="Calibri" panose="020F0502020204030204" pitchFamily="34" charset="0"/>
          </a:defRPr>
        </a:defPPr>
      </a:lstStyle>
    </a:lnDef>
  </a:objectDefaults>
  <a:extraClrSchemeLst>
    <a:extraClrScheme>
      <a:clrScheme name="내용 4개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내용 4개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내용 4개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내용 4개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내용 4개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내용 4개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내용 4개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내용 4개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내용 4개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내용 4개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내용 4개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내용 4개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398</TotalTime>
  <Words>230</Words>
  <Application>Microsoft Office PowerPoint</Application>
  <PresentationFormat>와이드스크린</PresentationFormat>
  <Paragraphs>65</Paragraphs>
  <Slides>8</Slides>
  <Notes>5</Notes>
  <HiddenSlides>0</HiddenSlides>
  <MMClips>0</MMClips>
  <ScaleCrop>false</ScaleCrop>
  <HeadingPairs>
    <vt:vector size="6" baseType="variant">
      <vt:variant>
        <vt:lpstr>사용한 글꼴</vt:lpstr>
      </vt:variant>
      <vt:variant>
        <vt:i4>8</vt:i4>
      </vt:variant>
      <vt:variant>
        <vt:lpstr>테마</vt:lpstr>
      </vt:variant>
      <vt:variant>
        <vt:i4>2</vt:i4>
      </vt:variant>
      <vt:variant>
        <vt:lpstr>슬라이드 제목</vt:lpstr>
      </vt:variant>
      <vt:variant>
        <vt:i4>8</vt:i4>
      </vt:variant>
    </vt:vector>
  </HeadingPairs>
  <TitlesOfParts>
    <vt:vector size="18" baseType="lpstr">
      <vt:lpstr>Noto Sans KR Black</vt:lpstr>
      <vt:lpstr>Noto Sans KR Medium</vt:lpstr>
      <vt:lpstr>나눔스퀘어 ExtraBold</vt:lpstr>
      <vt:lpstr>땅스부대찌개 Bold</vt:lpstr>
      <vt:lpstr>에스코어 드림 8 Heavy</vt:lpstr>
      <vt:lpstr>Arial</vt:lpstr>
      <vt:lpstr>Calibri</vt:lpstr>
      <vt:lpstr>Wingdings</vt:lpstr>
      <vt:lpstr>Office Theme</vt:lpstr>
      <vt:lpstr>내용 4개</vt:lpstr>
      <vt:lpstr>PowerPoint 프레젠테이션</vt:lpstr>
      <vt:lpstr>PowerPoint 프레젠테이션</vt:lpstr>
      <vt:lpstr>관련짓기 — 감정과 색 연결하기</vt:lpstr>
      <vt:lpstr>관련짓기 — 감정과 색 연결하기</vt:lpstr>
      <vt:lpstr>표현하기 —감정 색칠하기</vt:lpstr>
      <vt:lpstr>표현하기 —감정 색칠하기</vt:lpstr>
      <vt:lpstr>정리하기</vt:lpstr>
      <vt:lpstr>PowerPoint 프레젠테이션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예나 김</cp:lastModifiedBy>
  <cp:revision>21</cp:revision>
  <dcterms:created xsi:type="dcterms:W3CDTF">2026-07-09T22:35:37Z</dcterms:created>
  <dcterms:modified xsi:type="dcterms:W3CDTF">2026-10-22T06:11:56Z</dcterms:modified>
</cp:coreProperties>
</file>