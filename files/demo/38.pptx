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6" r:id="rId2"/>
  </p:sldMasterIdLst>
  <p:notesMasterIdLst>
    <p:notesMasterId r:id="rId11"/>
  </p:notesMasterIdLst>
  <p:sldIdLst>
    <p:sldId id="256" r:id="rId3"/>
    <p:sldId id="265" r:id="rId4"/>
    <p:sldId id="277" r:id="rId5"/>
    <p:sldId id="266" r:id="rId6"/>
    <p:sldId id="268" r:id="rId7"/>
    <p:sldId id="273" r:id="rId8"/>
    <p:sldId id="269" r:id="rId9"/>
    <p:sldId id="270" r:id="rId10"/>
  </p:sldIdLst>
  <p:sldSz cx="12192000" cy="6858000"/>
  <p:notesSz cx="6858000" cy="12192000"/>
  <p:embeddedFontLst>
    <p:embeddedFont>
      <p:font typeface="Noto Sans KR Black" panose="020B0200000000000000" pitchFamily="50" charset="-127"/>
      <p:bold r:id="rId12"/>
    </p:embeddedFont>
    <p:embeddedFont>
      <p:font typeface="Noto Sans KR Medium" panose="020B0200000000000000" pitchFamily="50" charset="-127"/>
      <p:regular r:id="rId13"/>
    </p:embeddedFont>
    <p:embeddedFont>
      <p:font typeface="나눔스퀘어 ExtraBold" panose="020B0600000101010101" pitchFamily="50" charset="-127"/>
      <p:bold r:id="rId14"/>
    </p:embeddedFont>
    <p:embeddedFont>
      <p:font typeface="땅스부대찌개 Bold" panose="02020603020101020101" pitchFamily="18" charset="-127"/>
      <p:bold r:id="rId15"/>
    </p:embeddedFont>
    <p:embeddedFont>
      <p:font typeface="에스코어 드림 8 Heavy" panose="020B0903030302020204" pitchFamily="34" charset="-127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FEFEFE"/>
    <a:srgbClr val="FFD966"/>
    <a:srgbClr val="ED7D31"/>
    <a:srgbClr val="F6877E"/>
    <a:srgbClr val="073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25" y="41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98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96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DB1A1CBF-78F6-04CE-032B-84F018621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2025463"/>
            <a:ext cx="5445266" cy="2125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따뜻한 느낌의 색</a:t>
            </a:r>
            <a:r>
              <a:rPr lang="en-US" altLang="ko-KR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, </a:t>
            </a:r>
            <a:r>
              <a:rPr lang="ko-KR" altLang="en-US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차가운 느낌의 색으로 표현하기 </a:t>
            </a:r>
            <a:r>
              <a:rPr lang="en-US" altLang="ko-KR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(2)</a:t>
            </a:r>
          </a:p>
        </p:txBody>
      </p:sp>
      <p:sp>
        <p:nvSpPr>
          <p:cNvPr id="8197" name="AutoShape 5">
            <a:extLst>
              <a:ext uri="{FF2B5EF4-FFF2-40B4-BE49-F238E27FC236}">
                <a16:creationId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3256" y="1639516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76" y="2017587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38</a:t>
            </a:r>
            <a:r>
              <a:rPr lang="ko-KR" altLang="en-US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859414" y="3187573"/>
            <a:ext cx="6684202" cy="923330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                      ) 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느낌의 색과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(                      )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느낌의 색을 </a:t>
            </a:r>
            <a:endParaRPr lang="en-US" altLang="ko-KR" sz="27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  <a:p>
            <a:pPr algn="ctr"/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활용하여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감정을 표현할 수 있다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관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련짓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감정과 색 연결하기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B5E2357-40D2-8C3A-E2F0-20B71089E6C8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5" name="모서리가 둥근 직사각형 41">
              <a:extLst>
                <a:ext uri="{FF2B5EF4-FFF2-40B4-BE49-F238E27FC236}">
                  <a16:creationId xmlns:a16="http://schemas.microsoft.com/office/drawing/2014/main" id="{B5CD1855-E762-360A-66D2-BD6E074052A6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C7A525-71D5-27FC-79F2-D60EDEE080DA}"/>
              </a:ext>
            </a:extLst>
          </p:cNvPr>
          <p:cNvSpPr txBox="1"/>
          <p:nvPr/>
        </p:nvSpPr>
        <p:spPr>
          <a:xfrm>
            <a:off x="986705" y="1422855"/>
            <a:ext cx="5577168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8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가지의 감정에 각각 어울리는 색을 떠올려 봅시다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58C9AFEB-CB58-0F15-1FB6-0D6259A0E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647" y="4921677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5700DB2A-B5E4-66DB-4BE6-BDEA103EE1EF}"/>
              </a:ext>
            </a:extLst>
          </p:cNvPr>
          <p:cNvGrpSpPr/>
          <p:nvPr/>
        </p:nvGrpSpPr>
        <p:grpSpPr>
          <a:xfrm>
            <a:off x="1221213" y="2242860"/>
            <a:ext cx="4346668" cy="637212"/>
            <a:chOff x="1221213" y="2242860"/>
            <a:chExt cx="4346668" cy="637212"/>
          </a:xfrm>
        </p:grpSpPr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670681CB-6704-A797-B1D2-BE9C463FC5CA}"/>
                </a:ext>
              </a:extLst>
            </p:cNvPr>
            <p:cNvCxnSpPr>
              <a:cxnSpLocks/>
            </p:cNvCxnSpPr>
            <p:nvPr/>
          </p:nvCxnSpPr>
          <p:spPr>
            <a:xfrm>
              <a:off x="2710670" y="2845251"/>
              <a:ext cx="1580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77C88685-F659-6FB1-7790-3BFFCD237A1E}"/>
                </a:ext>
              </a:extLst>
            </p:cNvPr>
            <p:cNvGrpSpPr/>
            <p:nvPr/>
          </p:nvGrpSpPr>
          <p:grpSpPr>
            <a:xfrm>
              <a:off x="1221213" y="2242860"/>
              <a:ext cx="1232275" cy="637212"/>
              <a:chOff x="1221213" y="2242860"/>
              <a:chExt cx="1232275" cy="637212"/>
            </a:xfrm>
          </p:grpSpPr>
          <p:sp>
            <p:nvSpPr>
              <p:cNvPr id="2" name="사각형: 잘린 대각선 방향 모서리 1">
                <a:extLst>
                  <a:ext uri="{FF2B5EF4-FFF2-40B4-BE49-F238E27FC236}">
                    <a16:creationId xmlns:a16="http://schemas.microsoft.com/office/drawing/2014/main" id="{77BEAF22-BB96-726E-C296-C7ABF6DC540C}"/>
                  </a:ext>
                </a:extLst>
              </p:cNvPr>
              <p:cNvSpPr/>
              <p:nvPr/>
            </p:nvSpPr>
            <p:spPr>
              <a:xfrm>
                <a:off x="1221213" y="2242860"/>
                <a:ext cx="1232275" cy="637212"/>
              </a:xfrm>
              <a:prstGeom prst="snip2DiagRect">
                <a:avLst/>
              </a:prstGeom>
              <a:solidFill>
                <a:srgbClr val="FFD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Rectangle 14">
                <a:extLst>
                  <a:ext uri="{FF2B5EF4-FFF2-40B4-BE49-F238E27FC236}">
                    <a16:creationId xmlns:a16="http://schemas.microsoft.com/office/drawing/2014/main" id="{7393F386-93AE-0A32-26FF-196EEA3F9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991" y="2362921"/>
                <a:ext cx="753351" cy="343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 marL="9890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52876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3pPr>
                <a:lvl4pPr marL="20685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609850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5pPr>
                <a:lvl6pPr marL="30670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6pPr>
                <a:lvl7pPr marL="35242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7pPr>
                <a:lvl8pPr marL="39814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8pPr>
                <a:lvl9pPr marL="44386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 eaLnBrk="1" latinLnBrk="0" hangingPunct="1">
                  <a:spcBef>
                    <a:spcPts val="1600"/>
                  </a:spcBef>
                </a:pPr>
                <a:r>
                  <a:rPr lang="ko-KR" altLang="en-US" sz="3200" dirty="0"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기쁨</a:t>
                </a:r>
                <a:endParaRPr lang="en-US" altLang="ko-KR" sz="32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32" name="Rectangle 14">
              <a:extLst>
                <a:ext uri="{FF2B5EF4-FFF2-40B4-BE49-F238E27FC236}">
                  <a16:creationId xmlns:a16="http://schemas.microsoft.com/office/drawing/2014/main" id="{F0631910-AC06-F6E9-9D20-7D23398B8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247" y="2384272"/>
              <a:ext cx="1469634" cy="343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  <a:lvl2pPr marL="9890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2pPr>
              <a:lvl3pPr marL="152876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3pPr>
              <a:lvl4pPr marL="20685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4pPr>
              <a:lvl5pPr marL="2609850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5pPr>
              <a:lvl6pPr marL="30670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6pPr>
              <a:lvl7pPr marL="35242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7pPr>
              <a:lvl8pPr marL="39814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8pPr>
              <a:lvl9pPr marL="44386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latinLnBrk="0" hangingPunct="1">
                <a:spcBef>
                  <a:spcPts val="1600"/>
                </a:spcBef>
              </a:pPr>
              <a:r>
                <a:rPr lang="ko-KR" altLang="en-US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색 계열</a:t>
              </a:r>
              <a:endPara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744ACF9-24F6-8EFE-D236-0093039F614E}"/>
              </a:ext>
            </a:extLst>
          </p:cNvPr>
          <p:cNvGrpSpPr/>
          <p:nvPr/>
        </p:nvGrpSpPr>
        <p:grpSpPr>
          <a:xfrm>
            <a:off x="1221213" y="3166153"/>
            <a:ext cx="4346668" cy="637212"/>
            <a:chOff x="1221213" y="2242860"/>
            <a:chExt cx="4346668" cy="637212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E5E93C6-74AD-906B-7007-9085C9D5A3AB}"/>
                </a:ext>
              </a:extLst>
            </p:cNvPr>
            <p:cNvCxnSpPr>
              <a:cxnSpLocks/>
            </p:cNvCxnSpPr>
            <p:nvPr/>
          </p:nvCxnSpPr>
          <p:spPr>
            <a:xfrm>
              <a:off x="2710670" y="2845251"/>
              <a:ext cx="1580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A7A1606F-108B-0F00-E38F-F24F71A572DC}"/>
                </a:ext>
              </a:extLst>
            </p:cNvPr>
            <p:cNvGrpSpPr/>
            <p:nvPr/>
          </p:nvGrpSpPr>
          <p:grpSpPr>
            <a:xfrm>
              <a:off x="1221213" y="2242860"/>
              <a:ext cx="1232275" cy="637212"/>
              <a:chOff x="1221213" y="2242860"/>
              <a:chExt cx="1232275" cy="637212"/>
            </a:xfrm>
          </p:grpSpPr>
          <p:sp>
            <p:nvSpPr>
              <p:cNvPr id="36" name="사각형: 잘린 대각선 방향 모서리 35">
                <a:extLst>
                  <a:ext uri="{FF2B5EF4-FFF2-40B4-BE49-F238E27FC236}">
                    <a16:creationId xmlns:a16="http://schemas.microsoft.com/office/drawing/2014/main" id="{806414E4-91B6-17D3-303D-4BC7B9175A05}"/>
                  </a:ext>
                </a:extLst>
              </p:cNvPr>
              <p:cNvSpPr/>
              <p:nvPr/>
            </p:nvSpPr>
            <p:spPr>
              <a:xfrm>
                <a:off x="1221213" y="2242860"/>
                <a:ext cx="1232275" cy="637212"/>
              </a:xfrm>
              <a:prstGeom prst="snip2DiagRect">
                <a:avLst/>
              </a:prstGeom>
              <a:solidFill>
                <a:srgbClr val="FFD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Rectangle 14">
                <a:extLst>
                  <a:ext uri="{FF2B5EF4-FFF2-40B4-BE49-F238E27FC236}">
                    <a16:creationId xmlns:a16="http://schemas.microsoft.com/office/drawing/2014/main" id="{EF08FA3F-642F-55D1-FC4E-883A83A2E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991" y="2362921"/>
                <a:ext cx="753351" cy="343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 marL="9890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52876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3pPr>
                <a:lvl4pPr marL="20685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609850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5pPr>
                <a:lvl6pPr marL="30670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6pPr>
                <a:lvl7pPr marL="35242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7pPr>
                <a:lvl8pPr marL="39814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8pPr>
                <a:lvl9pPr marL="44386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 eaLnBrk="1" latinLnBrk="0" hangingPunct="1">
                  <a:spcBef>
                    <a:spcPts val="1600"/>
                  </a:spcBef>
                </a:pPr>
                <a:r>
                  <a:rPr lang="ko-KR" altLang="en-US" sz="3200" dirty="0"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화남</a:t>
                </a:r>
                <a:endParaRPr lang="en-US" altLang="ko-KR" sz="32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34" name="Rectangle 14">
              <a:extLst>
                <a:ext uri="{FF2B5EF4-FFF2-40B4-BE49-F238E27FC236}">
                  <a16:creationId xmlns:a16="http://schemas.microsoft.com/office/drawing/2014/main" id="{031D632E-77B4-20E2-FD04-78D1C66AD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247" y="2384272"/>
              <a:ext cx="1469634" cy="343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  <a:lvl2pPr marL="9890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2pPr>
              <a:lvl3pPr marL="152876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3pPr>
              <a:lvl4pPr marL="20685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4pPr>
              <a:lvl5pPr marL="2609850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5pPr>
              <a:lvl6pPr marL="30670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6pPr>
              <a:lvl7pPr marL="35242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7pPr>
              <a:lvl8pPr marL="39814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8pPr>
              <a:lvl9pPr marL="44386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latinLnBrk="0" hangingPunct="1">
                <a:spcBef>
                  <a:spcPts val="1600"/>
                </a:spcBef>
              </a:pPr>
              <a:r>
                <a:rPr lang="ko-KR" altLang="en-US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색 계열</a:t>
              </a:r>
              <a:endPara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0975A71-5F48-9766-2C40-3ECE45D58D70}"/>
              </a:ext>
            </a:extLst>
          </p:cNvPr>
          <p:cNvGrpSpPr/>
          <p:nvPr/>
        </p:nvGrpSpPr>
        <p:grpSpPr>
          <a:xfrm>
            <a:off x="1221213" y="4113362"/>
            <a:ext cx="4346668" cy="637212"/>
            <a:chOff x="1221213" y="2242860"/>
            <a:chExt cx="4346668" cy="637212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A46398CD-2D85-B103-8FF9-A3E64459FAC5}"/>
                </a:ext>
              </a:extLst>
            </p:cNvPr>
            <p:cNvCxnSpPr>
              <a:cxnSpLocks/>
            </p:cNvCxnSpPr>
            <p:nvPr/>
          </p:nvCxnSpPr>
          <p:spPr>
            <a:xfrm>
              <a:off x="2710670" y="2845251"/>
              <a:ext cx="1580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A46751E8-0D26-CD6C-FEC2-870AB088A835}"/>
                </a:ext>
              </a:extLst>
            </p:cNvPr>
            <p:cNvGrpSpPr/>
            <p:nvPr/>
          </p:nvGrpSpPr>
          <p:grpSpPr>
            <a:xfrm>
              <a:off x="1221213" y="2242860"/>
              <a:ext cx="1232275" cy="637212"/>
              <a:chOff x="1221213" y="2242860"/>
              <a:chExt cx="1232275" cy="637212"/>
            </a:xfrm>
          </p:grpSpPr>
          <p:sp>
            <p:nvSpPr>
              <p:cNvPr id="42" name="사각형: 잘린 대각선 방향 모서리 41">
                <a:extLst>
                  <a:ext uri="{FF2B5EF4-FFF2-40B4-BE49-F238E27FC236}">
                    <a16:creationId xmlns:a16="http://schemas.microsoft.com/office/drawing/2014/main" id="{A5F72A79-7289-5723-B68C-05582F05F328}"/>
                  </a:ext>
                </a:extLst>
              </p:cNvPr>
              <p:cNvSpPr/>
              <p:nvPr/>
            </p:nvSpPr>
            <p:spPr>
              <a:xfrm>
                <a:off x="1221213" y="2242860"/>
                <a:ext cx="1232275" cy="637212"/>
              </a:xfrm>
              <a:prstGeom prst="snip2DiagRect">
                <a:avLst/>
              </a:prstGeom>
              <a:solidFill>
                <a:srgbClr val="FFD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Rectangle 14">
                <a:extLst>
                  <a:ext uri="{FF2B5EF4-FFF2-40B4-BE49-F238E27FC236}">
                    <a16:creationId xmlns:a16="http://schemas.microsoft.com/office/drawing/2014/main" id="{28AAA682-ECD2-7F7B-013F-F75FE7E71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991" y="2362921"/>
                <a:ext cx="753351" cy="343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 marL="9890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52876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3pPr>
                <a:lvl4pPr marL="20685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609850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5pPr>
                <a:lvl6pPr marL="30670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6pPr>
                <a:lvl7pPr marL="35242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7pPr>
                <a:lvl8pPr marL="39814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8pPr>
                <a:lvl9pPr marL="44386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 eaLnBrk="1" latinLnBrk="0" hangingPunct="1">
                  <a:spcBef>
                    <a:spcPts val="1600"/>
                  </a:spcBef>
                </a:pPr>
                <a:r>
                  <a:rPr lang="ko-KR" altLang="en-US" sz="3200" dirty="0"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설렘</a:t>
                </a:r>
                <a:endParaRPr lang="en-US" altLang="ko-KR" sz="32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41" name="Rectangle 14">
              <a:extLst>
                <a:ext uri="{FF2B5EF4-FFF2-40B4-BE49-F238E27FC236}">
                  <a16:creationId xmlns:a16="http://schemas.microsoft.com/office/drawing/2014/main" id="{E1C1A66D-5BDC-74A9-F90E-7926399208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247" y="2384272"/>
              <a:ext cx="1469634" cy="343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  <a:lvl2pPr marL="9890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2pPr>
              <a:lvl3pPr marL="152876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3pPr>
              <a:lvl4pPr marL="20685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4pPr>
              <a:lvl5pPr marL="2609850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5pPr>
              <a:lvl6pPr marL="30670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6pPr>
              <a:lvl7pPr marL="35242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7pPr>
              <a:lvl8pPr marL="39814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8pPr>
              <a:lvl9pPr marL="44386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latinLnBrk="0" hangingPunct="1">
                <a:spcBef>
                  <a:spcPts val="1600"/>
                </a:spcBef>
              </a:pPr>
              <a:r>
                <a:rPr lang="ko-KR" altLang="en-US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색 계열</a:t>
              </a:r>
              <a:endPara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7E8EE19-E6C7-FA31-2E25-6B1418FA955F}"/>
              </a:ext>
            </a:extLst>
          </p:cNvPr>
          <p:cNvGrpSpPr/>
          <p:nvPr/>
        </p:nvGrpSpPr>
        <p:grpSpPr>
          <a:xfrm>
            <a:off x="1221213" y="5084487"/>
            <a:ext cx="4346668" cy="637212"/>
            <a:chOff x="1221213" y="2242860"/>
            <a:chExt cx="4346668" cy="637212"/>
          </a:xfrm>
        </p:grpSpPr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B6575251-63A9-F2AF-A906-9DE324D823F4}"/>
                </a:ext>
              </a:extLst>
            </p:cNvPr>
            <p:cNvCxnSpPr>
              <a:cxnSpLocks/>
            </p:cNvCxnSpPr>
            <p:nvPr/>
          </p:nvCxnSpPr>
          <p:spPr>
            <a:xfrm>
              <a:off x="2710670" y="2845251"/>
              <a:ext cx="1580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41CC3F12-EED8-B39D-99D5-4C03CD4FDE3B}"/>
                </a:ext>
              </a:extLst>
            </p:cNvPr>
            <p:cNvGrpSpPr/>
            <p:nvPr/>
          </p:nvGrpSpPr>
          <p:grpSpPr>
            <a:xfrm>
              <a:off x="1221213" y="2242860"/>
              <a:ext cx="1232275" cy="637212"/>
              <a:chOff x="1221213" y="2242860"/>
              <a:chExt cx="1232275" cy="637212"/>
            </a:xfrm>
          </p:grpSpPr>
          <p:sp>
            <p:nvSpPr>
              <p:cNvPr id="48" name="사각형: 잘린 대각선 방향 모서리 47">
                <a:extLst>
                  <a:ext uri="{FF2B5EF4-FFF2-40B4-BE49-F238E27FC236}">
                    <a16:creationId xmlns:a16="http://schemas.microsoft.com/office/drawing/2014/main" id="{6588D1BB-2A20-33A5-5581-85C554683783}"/>
                  </a:ext>
                </a:extLst>
              </p:cNvPr>
              <p:cNvSpPr/>
              <p:nvPr/>
            </p:nvSpPr>
            <p:spPr>
              <a:xfrm>
                <a:off x="1221213" y="2242860"/>
                <a:ext cx="1232275" cy="637212"/>
              </a:xfrm>
              <a:prstGeom prst="snip2DiagRect">
                <a:avLst/>
              </a:prstGeom>
              <a:solidFill>
                <a:srgbClr val="FFD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Rectangle 14">
                <a:extLst>
                  <a:ext uri="{FF2B5EF4-FFF2-40B4-BE49-F238E27FC236}">
                    <a16:creationId xmlns:a16="http://schemas.microsoft.com/office/drawing/2014/main" id="{7C877D25-4C3D-9F9F-C3D3-D1B8FAC633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5630" y="2362921"/>
                <a:ext cx="1007497" cy="343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 marL="9890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52876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3pPr>
                <a:lvl4pPr marL="20685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609850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5pPr>
                <a:lvl6pPr marL="30670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6pPr>
                <a:lvl7pPr marL="35242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7pPr>
                <a:lvl8pPr marL="39814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8pPr>
                <a:lvl9pPr marL="44386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 eaLnBrk="1" latinLnBrk="0" hangingPunct="1">
                  <a:spcBef>
                    <a:spcPts val="1600"/>
                  </a:spcBef>
                </a:pPr>
                <a:r>
                  <a:rPr lang="ko-KR" altLang="en-US" sz="2800" dirty="0"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외로움</a:t>
                </a:r>
                <a:endParaRPr lang="en-US" altLang="ko-KR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47" name="Rectangle 14">
              <a:extLst>
                <a:ext uri="{FF2B5EF4-FFF2-40B4-BE49-F238E27FC236}">
                  <a16:creationId xmlns:a16="http://schemas.microsoft.com/office/drawing/2014/main" id="{B7F89C32-4AA7-009E-1017-E2F1879C5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247" y="2384272"/>
              <a:ext cx="1469634" cy="343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  <a:lvl2pPr marL="9890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2pPr>
              <a:lvl3pPr marL="152876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3pPr>
              <a:lvl4pPr marL="20685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4pPr>
              <a:lvl5pPr marL="2609850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5pPr>
              <a:lvl6pPr marL="30670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6pPr>
              <a:lvl7pPr marL="35242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7pPr>
              <a:lvl8pPr marL="39814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8pPr>
              <a:lvl9pPr marL="44386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latinLnBrk="0" hangingPunct="1">
                <a:spcBef>
                  <a:spcPts val="1600"/>
                </a:spcBef>
              </a:pPr>
              <a:r>
                <a:rPr lang="ko-KR" altLang="en-US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색 계열</a:t>
              </a:r>
              <a:endPara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E55694E-D0CA-9306-0683-14C0A7C827AD}"/>
              </a:ext>
            </a:extLst>
          </p:cNvPr>
          <p:cNvGrpSpPr/>
          <p:nvPr/>
        </p:nvGrpSpPr>
        <p:grpSpPr>
          <a:xfrm>
            <a:off x="6624121" y="2242944"/>
            <a:ext cx="4346668" cy="637212"/>
            <a:chOff x="1221213" y="2242860"/>
            <a:chExt cx="4346668" cy="637212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E2134639-99EE-AC42-16E9-3018C0F5F113}"/>
                </a:ext>
              </a:extLst>
            </p:cNvPr>
            <p:cNvCxnSpPr>
              <a:cxnSpLocks/>
            </p:cNvCxnSpPr>
            <p:nvPr/>
          </p:nvCxnSpPr>
          <p:spPr>
            <a:xfrm>
              <a:off x="2710670" y="2845251"/>
              <a:ext cx="1580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86893304-6BB6-0B8B-D3D9-70DD6A14D3F4}"/>
                </a:ext>
              </a:extLst>
            </p:cNvPr>
            <p:cNvGrpSpPr/>
            <p:nvPr/>
          </p:nvGrpSpPr>
          <p:grpSpPr>
            <a:xfrm>
              <a:off x="1221213" y="2242860"/>
              <a:ext cx="1232275" cy="637212"/>
              <a:chOff x="1221213" y="2242860"/>
              <a:chExt cx="1232275" cy="637212"/>
            </a:xfrm>
          </p:grpSpPr>
          <p:sp>
            <p:nvSpPr>
              <p:cNvPr id="54" name="사각형: 잘린 대각선 방향 모서리 53">
                <a:extLst>
                  <a:ext uri="{FF2B5EF4-FFF2-40B4-BE49-F238E27FC236}">
                    <a16:creationId xmlns:a16="http://schemas.microsoft.com/office/drawing/2014/main" id="{0C13E6A4-F98F-B2B7-64B4-F855D3CE5061}"/>
                  </a:ext>
                </a:extLst>
              </p:cNvPr>
              <p:cNvSpPr/>
              <p:nvPr/>
            </p:nvSpPr>
            <p:spPr>
              <a:xfrm>
                <a:off x="1221213" y="2242860"/>
                <a:ext cx="1232275" cy="637212"/>
              </a:xfrm>
              <a:prstGeom prst="snip2DiagRect">
                <a:avLst/>
              </a:prstGeom>
              <a:solidFill>
                <a:srgbClr val="FFD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Rectangle 14">
                <a:extLst>
                  <a:ext uri="{FF2B5EF4-FFF2-40B4-BE49-F238E27FC236}">
                    <a16:creationId xmlns:a16="http://schemas.microsoft.com/office/drawing/2014/main" id="{7B2FF803-29AA-29EC-2640-53E8C3A01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991" y="2362921"/>
                <a:ext cx="753351" cy="343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 marL="9890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52876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3pPr>
                <a:lvl4pPr marL="20685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609850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5pPr>
                <a:lvl6pPr marL="30670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6pPr>
                <a:lvl7pPr marL="35242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7pPr>
                <a:lvl8pPr marL="39814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8pPr>
                <a:lvl9pPr marL="44386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 eaLnBrk="1" latinLnBrk="0" hangingPunct="1">
                  <a:spcBef>
                    <a:spcPts val="1600"/>
                  </a:spcBef>
                </a:pPr>
                <a:r>
                  <a:rPr lang="ko-KR" altLang="en-US" sz="3200" dirty="0"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슬픔</a:t>
                </a:r>
                <a:endParaRPr lang="en-US" altLang="ko-KR" sz="32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53" name="Rectangle 14">
              <a:extLst>
                <a:ext uri="{FF2B5EF4-FFF2-40B4-BE49-F238E27FC236}">
                  <a16:creationId xmlns:a16="http://schemas.microsoft.com/office/drawing/2014/main" id="{7FD22FFD-7805-62F9-8DD1-EA244B72C5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247" y="2384272"/>
              <a:ext cx="1469634" cy="343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  <a:lvl2pPr marL="9890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2pPr>
              <a:lvl3pPr marL="152876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3pPr>
              <a:lvl4pPr marL="20685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4pPr>
              <a:lvl5pPr marL="2609850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5pPr>
              <a:lvl6pPr marL="30670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6pPr>
              <a:lvl7pPr marL="35242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7pPr>
              <a:lvl8pPr marL="39814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8pPr>
              <a:lvl9pPr marL="44386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latinLnBrk="0" hangingPunct="1">
                <a:spcBef>
                  <a:spcPts val="1600"/>
                </a:spcBef>
              </a:pPr>
              <a:r>
                <a:rPr lang="ko-KR" altLang="en-US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색 계열</a:t>
              </a:r>
              <a:endPara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58D0FC1E-3D54-CE4A-9572-D42CA40EEA29}"/>
              </a:ext>
            </a:extLst>
          </p:cNvPr>
          <p:cNvGrpSpPr/>
          <p:nvPr/>
        </p:nvGrpSpPr>
        <p:grpSpPr>
          <a:xfrm>
            <a:off x="6624121" y="3172471"/>
            <a:ext cx="4346668" cy="637212"/>
            <a:chOff x="1221213" y="2242860"/>
            <a:chExt cx="4346668" cy="637212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D4FB321A-E8AE-A0A1-A98E-37A41A386034}"/>
                </a:ext>
              </a:extLst>
            </p:cNvPr>
            <p:cNvCxnSpPr>
              <a:cxnSpLocks/>
            </p:cNvCxnSpPr>
            <p:nvPr/>
          </p:nvCxnSpPr>
          <p:spPr>
            <a:xfrm>
              <a:off x="2710670" y="2845251"/>
              <a:ext cx="1580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D35D8757-5F0A-6441-E208-75C67898E6CA}"/>
                </a:ext>
              </a:extLst>
            </p:cNvPr>
            <p:cNvGrpSpPr/>
            <p:nvPr/>
          </p:nvGrpSpPr>
          <p:grpSpPr>
            <a:xfrm>
              <a:off x="1221213" y="2242860"/>
              <a:ext cx="1232275" cy="637212"/>
              <a:chOff x="1221213" y="2242860"/>
              <a:chExt cx="1232275" cy="637212"/>
            </a:xfrm>
          </p:grpSpPr>
          <p:sp>
            <p:nvSpPr>
              <p:cNvPr id="60" name="사각형: 잘린 대각선 방향 모서리 59">
                <a:extLst>
                  <a:ext uri="{FF2B5EF4-FFF2-40B4-BE49-F238E27FC236}">
                    <a16:creationId xmlns:a16="http://schemas.microsoft.com/office/drawing/2014/main" id="{700C72C6-4B10-014F-AA81-C0A0B72228C3}"/>
                  </a:ext>
                </a:extLst>
              </p:cNvPr>
              <p:cNvSpPr/>
              <p:nvPr/>
            </p:nvSpPr>
            <p:spPr>
              <a:xfrm>
                <a:off x="1221213" y="2242860"/>
                <a:ext cx="1232275" cy="637212"/>
              </a:xfrm>
              <a:prstGeom prst="snip2DiagRect">
                <a:avLst/>
              </a:prstGeom>
              <a:solidFill>
                <a:srgbClr val="FFD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Rectangle 14">
                <a:extLst>
                  <a:ext uri="{FF2B5EF4-FFF2-40B4-BE49-F238E27FC236}">
                    <a16:creationId xmlns:a16="http://schemas.microsoft.com/office/drawing/2014/main" id="{702CA4DE-0FE6-8664-62F7-1A19E6332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3601" y="2356603"/>
                <a:ext cx="1007497" cy="343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 marL="9890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52876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3pPr>
                <a:lvl4pPr marL="20685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609850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5pPr>
                <a:lvl6pPr marL="30670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6pPr>
                <a:lvl7pPr marL="35242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7pPr>
                <a:lvl8pPr marL="39814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8pPr>
                <a:lvl9pPr marL="44386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 eaLnBrk="1" latinLnBrk="0" hangingPunct="1">
                  <a:spcBef>
                    <a:spcPts val="1600"/>
                  </a:spcBef>
                </a:pPr>
                <a:r>
                  <a:rPr lang="ko-KR" altLang="en-US" sz="2800" dirty="0"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두려움</a:t>
                </a:r>
                <a:endParaRPr lang="en-US" altLang="ko-KR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59" name="Rectangle 14">
              <a:extLst>
                <a:ext uri="{FF2B5EF4-FFF2-40B4-BE49-F238E27FC236}">
                  <a16:creationId xmlns:a16="http://schemas.microsoft.com/office/drawing/2014/main" id="{9BC17D0D-BF22-4734-4B39-8C70A5C00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247" y="2384272"/>
              <a:ext cx="1469634" cy="343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  <a:lvl2pPr marL="9890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2pPr>
              <a:lvl3pPr marL="152876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3pPr>
              <a:lvl4pPr marL="20685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4pPr>
              <a:lvl5pPr marL="2609850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5pPr>
              <a:lvl6pPr marL="30670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6pPr>
              <a:lvl7pPr marL="35242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7pPr>
              <a:lvl8pPr marL="39814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8pPr>
              <a:lvl9pPr marL="44386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latinLnBrk="0" hangingPunct="1">
                <a:spcBef>
                  <a:spcPts val="1600"/>
                </a:spcBef>
              </a:pPr>
              <a:r>
                <a:rPr lang="ko-KR" altLang="en-US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색 계열</a:t>
              </a:r>
              <a:endPara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E1BC65B-1343-E0B5-448C-62175DFA2569}"/>
              </a:ext>
            </a:extLst>
          </p:cNvPr>
          <p:cNvGrpSpPr/>
          <p:nvPr/>
        </p:nvGrpSpPr>
        <p:grpSpPr>
          <a:xfrm>
            <a:off x="6624121" y="4105759"/>
            <a:ext cx="4346668" cy="637212"/>
            <a:chOff x="1221213" y="2242860"/>
            <a:chExt cx="4346668" cy="637212"/>
          </a:xfrm>
        </p:grpSpPr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97A7CDAB-ACCC-1565-2F6E-19EF5FBA58FF}"/>
                </a:ext>
              </a:extLst>
            </p:cNvPr>
            <p:cNvCxnSpPr>
              <a:cxnSpLocks/>
            </p:cNvCxnSpPr>
            <p:nvPr/>
          </p:nvCxnSpPr>
          <p:spPr>
            <a:xfrm>
              <a:off x="2710670" y="2845251"/>
              <a:ext cx="1580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13831D65-2D2B-BB2F-9F4A-E6FF14E8240D}"/>
                </a:ext>
              </a:extLst>
            </p:cNvPr>
            <p:cNvGrpSpPr/>
            <p:nvPr/>
          </p:nvGrpSpPr>
          <p:grpSpPr>
            <a:xfrm>
              <a:off x="1221213" y="2242860"/>
              <a:ext cx="1232275" cy="637212"/>
              <a:chOff x="1221213" y="2242860"/>
              <a:chExt cx="1232275" cy="637212"/>
            </a:xfrm>
          </p:grpSpPr>
          <p:sp>
            <p:nvSpPr>
              <p:cNvPr id="66" name="사각형: 잘린 대각선 방향 모서리 65">
                <a:extLst>
                  <a:ext uri="{FF2B5EF4-FFF2-40B4-BE49-F238E27FC236}">
                    <a16:creationId xmlns:a16="http://schemas.microsoft.com/office/drawing/2014/main" id="{4E0B0D14-EC8E-5C49-1D4E-FA1467F8AD5B}"/>
                  </a:ext>
                </a:extLst>
              </p:cNvPr>
              <p:cNvSpPr/>
              <p:nvPr/>
            </p:nvSpPr>
            <p:spPr>
              <a:xfrm>
                <a:off x="1221213" y="2242860"/>
                <a:ext cx="1232275" cy="637212"/>
              </a:xfrm>
              <a:prstGeom prst="snip2DiagRect">
                <a:avLst/>
              </a:prstGeom>
              <a:solidFill>
                <a:srgbClr val="FFD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Rectangle 14">
                <a:extLst>
                  <a:ext uri="{FF2B5EF4-FFF2-40B4-BE49-F238E27FC236}">
                    <a16:creationId xmlns:a16="http://schemas.microsoft.com/office/drawing/2014/main" id="{C10F0FA9-A38D-7267-338B-9D9A3F57E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983" y="2351118"/>
                <a:ext cx="1007497" cy="343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 marL="9890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52876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3pPr>
                <a:lvl4pPr marL="20685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609850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5pPr>
                <a:lvl6pPr marL="30670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6pPr>
                <a:lvl7pPr marL="35242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7pPr>
                <a:lvl8pPr marL="39814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8pPr>
                <a:lvl9pPr marL="44386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 eaLnBrk="1" latinLnBrk="0" hangingPunct="1">
                  <a:spcBef>
                    <a:spcPts val="1600"/>
                  </a:spcBef>
                </a:pPr>
                <a:r>
                  <a:rPr lang="ko-KR" altLang="en-US" sz="2800" dirty="0"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편안함</a:t>
                </a:r>
                <a:endParaRPr lang="en-US" altLang="ko-KR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65" name="Rectangle 14">
              <a:extLst>
                <a:ext uri="{FF2B5EF4-FFF2-40B4-BE49-F238E27FC236}">
                  <a16:creationId xmlns:a16="http://schemas.microsoft.com/office/drawing/2014/main" id="{6216CB84-F2FB-7A0E-2741-0E1052E6F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247" y="2384272"/>
              <a:ext cx="1469634" cy="343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  <a:lvl2pPr marL="9890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2pPr>
              <a:lvl3pPr marL="152876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3pPr>
              <a:lvl4pPr marL="20685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4pPr>
              <a:lvl5pPr marL="2609850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5pPr>
              <a:lvl6pPr marL="30670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6pPr>
              <a:lvl7pPr marL="35242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7pPr>
              <a:lvl8pPr marL="39814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8pPr>
              <a:lvl9pPr marL="44386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latinLnBrk="0" hangingPunct="1">
                <a:spcBef>
                  <a:spcPts val="1600"/>
                </a:spcBef>
              </a:pPr>
              <a:r>
                <a:rPr lang="ko-KR" altLang="en-US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색 계열</a:t>
              </a:r>
              <a:endPara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7439B03-FAF3-7B8C-18C7-423C31270CB6}"/>
              </a:ext>
            </a:extLst>
          </p:cNvPr>
          <p:cNvGrpSpPr/>
          <p:nvPr/>
        </p:nvGrpSpPr>
        <p:grpSpPr>
          <a:xfrm>
            <a:off x="6624121" y="5073993"/>
            <a:ext cx="4346668" cy="637212"/>
            <a:chOff x="1221213" y="2242860"/>
            <a:chExt cx="4346668" cy="637212"/>
          </a:xfrm>
        </p:grpSpPr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1F9C8D95-FFF4-1645-C85D-AA7AA29AFCA3}"/>
                </a:ext>
              </a:extLst>
            </p:cNvPr>
            <p:cNvCxnSpPr>
              <a:cxnSpLocks/>
            </p:cNvCxnSpPr>
            <p:nvPr/>
          </p:nvCxnSpPr>
          <p:spPr>
            <a:xfrm>
              <a:off x="2710670" y="2845251"/>
              <a:ext cx="158067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783C0B6C-745F-902A-19B9-5EE6C1C73992}"/>
                </a:ext>
              </a:extLst>
            </p:cNvPr>
            <p:cNvGrpSpPr/>
            <p:nvPr/>
          </p:nvGrpSpPr>
          <p:grpSpPr>
            <a:xfrm>
              <a:off x="1221213" y="2242860"/>
              <a:ext cx="1232275" cy="637212"/>
              <a:chOff x="1221213" y="2242860"/>
              <a:chExt cx="1232275" cy="637212"/>
            </a:xfrm>
          </p:grpSpPr>
          <p:sp>
            <p:nvSpPr>
              <p:cNvPr id="72" name="사각형: 잘린 대각선 방향 모서리 71">
                <a:extLst>
                  <a:ext uri="{FF2B5EF4-FFF2-40B4-BE49-F238E27FC236}">
                    <a16:creationId xmlns:a16="http://schemas.microsoft.com/office/drawing/2014/main" id="{B39E3CDB-E3C7-D343-2A51-D7462F003D55}"/>
                  </a:ext>
                </a:extLst>
              </p:cNvPr>
              <p:cNvSpPr/>
              <p:nvPr/>
            </p:nvSpPr>
            <p:spPr>
              <a:xfrm>
                <a:off x="1221213" y="2242860"/>
                <a:ext cx="1232275" cy="637212"/>
              </a:xfrm>
              <a:prstGeom prst="snip2DiagRect">
                <a:avLst/>
              </a:prstGeom>
              <a:solidFill>
                <a:srgbClr val="FFD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Rectangle 14">
                <a:extLst>
                  <a:ext uri="{FF2B5EF4-FFF2-40B4-BE49-F238E27FC236}">
                    <a16:creationId xmlns:a16="http://schemas.microsoft.com/office/drawing/2014/main" id="{3A1F4010-9B84-B152-B87A-05B52AF4D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991" y="2362921"/>
                <a:ext cx="753351" cy="34348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cmpd="sng">
                    <a:solidFill>
                      <a:srgbClr val="000000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/>
              <a:lstStyle>
                <a:lvl1pPr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1pPr>
                <a:lvl2pPr marL="9890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2pPr>
                <a:lvl3pPr marL="152876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3pPr>
                <a:lvl4pPr marL="2068513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4pPr>
                <a:lvl5pPr marL="2609850" defTabSz="393700"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5pPr>
                <a:lvl6pPr marL="30670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6pPr>
                <a:lvl7pPr marL="35242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7pPr>
                <a:lvl8pPr marL="39814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8pPr>
                <a:lvl9pPr marL="4438650" defTabSz="393700" fontAlgn="base">
                  <a:spcBef>
                    <a:spcPct val="30000"/>
                  </a:spcBef>
                  <a:spcAft>
                    <a:spcPct val="0"/>
                  </a:spcAft>
                  <a:defRPr kumimoji="1" sz="12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defRPr>
                </a:lvl9pPr>
              </a:lstStyle>
              <a:p>
                <a:pPr algn="ctr" eaLnBrk="1" latinLnBrk="0" hangingPunct="1">
                  <a:spcBef>
                    <a:spcPts val="1600"/>
                  </a:spcBef>
                </a:pPr>
                <a:r>
                  <a:rPr lang="ko-KR" altLang="en-US" sz="3200" dirty="0">
                    <a:latin typeface="Noto Sans KR Medium" panose="020B0200000000000000" pitchFamily="50" charset="-127"/>
                    <a:ea typeface="Noto Sans KR Medium" panose="020B0200000000000000" pitchFamily="50" charset="-127"/>
                  </a:rPr>
                  <a:t>사랑</a:t>
                </a:r>
                <a:endParaRPr lang="en-US" altLang="ko-KR" sz="3200" dirty="0">
                  <a:latin typeface="Noto Sans KR Medium" panose="020B0200000000000000" pitchFamily="50" charset="-127"/>
                  <a:ea typeface="Noto Sans KR Medium" panose="020B0200000000000000" pitchFamily="50" charset="-127"/>
                </a:endParaRPr>
              </a:p>
            </p:txBody>
          </p:sp>
        </p:grpSp>
        <p:sp>
          <p:nvSpPr>
            <p:cNvPr id="71" name="Rectangle 14">
              <a:extLst>
                <a:ext uri="{FF2B5EF4-FFF2-40B4-BE49-F238E27FC236}">
                  <a16:creationId xmlns:a16="http://schemas.microsoft.com/office/drawing/2014/main" id="{D4F5A6BC-6482-2D55-92E2-D763EC349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8247" y="2384272"/>
              <a:ext cx="1469634" cy="3434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cmpd="sng">
                  <a:solidFill>
                    <a:srgbClr val="000000"/>
                  </a:solidFill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1pPr>
              <a:lvl2pPr marL="9890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2pPr>
              <a:lvl3pPr marL="152876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3pPr>
              <a:lvl4pPr marL="2068513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4pPr>
              <a:lvl5pPr marL="2609850" defTabSz="393700"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5pPr>
              <a:lvl6pPr marL="30670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6pPr>
              <a:lvl7pPr marL="35242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7pPr>
              <a:lvl8pPr marL="39814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8pPr>
              <a:lvl9pPr marL="4438650" defTabSz="393700" fontAlgn="base">
                <a:spcBef>
                  <a:spcPct val="3000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defRPr>
              </a:lvl9pPr>
            </a:lstStyle>
            <a:p>
              <a:pPr algn="ctr" eaLnBrk="1" latinLnBrk="0" hangingPunct="1">
                <a:spcBef>
                  <a:spcPts val="1600"/>
                </a:spcBef>
              </a:pPr>
              <a:r>
                <a:rPr lang="ko-KR" altLang="en-US" sz="2800" dirty="0">
                  <a:latin typeface="Noto Sans KR Medium" panose="020B0200000000000000" pitchFamily="50" charset="-127"/>
                  <a:ea typeface="Noto Sans KR Medium" panose="020B0200000000000000" pitchFamily="50" charset="-127"/>
                </a:rPr>
                <a:t>색 계열</a:t>
              </a:r>
              <a:endPara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6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05A58E5D-C63C-0079-6A9A-96F441AD0163}"/>
              </a:ext>
            </a:extLst>
          </p:cNvPr>
          <p:cNvSpPr/>
          <p:nvPr/>
        </p:nvSpPr>
        <p:spPr>
          <a:xfrm>
            <a:off x="855453" y="2151207"/>
            <a:ext cx="10481093" cy="3829868"/>
          </a:xfrm>
          <a:prstGeom prst="snip2DiagRect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1D4359AE-DFDE-6D8F-D2A7-06239DC49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323" y="2923185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비슷한 느낌의 따뜻한 색이라도 사람에 따라 따뜻함을 느끼는 정도가 </a:t>
            </a:r>
            <a:r>
              <a:rPr lang="ko-KR" altLang="en-US" sz="28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다릅니다</a:t>
            </a:r>
            <a:r>
              <a:rPr lang="en-US" altLang="ko-KR" sz="28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따라서 색의 따뜻한 느낌이나 차가운 느낌은 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solidFill>
                  <a:srgbClr val="FEFEF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고정된 성질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</a:t>
            </a:r>
            <a:r>
              <a:rPr lang="ko-KR" altLang="en-US" sz="2800" dirty="0">
                <a:solidFill>
                  <a:srgbClr val="FEFEF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</a:t>
            </a:r>
            <a:r>
              <a:rPr lang="ko-KR" altLang="en-US" sz="28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아닙니다</a:t>
            </a:r>
            <a:r>
              <a:rPr lang="en-US" altLang="ko-KR" sz="2800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1" name="제목 1">
            <a:extLst>
              <a:ext uri="{FF2B5EF4-FFF2-40B4-BE49-F238E27FC236}">
                <a16:creationId xmlns:a16="http://schemas.microsoft.com/office/drawing/2014/main" id="{43496D17-0B57-1D91-9627-76AB7548B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760" y="452670"/>
            <a:ext cx="9918885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관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련짓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감정과 색 연결하기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964152" cy="641085"/>
          </a:xfrm>
        </p:spPr>
        <p:txBody>
          <a:bodyPr>
            <a:noAutofit/>
          </a:bodyPr>
          <a:lstStyle/>
          <a:p>
            <a:r>
              <a:rPr lang="ko-KR" altLang="en-US" sz="3400" b="1" dirty="0">
                <a:solidFill>
                  <a:srgbClr val="00B050">
                    <a:alpha val="99000"/>
                  </a:srgbClr>
                </a:solidFill>
                <a:latin typeface="+mj-lt"/>
                <a:ea typeface="+mj-ea"/>
              </a:rPr>
              <a:t>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현하기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감정 색칠하기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EF72766-5A73-62D8-065A-C65ADB4FA48F}"/>
              </a:ext>
            </a:extLst>
          </p:cNvPr>
          <p:cNvGrpSpPr/>
          <p:nvPr/>
        </p:nvGrpSpPr>
        <p:grpSpPr>
          <a:xfrm>
            <a:off x="643901" y="1422855"/>
            <a:ext cx="5237093" cy="379656"/>
            <a:chOff x="643901" y="1422855"/>
            <a:chExt cx="5237093" cy="37965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B5E2357-40D2-8C3A-E2F0-20B71089E6C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5"/>
              <a:chOff x="853872" y="1465627"/>
              <a:chExt cx="318649" cy="316075"/>
            </a:xfrm>
          </p:grpSpPr>
          <p:sp>
            <p:nvSpPr>
              <p:cNvPr id="5" name="모서리가 둥근 직사각형 41">
                <a:extLst>
                  <a:ext uri="{FF2B5EF4-FFF2-40B4-BE49-F238E27FC236}">
                    <a16:creationId xmlns:a16="http://schemas.microsoft.com/office/drawing/2014/main" id="{B5CD1855-E762-360A-66D2-BD6E074052A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13DECA-CF8C-D3B1-16CD-A534C99466D8}"/>
                  </a:ext>
                </a:extLst>
              </p:cNvPr>
              <p:cNvSpPr txBox="1"/>
              <p:nvPr/>
            </p:nvSpPr>
            <p:spPr>
              <a:xfrm>
                <a:off x="893859" y="1465627"/>
                <a:ext cx="278662" cy="316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986705" y="1422855"/>
              <a:ext cx="4894289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방금 떠올린 색으로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가지 감정을 색칠합니다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21C8395-E8A4-3ADD-1F20-DDC763B88F65}"/>
              </a:ext>
            </a:extLst>
          </p:cNvPr>
          <p:cNvGrpSpPr/>
          <p:nvPr/>
        </p:nvGrpSpPr>
        <p:grpSpPr>
          <a:xfrm>
            <a:off x="643901" y="2020648"/>
            <a:ext cx="8116086" cy="379656"/>
            <a:chOff x="643901" y="1422855"/>
            <a:chExt cx="8116086" cy="37965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210DC8C-6981-7EA5-EAC4-8421A3A43383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25" name="모서리가 둥근 직사각형 41">
                <a:extLst>
                  <a:ext uri="{FF2B5EF4-FFF2-40B4-BE49-F238E27FC236}">
                    <a16:creationId xmlns:a16="http://schemas.microsoft.com/office/drawing/2014/main" id="{C8735C08-0D3B-2A20-5DE1-5492A499CDD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C87544-36B8-90FB-A7B5-E7CF91C0D1E4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F3CC98-BC82-9FB8-D1D5-865F6E994233}"/>
                </a:ext>
              </a:extLst>
            </p:cNvPr>
            <p:cNvSpPr txBox="1"/>
            <p:nvPr/>
          </p:nvSpPr>
          <p:spPr>
            <a:xfrm>
              <a:off x="986705" y="1422855"/>
              <a:ext cx="7773282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감정의 크기는 사람마다 다르므로 친구들과 사용한 색이 다를 수 있습니다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C431B0-EE5D-51BA-0F0C-6DC1D4C9FCCB}"/>
              </a:ext>
            </a:extLst>
          </p:cNvPr>
          <p:cNvGrpSpPr/>
          <p:nvPr/>
        </p:nvGrpSpPr>
        <p:grpSpPr>
          <a:xfrm>
            <a:off x="643901" y="2670989"/>
            <a:ext cx="7282524" cy="379656"/>
            <a:chOff x="643901" y="1422855"/>
            <a:chExt cx="7282524" cy="379656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9EB2551C-98DB-DDA2-7014-7C95C23B025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30" name="모서리가 둥근 직사각형 41">
                <a:extLst>
                  <a:ext uri="{FF2B5EF4-FFF2-40B4-BE49-F238E27FC236}">
                    <a16:creationId xmlns:a16="http://schemas.microsoft.com/office/drawing/2014/main" id="{E2400EA7-2380-902A-5A0E-3D04E029F2C0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02549F-718E-4D63-6A95-869CE2D54B8A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03369B-DFE4-9E96-9620-AA858E6F5DB9}"/>
                </a:ext>
              </a:extLst>
            </p:cNvPr>
            <p:cNvSpPr txBox="1"/>
            <p:nvPr/>
          </p:nvSpPr>
          <p:spPr>
            <a:xfrm>
              <a:off x="986705" y="1422855"/>
              <a:ext cx="6939720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8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가지 감정 이외에 표현하고 싶은 감정이 있다면 추가해도 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A33C494-0C41-8B31-41E2-51A740780335}"/>
              </a:ext>
            </a:extLst>
          </p:cNvPr>
          <p:cNvSpPr txBox="1"/>
          <p:nvPr/>
        </p:nvSpPr>
        <p:spPr>
          <a:xfrm>
            <a:off x="6740621" y="6084514"/>
            <a:ext cx="33045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AI(Google Gemini)</a:t>
            </a:r>
            <a:r>
              <a:rPr lang="ko-KR" altLang="en-US" sz="900" dirty="0"/>
              <a:t>로 생성한 이미지입니다</a:t>
            </a:r>
            <a:r>
              <a:rPr lang="en-US" altLang="ko-KR" sz="900" dirty="0"/>
              <a:t>.</a:t>
            </a:r>
            <a:endParaRPr lang="ko-KR" alt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BDEF839-29A5-6619-2AD4-D5FBCB98E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259" y="3114111"/>
            <a:ext cx="4651381" cy="329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823452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rgbClr val="00B050">
                    <a:alpha val="99000"/>
                  </a:srgbClr>
                </a:solidFill>
                <a:latin typeface="+mj-lt"/>
                <a:ea typeface="+mj-ea"/>
              </a:rPr>
              <a:t>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현하기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감정 색칠하기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5F18C2-2DAB-D329-CE07-781CBFCAF47D}"/>
              </a:ext>
            </a:extLst>
          </p:cNvPr>
          <p:cNvGrpSpPr/>
          <p:nvPr/>
        </p:nvGrpSpPr>
        <p:grpSpPr>
          <a:xfrm>
            <a:off x="686731" y="1422855"/>
            <a:ext cx="8095695" cy="379656"/>
            <a:chOff x="914427" y="1470196"/>
            <a:chExt cx="6071781" cy="2847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914427" y="1487959"/>
              <a:ext cx="2238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1139406" y="1470196"/>
              <a:ext cx="5846802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모둠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/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발표 수업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 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기능을 활용하여 작품을 공유하고 이야기 나누어 봅시다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E1C425-D429-6D6D-F6B5-CB2E420AD99C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15" name="모서리가 둥근 직사각형 41">
              <a:extLst>
                <a:ext uri="{FF2B5EF4-FFF2-40B4-BE49-F238E27FC236}">
                  <a16:creationId xmlns:a16="http://schemas.microsoft.com/office/drawing/2014/main" id="{397B7C0B-AF8A-2A09-1C27-F89FBDECB02D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D5CEBD-B114-DC0D-7AD0-8C988EEE8157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28" name="Rectangle 9">
            <a:extLst>
              <a:ext uri="{FF2B5EF4-FFF2-40B4-BE49-F238E27FC236}">
                <a16:creationId xmlns:a16="http://schemas.microsoft.com/office/drawing/2014/main" id="{04836553-D1B8-352A-5B71-F1716630A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881" y="4659714"/>
            <a:ext cx="8490296" cy="1003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latinLnBrk="0" hangingPunct="1">
              <a:spcBef>
                <a:spcPts val="1400"/>
              </a:spcBef>
              <a:buClr>
                <a:srgbClr val="2C2C2A"/>
              </a:buClr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</a:t>
            </a: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유의점</a:t>
            </a:r>
            <a:r>
              <a:rPr lang="en-US" altLang="ko-KR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 게시물 평가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사각형: 잘린 대각선 방향 모서리 28">
            <a:extLst>
              <a:ext uri="{FF2B5EF4-FFF2-40B4-BE49-F238E27FC236}">
                <a16:creationId xmlns:a16="http://schemas.microsoft.com/office/drawing/2014/main" id="{17FED4DC-F943-786B-56AE-22593AFFE10A}"/>
              </a:ext>
            </a:extLst>
          </p:cNvPr>
          <p:cNvSpPr/>
          <p:nvPr/>
        </p:nvSpPr>
        <p:spPr>
          <a:xfrm>
            <a:off x="1089881" y="2596348"/>
            <a:ext cx="10169267" cy="1665304"/>
          </a:xfrm>
          <a:prstGeom prst="snip2Diag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15164AF1-02F8-9742-4A02-088CB9F3C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9881" y="2855457"/>
            <a:ext cx="100122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따뜻한 느낌의 색이 쓰인 감정과 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차가운 느낌의 쓰인 감정은 각각 무엇인가요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62987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83C79BC-9644-B814-24DC-B572CAABB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7" y="1997075"/>
            <a:ext cx="10030893" cy="375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빨강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주황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노랑은 따뜻한 느낌을 준다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.</a:t>
            </a: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남색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파랑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초록은 차가운 느낌을 준다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.</a:t>
            </a: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사람마다 느끼는 색의 느낌은 다를 수 있다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.</a:t>
            </a: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endParaRPr lang="en-US" altLang="ko-KR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sym typeface="Wingdings" panose="05000000000000000000" pitchFamily="2" charset="2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□ 다음 시간 예고: 색을 활용하여 나의 마음 표현하기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lnDef>
  </a:objectDefaults>
  <a:extraClrSchemeLst>
    <a:extraClrScheme>
      <a:clrScheme name="내용 4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230</Words>
  <Application>Microsoft Office PowerPoint</Application>
  <PresentationFormat>와이드스크린</PresentationFormat>
  <Paragraphs>65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에스코어 드림 8 Heavy</vt:lpstr>
      <vt:lpstr>나눔스퀘어 ExtraBold</vt:lpstr>
      <vt:lpstr>땅스부대찌개 Bold</vt:lpstr>
      <vt:lpstr>Noto Sans KR Black</vt:lpstr>
      <vt:lpstr>Wingdings</vt:lpstr>
      <vt:lpstr>굴림</vt:lpstr>
      <vt:lpstr>Arial</vt:lpstr>
      <vt:lpstr>Noto Sans KR Medium</vt:lpstr>
      <vt:lpstr>Calibri</vt:lpstr>
      <vt:lpstr>Office Theme</vt:lpstr>
      <vt:lpstr>내용 4개</vt:lpstr>
      <vt:lpstr>PowerPoint 프레젠테이션</vt:lpstr>
      <vt:lpstr>PowerPoint 프레젠테이션</vt:lpstr>
      <vt:lpstr>관련짓기 — 감정과 색 연결하기</vt:lpstr>
      <vt:lpstr>관련짓기 — 감정과 색 연결하기</vt:lpstr>
      <vt:lpstr>표현하기 —감정 색칠하기</vt:lpstr>
      <vt:lpstr>표현하기 —감정 색칠하기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장 혜림</cp:lastModifiedBy>
  <cp:revision>22</cp:revision>
  <dcterms:created xsi:type="dcterms:W3CDTF">2026-07-09T22:35:37Z</dcterms:created>
  <dcterms:modified xsi:type="dcterms:W3CDTF">2026-10-27T16:15:45Z</dcterms:modified>
</cp:coreProperties>
</file>