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56" r:id="rId2"/>
  </p:sldMasterIdLst>
  <p:notesMasterIdLst>
    <p:notesMasterId r:id="rId21"/>
  </p:notesMasterIdLst>
  <p:sldIdLst>
    <p:sldId id="256" r:id="rId3"/>
    <p:sldId id="265" r:id="rId4"/>
    <p:sldId id="345" r:id="rId5"/>
    <p:sldId id="346" r:id="rId6"/>
    <p:sldId id="278" r:id="rId7"/>
    <p:sldId id="266" r:id="rId8"/>
    <p:sldId id="322" r:id="rId9"/>
    <p:sldId id="347" r:id="rId10"/>
    <p:sldId id="290" r:id="rId11"/>
    <p:sldId id="300" r:id="rId12"/>
    <p:sldId id="270" r:id="rId13"/>
    <p:sldId id="293" r:id="rId14"/>
    <p:sldId id="343" r:id="rId15"/>
    <p:sldId id="344" r:id="rId16"/>
    <p:sldId id="348" r:id="rId17"/>
    <p:sldId id="349" r:id="rId18"/>
    <p:sldId id="350" r:id="rId19"/>
    <p:sldId id="295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50" d="100"/>
          <a:sy n="50" d="100"/>
        </p:scale>
        <p:origin x="-68" y="-252"/>
      </p:cViewPr>
      <p:guideLst>
        <p:guide orient="horz" pos="2159"/>
        <p:guide pos="383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6134812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69DCDE-839F-45A5-BBBA-002CD9F8819F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70429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-635000" y="914400"/>
            <a:ext cx="8128000" cy="4572000"/>
          </a:xfrm>
          <a:prstGeom prst="rect">
            <a:avLst/>
          </a:prstGeo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>
          <a:xfrm>
            <a:off x="3884613" y="11580813"/>
            <a:ext cx="2971800" cy="609600"/>
          </a:xfrm>
          <a:prstGeom prst="rect">
            <a:avLst/>
          </a:prstGeom>
        </p:spPr>
        <p:txBody>
          <a:bodyPr/>
          <a:lstStyle/>
          <a:p>
            <a:fld id="{6669DCDE-839F-45A5-BBBA-002CD9F8819F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70429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-635000" y="914400"/>
            <a:ext cx="8128000" cy="4572000"/>
          </a:xfrm>
          <a:prstGeom prst="rect">
            <a:avLst/>
          </a:prstGeo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>
          <a:xfrm>
            <a:off x="3884613" y="11580813"/>
            <a:ext cx="2971800" cy="609600"/>
          </a:xfrm>
          <a:prstGeom prst="rect">
            <a:avLst/>
          </a:prstGeom>
        </p:spPr>
        <p:txBody>
          <a:bodyPr/>
          <a:lstStyle/>
          <a:p>
            <a:fld id="{6669DCDE-839F-45A5-BBBA-002CD9F8819F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70429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-635000" y="914400"/>
            <a:ext cx="8128000" cy="4572000"/>
          </a:xfrm>
          <a:prstGeom prst="rect">
            <a:avLst/>
          </a:prstGeo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>
          <a:xfrm>
            <a:off x="3884613" y="11580813"/>
            <a:ext cx="2971800" cy="609600"/>
          </a:xfrm>
          <a:prstGeom prst="rect">
            <a:avLst/>
          </a:prstGeom>
        </p:spPr>
        <p:txBody>
          <a:bodyPr/>
          <a:lstStyle/>
          <a:p>
            <a:fld id="{6669DCDE-839F-45A5-BBBA-002CD9F8819F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70429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-635000" y="914400"/>
            <a:ext cx="8128000" cy="4572000"/>
          </a:xfrm>
          <a:prstGeom prst="rect">
            <a:avLst/>
          </a:prstGeo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>
          <a:xfrm>
            <a:off x="3884613" y="11580813"/>
            <a:ext cx="2971800" cy="609600"/>
          </a:xfrm>
          <a:prstGeom prst="rect">
            <a:avLst/>
          </a:prstGeom>
        </p:spPr>
        <p:txBody>
          <a:bodyPr/>
          <a:lstStyle/>
          <a:p>
            <a:fld id="{6669DCDE-839F-45A5-BBBA-002CD9F8819F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70429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타원 7"/>
          <p:cNvSpPr/>
          <p:nvPr userDrawn="1"/>
        </p:nvSpPr>
        <p:spPr>
          <a:xfrm>
            <a:off x="1314979" y="932723"/>
            <a:ext cx="9562043" cy="519542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pic>
        <p:nvPicPr>
          <p:cNvPr id="4" name="그림 3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3774"/>
          <a:stretch/>
        </p:blipFill>
        <p:spPr>
          <a:xfrm>
            <a:off x="5232685" y="6213310"/>
            <a:ext cx="1726629" cy="559532"/>
          </a:xfrm>
          <a:prstGeom prst="rect">
            <a:avLst/>
          </a:prstGeom>
        </p:spPr>
      </p:pic>
      <p:grpSp>
        <p:nvGrpSpPr>
          <p:cNvPr id="3" name="그룹 2"/>
          <p:cNvGrpSpPr/>
          <p:nvPr userDrawn="1"/>
        </p:nvGrpSpPr>
        <p:grpSpPr>
          <a:xfrm>
            <a:off x="8380207" y="4128700"/>
            <a:ext cx="3810915" cy="2740004"/>
            <a:chOff x="8380207" y="4128700"/>
            <a:chExt cx="3810915" cy="2740004"/>
          </a:xfrm>
        </p:grpSpPr>
        <p:pic>
          <p:nvPicPr>
            <p:cNvPr id="5" name="그림 4"/>
            <p:cNvPicPr>
              <a:picLocks noChangeAspect="1"/>
            </p:cNvPicPr>
            <p:nvPr userDrawn="1"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80207" y="4139458"/>
              <a:ext cx="3806750" cy="2729246"/>
            </a:xfrm>
            <a:prstGeom prst="rect">
              <a:avLst/>
            </a:prstGeom>
          </p:spPr>
        </p:pic>
        <p:pic>
          <p:nvPicPr>
            <p:cNvPr id="2" name="그림 1"/>
            <p:cNvPicPr>
              <a:picLocks noChangeAspect="1"/>
            </p:cNvPicPr>
            <p:nvPr userDrawn="1"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85922" y="4128700"/>
              <a:ext cx="3805200" cy="273185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6366167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그림 1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직사각형 1"/>
          <p:cNvSpPr/>
          <p:nvPr userDrawn="1"/>
        </p:nvSpPr>
        <p:spPr>
          <a:xfrm>
            <a:off x="0" y="1134884"/>
            <a:ext cx="12192000" cy="53664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2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185109" y="6499821"/>
            <a:ext cx="28448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r" defTabSz="1219170" rtl="0" eaLnBrk="1" latinLnBrk="1" hangingPunct="1">
              <a:defRPr lang="ko-KR" altLang="en-US" sz="1067" b="1" kern="120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lt"/>
                <a:ea typeface="G마켓 산스 TTF Medium" panose="02000000000000000000" pitchFamily="2" charset="-127"/>
                <a:cs typeface="+mn-cs"/>
              </a:defRPr>
            </a:lvl1pPr>
          </a:lstStyle>
          <a:p>
            <a:fld id="{A73DE1A5-A26C-4936-9EB7-341AE0E9F7ED}" type="slidenum">
              <a:rPr lang="en-US" altLang="ko-KR" smtClean="0"/>
              <a:pPr/>
              <a:t>‹#›</a:t>
            </a:fld>
            <a:endParaRPr lang="en-US" dirty="0"/>
          </a:p>
        </p:txBody>
      </p:sp>
      <p:sp>
        <p:nvSpPr>
          <p:cNvPr id="5" name="제목 1"/>
          <p:cNvSpPr>
            <a:spLocks noGrp="1"/>
          </p:cNvSpPr>
          <p:nvPr>
            <p:ph type="title"/>
          </p:nvPr>
        </p:nvSpPr>
        <p:spPr>
          <a:xfrm>
            <a:off x="519761" y="409647"/>
            <a:ext cx="9525376" cy="641085"/>
          </a:xfrm>
          <a:prstGeom prst="rect">
            <a:avLst/>
          </a:prstGeom>
        </p:spPr>
        <p:txBody>
          <a:bodyPr anchor="ctr"/>
          <a:lstStyle>
            <a:lvl1pPr marL="0" algn="l" defTabSz="1219170" rtl="0" eaLnBrk="1" latinLnBrk="1" hangingPunct="1">
              <a:spcBef>
                <a:spcPct val="0"/>
              </a:spcBef>
              <a:buNone/>
              <a:defRPr lang="ko-KR" altLang="en-US" sz="3733" kern="1200" spc="-147" baseline="0" dirty="0">
                <a:solidFill>
                  <a:schemeClr val="tx1">
                    <a:lumMod val="85000"/>
                    <a:lumOff val="15000"/>
                    <a:alpha val="99000"/>
                  </a:schemeClr>
                </a:solidFill>
                <a:latin typeface="땅스부대찌개 Bold" panose="02020603020101020101" pitchFamily="18" charset="-127"/>
                <a:ea typeface="땅스부대찌개 Bold" panose="02020603020101020101" pitchFamily="18" charset="-127"/>
                <a:cs typeface="+mn-cs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15" name="모서리가 둥근 직사각형 14"/>
          <p:cNvSpPr/>
          <p:nvPr userDrawn="1"/>
        </p:nvSpPr>
        <p:spPr>
          <a:xfrm>
            <a:off x="431371" y="1083243"/>
            <a:ext cx="11329259" cy="101600"/>
          </a:xfrm>
          <a:prstGeom prst="roundRect">
            <a:avLst>
              <a:gd name="adj" fmla="val 50000"/>
            </a:avLst>
          </a:prstGeom>
          <a:solidFill>
            <a:srgbClr val="F687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pic>
        <p:nvPicPr>
          <p:cNvPr id="11" name="그림 10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4403"/>
          <a:stretch/>
        </p:blipFill>
        <p:spPr>
          <a:xfrm>
            <a:off x="10180896" y="468166"/>
            <a:ext cx="1579734" cy="516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49224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12" name="Google Shape;22;p37"/>
          <p:cNvGrpSpPr/>
          <p:nvPr userDrawn="1"/>
        </p:nvGrpSpPr>
        <p:grpSpPr>
          <a:xfrm>
            <a:off x="335361" y="487206"/>
            <a:ext cx="3834759" cy="722645"/>
            <a:chOff x="0" y="-699"/>
            <a:chExt cx="2876068" cy="541982"/>
          </a:xfrm>
        </p:grpSpPr>
        <p:sp>
          <p:nvSpPr>
            <p:cNvPr id="13" name="Google Shape;23;p37"/>
            <p:cNvSpPr/>
            <p:nvPr/>
          </p:nvSpPr>
          <p:spPr>
            <a:xfrm>
              <a:off x="0" y="0"/>
              <a:ext cx="2876068" cy="541283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18493" y="0"/>
                  </a:moveTo>
                  <a:lnTo>
                    <a:pt x="3107" y="0"/>
                  </a:lnTo>
                  <a:cubicBezTo>
                    <a:pt x="2222" y="0"/>
                    <a:pt x="1691" y="0"/>
                    <a:pt x="1337" y="651"/>
                  </a:cubicBezTo>
                  <a:cubicBezTo>
                    <a:pt x="773" y="1743"/>
                    <a:pt x="328" y="4106"/>
                    <a:pt x="123" y="7106"/>
                  </a:cubicBezTo>
                  <a:cubicBezTo>
                    <a:pt x="41" y="8290"/>
                    <a:pt x="0" y="9540"/>
                    <a:pt x="0" y="10800"/>
                  </a:cubicBezTo>
                  <a:cubicBezTo>
                    <a:pt x="0" y="12060"/>
                    <a:pt x="41" y="13310"/>
                    <a:pt x="123" y="14494"/>
                  </a:cubicBezTo>
                  <a:cubicBezTo>
                    <a:pt x="328" y="17494"/>
                    <a:pt x="773" y="19857"/>
                    <a:pt x="1337" y="20949"/>
                  </a:cubicBezTo>
                  <a:cubicBezTo>
                    <a:pt x="1691" y="21600"/>
                    <a:pt x="2222" y="21600"/>
                    <a:pt x="3107" y="21600"/>
                  </a:cubicBezTo>
                  <a:lnTo>
                    <a:pt x="18493" y="21600"/>
                  </a:lnTo>
                  <a:cubicBezTo>
                    <a:pt x="19378" y="21600"/>
                    <a:pt x="19909" y="21600"/>
                    <a:pt x="20263" y="20949"/>
                  </a:cubicBezTo>
                  <a:cubicBezTo>
                    <a:pt x="20827" y="19857"/>
                    <a:pt x="21272" y="17494"/>
                    <a:pt x="21477" y="14494"/>
                  </a:cubicBezTo>
                  <a:cubicBezTo>
                    <a:pt x="21559" y="13310"/>
                    <a:pt x="21600" y="12060"/>
                    <a:pt x="21600" y="10800"/>
                  </a:cubicBezTo>
                  <a:cubicBezTo>
                    <a:pt x="21600" y="9540"/>
                    <a:pt x="21559" y="8290"/>
                    <a:pt x="21477" y="7106"/>
                  </a:cubicBezTo>
                  <a:cubicBezTo>
                    <a:pt x="21272" y="4106"/>
                    <a:pt x="20827" y="1743"/>
                    <a:pt x="20263" y="651"/>
                  </a:cubicBezTo>
                  <a:cubicBezTo>
                    <a:pt x="19909" y="0"/>
                    <a:pt x="19378" y="0"/>
                    <a:pt x="18493" y="0"/>
                  </a:cubicBezTo>
                  <a:close/>
                </a:path>
              </a:pathLst>
            </a:custGeom>
            <a:solidFill>
              <a:srgbClr val="F6877E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chemeClr val="dk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Arial"/>
                <a:sym typeface="Arial"/>
              </a:endParaRPr>
            </a:p>
          </p:txBody>
        </p:sp>
        <p:sp>
          <p:nvSpPr>
            <p:cNvPr id="14" name="Google Shape;24;p37"/>
            <p:cNvSpPr txBox="1"/>
            <p:nvPr/>
          </p:nvSpPr>
          <p:spPr>
            <a:xfrm>
              <a:off x="243287" y="-699"/>
              <a:ext cx="2389494" cy="53566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altLang="en-US" sz="3333" b="1" dirty="0">
                  <a:solidFill>
                    <a:srgbClr val="FFFFFF"/>
                  </a:solidFill>
                  <a:latin typeface="+mj-ea"/>
                  <a:ea typeface="+mj-ea"/>
                  <a:cs typeface="Arial"/>
                  <a:sym typeface="Arial"/>
                </a:rPr>
                <a:t>초등 미술</a:t>
              </a:r>
              <a:endParaRPr sz="2400" dirty="0">
                <a:latin typeface="+mj-ea"/>
                <a:ea typeface="+mj-ea"/>
              </a:endParaRPr>
            </a:p>
          </p:txBody>
        </p:sp>
      </p:grpSp>
      <p:pic>
        <p:nvPicPr>
          <p:cNvPr id="15" name="그림 14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5158" r="34094" b="5158"/>
          <a:stretch/>
        </p:blipFill>
        <p:spPr>
          <a:xfrm>
            <a:off x="4804125" y="5883883"/>
            <a:ext cx="2346484" cy="764099"/>
          </a:xfrm>
          <a:prstGeom prst="rect">
            <a:avLst/>
          </a:prstGeom>
        </p:spPr>
      </p:pic>
      <p:sp>
        <p:nvSpPr>
          <p:cNvPr id="17" name="모서리가 둥근 직사각형 16"/>
          <p:cNvSpPr/>
          <p:nvPr userDrawn="1"/>
        </p:nvSpPr>
        <p:spPr>
          <a:xfrm>
            <a:off x="431371" y="3500604"/>
            <a:ext cx="11329259" cy="101600"/>
          </a:xfrm>
          <a:prstGeom prst="roundRect">
            <a:avLst>
              <a:gd name="adj" fmla="val 50000"/>
            </a:avLst>
          </a:prstGeom>
          <a:solidFill>
            <a:srgbClr val="F687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18" name="Google Shape;125;p45"/>
          <p:cNvSpPr txBox="1"/>
          <p:nvPr userDrawn="1"/>
        </p:nvSpPr>
        <p:spPr>
          <a:xfrm>
            <a:off x="2927648" y="3591209"/>
            <a:ext cx="6387312" cy="3200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0" b="1" dirty="0">
                <a:latin typeface="+mj-ea"/>
                <a:ea typeface="+mj-ea"/>
                <a:cs typeface="Arial"/>
                <a:sym typeface="Arial"/>
              </a:rPr>
              <a:t>감사합니다</a:t>
            </a:r>
            <a:endParaRPr sz="10000" b="1" dirty="0">
              <a:latin typeface="+mj-ea"/>
              <a:ea typeface="+mj-ea"/>
              <a:cs typeface="Arial"/>
              <a:sym typeface="Arial"/>
            </a:endParaRPr>
          </a:p>
        </p:txBody>
      </p:sp>
      <p:pic>
        <p:nvPicPr>
          <p:cNvPr id="19" name="그림 18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6758" y="1079178"/>
            <a:ext cx="4500000" cy="2533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0600200"/>
      </p:ext>
    </p:extLst>
  </p:cSld>
  <p:clrMapOvr>
    <a:masterClrMapping/>
  </p:clrMapOvr>
  <p:extLst>
    <p:ext uri="{DCECCB84-F9BA-43D5-87BE-67443E8EF086}">
      <p15:sldGuideLst xmlns="" xmlns:p15="http://schemas.microsoft.com/office/powerpoint/2012/main">
        <p15:guide id="1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551CDAB1-A1E7-CFB5-4C4F-BF381DEE01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405" y="1123143"/>
            <a:ext cx="9145191" cy="2386082"/>
          </a:xfrm>
        </p:spPr>
        <p:txBody>
          <a:bodyPr anchor="b"/>
          <a:lstStyle>
            <a:lvl1pPr algn="ctr">
              <a:defRPr sz="6004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="" xmlns:a16="http://schemas.microsoft.com/office/drawing/2014/main" id="{1D3C9FB5-648E-6CF3-980F-C9A15A1260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405" y="3601363"/>
            <a:ext cx="9145191" cy="1656913"/>
          </a:xfrm>
        </p:spPr>
        <p:txBody>
          <a:bodyPr/>
          <a:lstStyle>
            <a:lvl1pPr marL="0" indent="0" algn="ctr">
              <a:buNone/>
              <a:defRPr sz="2402"/>
            </a:lvl1pPr>
            <a:lvl2pPr marL="457520" indent="0" algn="ctr">
              <a:buNone/>
              <a:defRPr sz="2001"/>
            </a:lvl2pPr>
            <a:lvl3pPr marL="915040" indent="0" algn="ctr">
              <a:buNone/>
              <a:defRPr sz="1801"/>
            </a:lvl3pPr>
            <a:lvl4pPr marL="1372560" indent="0" algn="ctr">
              <a:buNone/>
              <a:defRPr sz="1601"/>
            </a:lvl4pPr>
            <a:lvl5pPr marL="1830080" indent="0" algn="ctr">
              <a:buNone/>
              <a:defRPr sz="1601"/>
            </a:lvl5pPr>
            <a:lvl6pPr marL="2287600" indent="0" algn="ctr">
              <a:buNone/>
              <a:defRPr sz="1601"/>
            </a:lvl6pPr>
            <a:lvl7pPr marL="2745120" indent="0" algn="ctr">
              <a:buNone/>
              <a:defRPr sz="1601"/>
            </a:lvl7pPr>
            <a:lvl8pPr marL="3202640" indent="0" algn="ctr">
              <a:buNone/>
              <a:defRPr sz="1601"/>
            </a:lvl8pPr>
            <a:lvl9pPr marL="3660160" indent="0" algn="ctr">
              <a:buNone/>
              <a:defRPr sz="1601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="" xmlns:a16="http://schemas.microsoft.com/office/drawing/2014/main" id="{B91B6F74-0D6F-ABA8-D595-2CD7CC7DB4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5" name="바닥글 개체 틀 4">
            <a:extLst>
              <a:ext uri="{FF2B5EF4-FFF2-40B4-BE49-F238E27FC236}">
                <a16:creationId xmlns="" xmlns:a16="http://schemas.microsoft.com/office/drawing/2014/main" id="{BC1D5DA0-514B-F0F0-C432-A801FB7C0E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="" xmlns:a16="http://schemas.microsoft.com/office/drawing/2014/main" id="{DBB9A905-7FA9-41B4-5F76-78E42BB7DF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5756695-5394-4275-AF82-FA73A9257D02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5778572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9BFECD42-BBEC-BA18-F276-0C29741A9F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="" xmlns:a16="http://schemas.microsoft.com/office/drawing/2014/main" id="{2E264433-1D5A-9D26-6525-F6F65273E7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="" xmlns:a16="http://schemas.microsoft.com/office/drawing/2014/main" id="{CE1AA174-3A58-A6C7-3483-1D27A21116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5" name="바닥글 개체 틀 4">
            <a:extLst>
              <a:ext uri="{FF2B5EF4-FFF2-40B4-BE49-F238E27FC236}">
                <a16:creationId xmlns="" xmlns:a16="http://schemas.microsoft.com/office/drawing/2014/main" id="{4B7142F9-B37A-147F-0542-12429285CE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="" xmlns:a16="http://schemas.microsoft.com/office/drawing/2014/main" id="{9525B876-F97A-60F2-3F5C-558F22E09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B158258-C0FB-4AF9-9D0A-918F61B6CCAB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5284272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D715B40E-BA87-9913-53EB-EEB027AB42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2392" y="1709337"/>
            <a:ext cx="10514508" cy="2853131"/>
          </a:xfrm>
        </p:spPr>
        <p:txBody>
          <a:bodyPr anchor="b"/>
          <a:lstStyle>
            <a:lvl1pPr>
              <a:defRPr sz="6004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="" xmlns:a16="http://schemas.microsoft.com/office/drawing/2014/main" id="{F8CDE29B-3827-5235-AF37-A40AE7E8F0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2392" y="4589475"/>
            <a:ext cx="10514508" cy="1499641"/>
          </a:xfrm>
        </p:spPr>
        <p:txBody>
          <a:bodyPr/>
          <a:lstStyle>
            <a:lvl1pPr marL="0" indent="0">
              <a:buNone/>
              <a:defRPr sz="2402"/>
            </a:lvl1pPr>
            <a:lvl2pPr marL="457520" indent="0">
              <a:buNone/>
              <a:defRPr sz="2001"/>
            </a:lvl2pPr>
            <a:lvl3pPr marL="915040" indent="0">
              <a:buNone/>
              <a:defRPr sz="1801"/>
            </a:lvl3pPr>
            <a:lvl4pPr marL="1372560" indent="0">
              <a:buNone/>
              <a:defRPr sz="1601"/>
            </a:lvl4pPr>
            <a:lvl5pPr marL="1830080" indent="0">
              <a:buNone/>
              <a:defRPr sz="1601"/>
            </a:lvl5pPr>
            <a:lvl6pPr marL="2287600" indent="0">
              <a:buNone/>
              <a:defRPr sz="1601"/>
            </a:lvl6pPr>
            <a:lvl7pPr marL="2745120" indent="0">
              <a:buNone/>
              <a:defRPr sz="1601"/>
            </a:lvl7pPr>
            <a:lvl8pPr marL="3202640" indent="0">
              <a:buNone/>
              <a:defRPr sz="1601"/>
            </a:lvl8pPr>
            <a:lvl9pPr marL="3660160" indent="0">
              <a:buNone/>
              <a:defRPr sz="160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="" xmlns:a16="http://schemas.microsoft.com/office/drawing/2014/main" id="{E9798EE9-CD2C-BD64-87E5-6C1E702D72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5" name="바닥글 개체 틀 4">
            <a:extLst>
              <a:ext uri="{FF2B5EF4-FFF2-40B4-BE49-F238E27FC236}">
                <a16:creationId xmlns="" xmlns:a16="http://schemas.microsoft.com/office/drawing/2014/main" id="{0DEA3FBA-BE90-B7EA-0105-0D8B8386D5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="" xmlns:a16="http://schemas.microsoft.com/office/drawing/2014/main" id="{EE71DD27-E0B9-7FE1-95D6-B332B7E731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EC5E722-5858-45F9-A34C-5F87E08EBAB6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8074178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9C16D3E1-F662-D11D-0505-3DA26CC4CF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="" xmlns:a16="http://schemas.microsoft.com/office/drawing/2014/main" id="{90722868-4B73-3B60-65D7-CF2BF52D0F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8409" y="1599724"/>
            <a:ext cx="2616315" cy="21970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="" xmlns:a16="http://schemas.microsoft.com/office/drawing/2014/main" id="{C356467C-B32D-43B9-07BA-240716F0D6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377224" y="1599724"/>
            <a:ext cx="2616316" cy="21970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="" xmlns:a16="http://schemas.microsoft.com/office/drawing/2014/main" id="{45C927F1-1827-6F0E-7240-107E54AFDE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6" name="바닥글 개체 틀 5">
            <a:extLst>
              <a:ext uri="{FF2B5EF4-FFF2-40B4-BE49-F238E27FC236}">
                <a16:creationId xmlns="" xmlns:a16="http://schemas.microsoft.com/office/drawing/2014/main" id="{AEE12205-14A7-B898-1F38-7BD2FCE1A2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="" xmlns:a16="http://schemas.microsoft.com/office/drawing/2014/main" id="{BFFF28D1-9CF2-C697-7120-4B8A73472E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33BC6E1-510F-40DF-A1EA-766B6895277C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4628413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06D98272-7063-4BA0-AC57-96D4E9DADC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335" y="365379"/>
            <a:ext cx="10514507" cy="132489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="" xmlns:a16="http://schemas.microsoft.com/office/drawing/2014/main" id="{53CC4135-A4EB-0628-35DA-8164B9B01A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0335" y="1680743"/>
            <a:ext cx="5157970" cy="824485"/>
          </a:xfrm>
        </p:spPr>
        <p:txBody>
          <a:bodyPr anchor="b"/>
          <a:lstStyle>
            <a:lvl1pPr marL="0" indent="0">
              <a:buNone/>
              <a:defRPr sz="2402" b="1"/>
            </a:lvl1pPr>
            <a:lvl2pPr marL="457520" indent="0">
              <a:buNone/>
              <a:defRPr sz="2001" b="1"/>
            </a:lvl2pPr>
            <a:lvl3pPr marL="915040" indent="0">
              <a:buNone/>
              <a:defRPr sz="1801" b="1"/>
            </a:lvl3pPr>
            <a:lvl4pPr marL="1372560" indent="0">
              <a:buNone/>
              <a:defRPr sz="1601" b="1"/>
            </a:lvl4pPr>
            <a:lvl5pPr marL="1830080" indent="0">
              <a:buNone/>
              <a:defRPr sz="1601" b="1"/>
            </a:lvl5pPr>
            <a:lvl6pPr marL="2287600" indent="0">
              <a:buNone/>
              <a:defRPr sz="1601" b="1"/>
            </a:lvl6pPr>
            <a:lvl7pPr marL="2745120" indent="0">
              <a:buNone/>
              <a:defRPr sz="1601" b="1"/>
            </a:lvl7pPr>
            <a:lvl8pPr marL="3202640" indent="0">
              <a:buNone/>
              <a:defRPr sz="1601" b="1"/>
            </a:lvl8pPr>
            <a:lvl9pPr marL="3660160" indent="0">
              <a:buNone/>
              <a:defRPr sz="1601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="" xmlns:a16="http://schemas.microsoft.com/office/drawing/2014/main" id="{9D09DDED-7EFB-31B3-2A2B-C2413239A8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40335" y="2505228"/>
            <a:ext cx="5157970" cy="368397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="" xmlns:a16="http://schemas.microsoft.com/office/drawing/2014/main" id="{DEF58742-B27A-258B-DCE5-DCC59C1366F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1456" y="1680743"/>
            <a:ext cx="5183386" cy="824485"/>
          </a:xfrm>
        </p:spPr>
        <p:txBody>
          <a:bodyPr anchor="b"/>
          <a:lstStyle>
            <a:lvl1pPr marL="0" indent="0">
              <a:buNone/>
              <a:defRPr sz="2402" b="1"/>
            </a:lvl1pPr>
            <a:lvl2pPr marL="457520" indent="0">
              <a:buNone/>
              <a:defRPr sz="2001" b="1"/>
            </a:lvl2pPr>
            <a:lvl3pPr marL="915040" indent="0">
              <a:buNone/>
              <a:defRPr sz="1801" b="1"/>
            </a:lvl3pPr>
            <a:lvl4pPr marL="1372560" indent="0">
              <a:buNone/>
              <a:defRPr sz="1601" b="1"/>
            </a:lvl4pPr>
            <a:lvl5pPr marL="1830080" indent="0">
              <a:buNone/>
              <a:defRPr sz="1601" b="1"/>
            </a:lvl5pPr>
            <a:lvl6pPr marL="2287600" indent="0">
              <a:buNone/>
              <a:defRPr sz="1601" b="1"/>
            </a:lvl6pPr>
            <a:lvl7pPr marL="2745120" indent="0">
              <a:buNone/>
              <a:defRPr sz="1601" b="1"/>
            </a:lvl7pPr>
            <a:lvl8pPr marL="3202640" indent="0">
              <a:buNone/>
              <a:defRPr sz="1601" b="1"/>
            </a:lvl8pPr>
            <a:lvl9pPr marL="3660160" indent="0">
              <a:buNone/>
              <a:defRPr sz="1601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="" xmlns:a16="http://schemas.microsoft.com/office/drawing/2014/main" id="{1920D058-40BB-A002-D824-9FF3CAA6F37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1456" y="2505228"/>
            <a:ext cx="5183386" cy="368397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="" xmlns:a16="http://schemas.microsoft.com/office/drawing/2014/main" id="{864B24A5-03AC-3BDE-E94E-2B5431C085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8" name="바닥글 개체 틀 7">
            <a:extLst>
              <a:ext uri="{FF2B5EF4-FFF2-40B4-BE49-F238E27FC236}">
                <a16:creationId xmlns="" xmlns:a16="http://schemas.microsoft.com/office/drawing/2014/main" id="{C969DFF8-FE80-5EB1-6D45-E4B2EA906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="" xmlns:a16="http://schemas.microsoft.com/office/drawing/2014/main" id="{DE9598D5-1D63-CEF9-BA95-0ED5CBD3B2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DBF8083-CC21-4651-B783-250056FB9B21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8282293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556D719E-E86B-447A-B095-8CD1AE2C21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="" xmlns:a16="http://schemas.microsoft.com/office/drawing/2014/main" id="{6890DFBA-38A4-A561-EDC6-E2BC226560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4" name="바닥글 개체 틀 3">
            <a:extLst>
              <a:ext uri="{FF2B5EF4-FFF2-40B4-BE49-F238E27FC236}">
                <a16:creationId xmlns="" xmlns:a16="http://schemas.microsoft.com/office/drawing/2014/main" id="{33647364-AE8F-47A1-48B2-40823D135E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="" xmlns:a16="http://schemas.microsoft.com/office/drawing/2014/main" id="{F1D35064-9D56-52BC-3117-C5220E5AD5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10D04C5-F145-4DCF-8EA1-D7A522ACD60A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0364835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="" xmlns:a16="http://schemas.microsoft.com/office/drawing/2014/main" id="{58F17AE2-D83D-83A0-8625-1C34768329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3" name="바닥글 개체 틀 2">
            <a:extLst>
              <a:ext uri="{FF2B5EF4-FFF2-40B4-BE49-F238E27FC236}">
                <a16:creationId xmlns="" xmlns:a16="http://schemas.microsoft.com/office/drawing/2014/main" id="{CF447AD5-D2D2-FABD-3736-5CD210C19C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="" xmlns:a16="http://schemas.microsoft.com/office/drawing/2014/main" id="{016B1909-34F9-6D84-5A6B-4272D99C43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9891738-9939-40EF-AC85-9DF4769D5E9A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12473630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AE497DF7-573E-B3C5-268A-FCD1D3DA08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335" y="457518"/>
            <a:ext cx="3931621" cy="1599724"/>
          </a:xfrm>
        </p:spPr>
        <p:txBody>
          <a:bodyPr anchor="b"/>
          <a:lstStyle>
            <a:lvl1pPr>
              <a:defRPr sz="3202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="" xmlns:a16="http://schemas.microsoft.com/office/drawing/2014/main" id="{1276EDD3-5CFA-9762-521B-F923DEB39F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388" y="988112"/>
            <a:ext cx="6171455" cy="4872246"/>
          </a:xfrm>
        </p:spPr>
        <p:txBody>
          <a:bodyPr/>
          <a:lstStyle>
            <a:lvl1pPr>
              <a:defRPr sz="3202"/>
            </a:lvl1pPr>
            <a:lvl2pPr>
              <a:defRPr sz="2802"/>
            </a:lvl2pPr>
            <a:lvl3pPr>
              <a:defRPr sz="2402"/>
            </a:lvl3pPr>
            <a:lvl4pPr>
              <a:defRPr sz="2001"/>
            </a:lvl4pPr>
            <a:lvl5pPr>
              <a:defRPr sz="2001"/>
            </a:lvl5pPr>
            <a:lvl6pPr>
              <a:defRPr sz="2001"/>
            </a:lvl6pPr>
            <a:lvl7pPr>
              <a:defRPr sz="2001"/>
            </a:lvl7pPr>
            <a:lvl8pPr>
              <a:defRPr sz="2001"/>
            </a:lvl8pPr>
            <a:lvl9pPr>
              <a:defRPr sz="200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="" xmlns:a16="http://schemas.microsoft.com/office/drawing/2014/main" id="{050851AA-136C-BA18-02A8-8F2D6868BB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40335" y="2057242"/>
            <a:ext cx="3931621" cy="3811058"/>
          </a:xfrm>
        </p:spPr>
        <p:txBody>
          <a:bodyPr/>
          <a:lstStyle>
            <a:lvl1pPr marL="0" indent="0">
              <a:buNone/>
              <a:defRPr sz="1601"/>
            </a:lvl1pPr>
            <a:lvl2pPr marL="457520" indent="0">
              <a:buNone/>
              <a:defRPr sz="1401"/>
            </a:lvl2pPr>
            <a:lvl3pPr marL="915040" indent="0">
              <a:buNone/>
              <a:defRPr sz="1201"/>
            </a:lvl3pPr>
            <a:lvl4pPr marL="1372560" indent="0">
              <a:buNone/>
              <a:defRPr sz="1001"/>
            </a:lvl4pPr>
            <a:lvl5pPr marL="1830080" indent="0">
              <a:buNone/>
              <a:defRPr sz="1001"/>
            </a:lvl5pPr>
            <a:lvl6pPr marL="2287600" indent="0">
              <a:buNone/>
              <a:defRPr sz="1001"/>
            </a:lvl6pPr>
            <a:lvl7pPr marL="2745120" indent="0">
              <a:buNone/>
              <a:defRPr sz="1001"/>
            </a:lvl7pPr>
            <a:lvl8pPr marL="3202640" indent="0">
              <a:buNone/>
              <a:defRPr sz="1001"/>
            </a:lvl8pPr>
            <a:lvl9pPr marL="3660160" indent="0">
              <a:buNone/>
              <a:defRPr sz="100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="" xmlns:a16="http://schemas.microsoft.com/office/drawing/2014/main" id="{BE85B4B8-ABDE-E4F0-CAA4-F44D4E6FDB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6" name="바닥글 개체 틀 5">
            <a:extLst>
              <a:ext uri="{FF2B5EF4-FFF2-40B4-BE49-F238E27FC236}">
                <a16:creationId xmlns="" xmlns:a16="http://schemas.microsoft.com/office/drawing/2014/main" id="{83A696BA-A4EE-E190-1A29-040E12EA12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="" xmlns:a16="http://schemas.microsoft.com/office/drawing/2014/main" id="{E10B71B5-75D1-6E16-68E0-8894E1F2CC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87CE856-5433-40C8-9C6D-BC48ED4C97AF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11248587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5BF684A9-E232-B337-2528-346F015A5D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335" y="457518"/>
            <a:ext cx="3931621" cy="1599724"/>
          </a:xfrm>
        </p:spPr>
        <p:txBody>
          <a:bodyPr anchor="b"/>
          <a:lstStyle>
            <a:lvl1pPr>
              <a:defRPr sz="3202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="" xmlns:a16="http://schemas.microsoft.com/office/drawing/2014/main" id="{A962ADAD-6943-ADCC-3953-D34B72A6768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388" y="988112"/>
            <a:ext cx="6171455" cy="4872246"/>
          </a:xfrm>
        </p:spPr>
        <p:txBody>
          <a:bodyPr/>
          <a:lstStyle>
            <a:lvl1pPr marL="0" indent="0">
              <a:buNone/>
              <a:defRPr sz="3202"/>
            </a:lvl1pPr>
            <a:lvl2pPr marL="457520" indent="0">
              <a:buNone/>
              <a:defRPr sz="2802"/>
            </a:lvl2pPr>
            <a:lvl3pPr marL="915040" indent="0">
              <a:buNone/>
              <a:defRPr sz="2402"/>
            </a:lvl3pPr>
            <a:lvl4pPr marL="1372560" indent="0">
              <a:buNone/>
              <a:defRPr sz="2001"/>
            </a:lvl4pPr>
            <a:lvl5pPr marL="1830080" indent="0">
              <a:buNone/>
              <a:defRPr sz="2001"/>
            </a:lvl5pPr>
            <a:lvl6pPr marL="2287600" indent="0">
              <a:buNone/>
              <a:defRPr sz="2001"/>
            </a:lvl6pPr>
            <a:lvl7pPr marL="2745120" indent="0">
              <a:buNone/>
              <a:defRPr sz="2001"/>
            </a:lvl7pPr>
            <a:lvl8pPr marL="3202640" indent="0">
              <a:buNone/>
              <a:defRPr sz="2001"/>
            </a:lvl8pPr>
            <a:lvl9pPr marL="3660160" indent="0">
              <a:buNone/>
              <a:defRPr sz="2001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="" xmlns:a16="http://schemas.microsoft.com/office/drawing/2014/main" id="{9EE1501E-95EF-AFA3-9C02-167A68D86D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40335" y="2057242"/>
            <a:ext cx="3931621" cy="3811058"/>
          </a:xfrm>
        </p:spPr>
        <p:txBody>
          <a:bodyPr/>
          <a:lstStyle>
            <a:lvl1pPr marL="0" indent="0">
              <a:buNone/>
              <a:defRPr sz="1601"/>
            </a:lvl1pPr>
            <a:lvl2pPr marL="457520" indent="0">
              <a:buNone/>
              <a:defRPr sz="1401"/>
            </a:lvl2pPr>
            <a:lvl3pPr marL="915040" indent="0">
              <a:buNone/>
              <a:defRPr sz="1201"/>
            </a:lvl3pPr>
            <a:lvl4pPr marL="1372560" indent="0">
              <a:buNone/>
              <a:defRPr sz="1001"/>
            </a:lvl4pPr>
            <a:lvl5pPr marL="1830080" indent="0">
              <a:buNone/>
              <a:defRPr sz="1001"/>
            </a:lvl5pPr>
            <a:lvl6pPr marL="2287600" indent="0">
              <a:buNone/>
              <a:defRPr sz="1001"/>
            </a:lvl6pPr>
            <a:lvl7pPr marL="2745120" indent="0">
              <a:buNone/>
              <a:defRPr sz="1001"/>
            </a:lvl7pPr>
            <a:lvl8pPr marL="3202640" indent="0">
              <a:buNone/>
              <a:defRPr sz="1001"/>
            </a:lvl8pPr>
            <a:lvl9pPr marL="3660160" indent="0">
              <a:buNone/>
              <a:defRPr sz="100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="" xmlns:a16="http://schemas.microsoft.com/office/drawing/2014/main" id="{0A17F6C4-0FC7-A46B-D0FB-1CAF0D8D37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6" name="바닥글 개체 틀 5">
            <a:extLst>
              <a:ext uri="{FF2B5EF4-FFF2-40B4-BE49-F238E27FC236}">
                <a16:creationId xmlns="" xmlns:a16="http://schemas.microsoft.com/office/drawing/2014/main" id="{F5BD54F7-8351-1CDE-2D37-AE460D1345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="" xmlns:a16="http://schemas.microsoft.com/office/drawing/2014/main" id="{44BB495D-5428-AB12-2AE7-E43C7E6EA7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CDA364-5BD8-4C76-A283-8A7FC9654CD8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41183876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E06F7A77-3B4E-2174-200F-BC2D851BDC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="" xmlns:a16="http://schemas.microsoft.com/office/drawing/2014/main" id="{0CC89926-D218-79F0-9FEE-71DA4CCDBB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="" xmlns:a16="http://schemas.microsoft.com/office/drawing/2014/main" id="{84609930-B442-232D-09B6-131172C60D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5" name="바닥글 개체 틀 4">
            <a:extLst>
              <a:ext uri="{FF2B5EF4-FFF2-40B4-BE49-F238E27FC236}">
                <a16:creationId xmlns="" xmlns:a16="http://schemas.microsoft.com/office/drawing/2014/main" id="{53F5D24B-8A66-D353-9B5E-D60E566EAA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="" xmlns:a16="http://schemas.microsoft.com/office/drawing/2014/main" id="{5B2B18C8-2516-7B04-B1B7-9C8287B60C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2D7A391-17EC-49D3-95B9-11521C4E911E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46977834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="" xmlns:a16="http://schemas.microsoft.com/office/drawing/2014/main" id="{D725621E-9C4E-3696-479D-F3B491B6095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838604" y="273240"/>
            <a:ext cx="2743399" cy="3523522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="" xmlns:a16="http://schemas.microsoft.com/office/drawing/2014/main" id="{2C77EF1E-7894-D54F-901D-249F822FB8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08409" y="273240"/>
            <a:ext cx="8077696" cy="3523522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="" xmlns:a16="http://schemas.microsoft.com/office/drawing/2014/main" id="{5BD991E3-09E1-87FA-3E7A-D7A9AC2E99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5" name="바닥글 개체 틀 4">
            <a:extLst>
              <a:ext uri="{FF2B5EF4-FFF2-40B4-BE49-F238E27FC236}">
                <a16:creationId xmlns="" xmlns:a16="http://schemas.microsoft.com/office/drawing/2014/main" id="{B8FFAB18-B2BE-C620-D5AF-59366FEFBE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="" xmlns:a16="http://schemas.microsoft.com/office/drawing/2014/main" id="{4D704E59-04E4-56AC-E32E-51EE67685E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F1935ED-A419-4E3E-A01D-307B835363B5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57907486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타원 7"/>
          <p:cNvSpPr/>
          <p:nvPr userDrawn="1"/>
        </p:nvSpPr>
        <p:spPr>
          <a:xfrm>
            <a:off x="1314979" y="932723"/>
            <a:ext cx="9562043" cy="519542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pic>
        <p:nvPicPr>
          <p:cNvPr id="4" name="그림 3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3774"/>
          <a:stretch/>
        </p:blipFill>
        <p:spPr>
          <a:xfrm>
            <a:off x="5232685" y="6213310"/>
            <a:ext cx="1726629" cy="559532"/>
          </a:xfrm>
          <a:prstGeom prst="rect">
            <a:avLst/>
          </a:prstGeom>
        </p:spPr>
      </p:pic>
      <p:grpSp>
        <p:nvGrpSpPr>
          <p:cNvPr id="3" name="그룹 2"/>
          <p:cNvGrpSpPr/>
          <p:nvPr userDrawn="1"/>
        </p:nvGrpSpPr>
        <p:grpSpPr>
          <a:xfrm>
            <a:off x="8380207" y="4128700"/>
            <a:ext cx="3810915" cy="2740004"/>
            <a:chOff x="8380207" y="4128700"/>
            <a:chExt cx="3810915" cy="2740004"/>
          </a:xfrm>
        </p:grpSpPr>
        <p:pic>
          <p:nvPicPr>
            <p:cNvPr id="5" name="그림 4"/>
            <p:cNvPicPr>
              <a:picLocks noChangeAspect="1"/>
            </p:cNvPicPr>
            <p:nvPr userDrawn="1"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80207" y="4139458"/>
              <a:ext cx="3806750" cy="2729246"/>
            </a:xfrm>
            <a:prstGeom prst="rect">
              <a:avLst/>
            </a:prstGeom>
          </p:spPr>
        </p:pic>
        <p:pic>
          <p:nvPicPr>
            <p:cNvPr id="2" name="그림 1"/>
            <p:cNvPicPr>
              <a:picLocks noChangeAspect="1"/>
            </p:cNvPicPr>
            <p:nvPr userDrawn="1"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85922" y="4128700"/>
              <a:ext cx="3805200" cy="273185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9044751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7.xml"/><Relationship Id="rId7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6.xml"/><Relationship Id="rId2" Type="http://schemas.openxmlformats.org/officeDocument/2006/relationships/slideLayout" Target="../slideLayouts/slideLayout6.xml"/><Relationship Id="rId16" Type="http://schemas.openxmlformats.org/officeDocument/2006/relationships/image" Target="../media/image8.png"/><Relationship Id="rId1" Type="http://schemas.openxmlformats.org/officeDocument/2006/relationships/slideLayout" Target="../slideLayouts/slideLayout5.xml"/><Relationship Id="rId6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5.xml"/><Relationship Id="rId5" Type="http://schemas.openxmlformats.org/officeDocument/2006/relationships/slideLayout" Target="../slideLayouts/slideLayout9.xml"/><Relationship Id="rId15" Type="http://schemas.openxmlformats.org/officeDocument/2006/relationships/image" Target="../media/image7.png"/><Relationship Id="rId10" Type="http://schemas.openxmlformats.org/officeDocument/2006/relationships/slideLayout" Target="../slideLayouts/slideLayout14.xml"/><Relationship Id="rId4" Type="http://schemas.openxmlformats.org/officeDocument/2006/relationships/slideLayout" Target="../slideLayouts/slideLayout8.xml"/><Relationship Id="rId9" Type="http://schemas.openxmlformats.org/officeDocument/2006/relationships/slideLayout" Target="../slideLayouts/slideLayout13.xml"/><Relationship Id="rId14" Type="http://schemas.openxmlformats.org/officeDocument/2006/relationships/image" Target="../media/image6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5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4">
            <a:extLst>
              <a:ext uri="{FF2B5EF4-FFF2-40B4-BE49-F238E27FC236}">
                <a16:creationId xmlns="" xmlns:a16="http://schemas.microsoft.com/office/drawing/2014/main" id="{EB9F5CC1-E0ED-A544-3125-1CAF1AA09F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0"/>
            <a:ext cx="12192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53" name="AutoShape 5">
            <a:extLst>
              <a:ext uri="{FF2B5EF4-FFF2-40B4-BE49-F238E27FC236}">
                <a16:creationId xmlns="" xmlns:a16="http://schemas.microsoft.com/office/drawing/2014/main" id="{294D9355-B288-864E-754C-2E4780AC0F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8904" y="4114482"/>
            <a:ext cx="11332603" cy="101671"/>
          </a:xfrm>
          <a:prstGeom prst="roundRect">
            <a:avLst>
              <a:gd name="adj" fmla="val 49995"/>
            </a:avLst>
          </a:prstGeom>
          <a:solidFill>
            <a:srgbClr val="F6877E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 cmpd="sng">
                <a:solidFill>
                  <a:srgbClr val="000000"/>
                </a:solidFill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eaLnBrk="1" hangingPunct="1"/>
            <a:endParaRPr lang="ko-KR" altLang="en-US" sz="1801">
              <a:ea typeface="굴림" panose="020B0600000101010101" pitchFamily="50" charset="-127"/>
            </a:endParaRPr>
          </a:p>
        </p:txBody>
      </p:sp>
      <p:pic>
        <p:nvPicPr>
          <p:cNvPr id="2054" name="Picture 6">
            <a:extLst>
              <a:ext uri="{FF2B5EF4-FFF2-40B4-BE49-F238E27FC236}">
                <a16:creationId xmlns="" xmlns:a16="http://schemas.microsoft.com/office/drawing/2014/main" id="{DB030153-312A-A6B7-EF4D-5FC29B8035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4979"/>
          <a:stretch>
            <a:fillRect/>
          </a:stretch>
        </p:blipFill>
        <p:spPr bwMode="auto">
          <a:xfrm>
            <a:off x="4938754" y="5906427"/>
            <a:ext cx="2314494" cy="7657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55" name="Freeform 7">
            <a:extLst>
              <a:ext uri="{FF2B5EF4-FFF2-40B4-BE49-F238E27FC236}">
                <a16:creationId xmlns="" xmlns:a16="http://schemas.microsoft.com/office/drawing/2014/main" id="{0761C8CC-20DE-0035-8449-92E31252D4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3593" y="486113"/>
            <a:ext cx="3836310" cy="722815"/>
          </a:xfrm>
          <a:custGeom>
            <a:avLst/>
            <a:gdLst>
              <a:gd name="T0" fmla="*/ 2066 w 2414"/>
              <a:gd name="T1" fmla="*/ 0 h 454"/>
              <a:gd name="T2" fmla="*/ 346 w 2414"/>
              <a:gd name="T3" fmla="*/ 0 h 454"/>
              <a:gd name="T4" fmla="*/ 148 w 2414"/>
              <a:gd name="T5" fmla="*/ 13 h 454"/>
              <a:gd name="T6" fmla="*/ 13 w 2414"/>
              <a:gd name="T7" fmla="*/ 149 h 454"/>
              <a:gd name="T8" fmla="*/ 0 w 2414"/>
              <a:gd name="T9" fmla="*/ 227 h 454"/>
              <a:gd name="T10" fmla="*/ 13 w 2414"/>
              <a:gd name="T11" fmla="*/ 305 h 454"/>
              <a:gd name="T12" fmla="*/ 148 w 2414"/>
              <a:gd name="T13" fmla="*/ 440 h 454"/>
              <a:gd name="T14" fmla="*/ 346 w 2414"/>
              <a:gd name="T15" fmla="*/ 454 h 454"/>
              <a:gd name="T16" fmla="*/ 2066 w 2414"/>
              <a:gd name="T17" fmla="*/ 454 h 454"/>
              <a:gd name="T18" fmla="*/ 2264 w 2414"/>
              <a:gd name="T19" fmla="*/ 440 h 454"/>
              <a:gd name="T20" fmla="*/ 2400 w 2414"/>
              <a:gd name="T21" fmla="*/ 305 h 454"/>
              <a:gd name="T22" fmla="*/ 2414 w 2414"/>
              <a:gd name="T23" fmla="*/ 227 h 454"/>
              <a:gd name="T24" fmla="*/ 2400 w 2414"/>
              <a:gd name="T25" fmla="*/ 149 h 454"/>
              <a:gd name="T26" fmla="*/ 2264 w 2414"/>
              <a:gd name="T27" fmla="*/ 13 h 454"/>
              <a:gd name="T28" fmla="*/ 2066 w 2414"/>
              <a:gd name="T29" fmla="*/ 0 h 454"/>
              <a:gd name="T30" fmla="*/ 2066 w 2414"/>
              <a:gd name="T31" fmla="*/ 0 h 4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2414" h="454">
                <a:moveTo>
                  <a:pt x="2066" y="0"/>
                </a:moveTo>
                <a:lnTo>
                  <a:pt x="346" y="0"/>
                </a:lnTo>
                <a:cubicBezTo>
                  <a:pt x="247" y="0"/>
                  <a:pt x="188" y="0"/>
                  <a:pt x="148" y="13"/>
                </a:cubicBezTo>
                <a:cubicBezTo>
                  <a:pt x="85" y="36"/>
                  <a:pt x="35" y="86"/>
                  <a:pt x="13" y="149"/>
                </a:cubicBezTo>
                <a:cubicBezTo>
                  <a:pt x="4" y="174"/>
                  <a:pt x="0" y="200"/>
                  <a:pt x="0" y="227"/>
                </a:cubicBezTo>
                <a:cubicBezTo>
                  <a:pt x="0" y="253"/>
                  <a:pt x="4" y="280"/>
                  <a:pt x="13" y="305"/>
                </a:cubicBezTo>
                <a:cubicBezTo>
                  <a:pt x="35" y="368"/>
                  <a:pt x="85" y="417"/>
                  <a:pt x="148" y="440"/>
                </a:cubicBezTo>
                <a:cubicBezTo>
                  <a:pt x="188" y="454"/>
                  <a:pt x="247" y="454"/>
                  <a:pt x="346" y="454"/>
                </a:cubicBezTo>
                <a:lnTo>
                  <a:pt x="2066" y="454"/>
                </a:lnTo>
                <a:cubicBezTo>
                  <a:pt x="2165" y="454"/>
                  <a:pt x="2225" y="454"/>
                  <a:pt x="2264" y="440"/>
                </a:cubicBezTo>
                <a:cubicBezTo>
                  <a:pt x="2327" y="417"/>
                  <a:pt x="2377" y="368"/>
                  <a:pt x="2400" y="305"/>
                </a:cubicBezTo>
                <a:cubicBezTo>
                  <a:pt x="2409" y="280"/>
                  <a:pt x="2414" y="253"/>
                  <a:pt x="2414" y="227"/>
                </a:cubicBezTo>
                <a:cubicBezTo>
                  <a:pt x="2414" y="200"/>
                  <a:pt x="2409" y="174"/>
                  <a:pt x="2400" y="149"/>
                </a:cubicBezTo>
                <a:cubicBezTo>
                  <a:pt x="2377" y="86"/>
                  <a:pt x="2327" y="36"/>
                  <a:pt x="2264" y="13"/>
                </a:cubicBezTo>
                <a:cubicBezTo>
                  <a:pt x="2225" y="0"/>
                  <a:pt x="2165" y="0"/>
                  <a:pt x="2066" y="0"/>
                </a:cubicBezTo>
                <a:lnTo>
                  <a:pt x="2066" y="0"/>
                </a:lnTo>
                <a:close/>
              </a:path>
            </a:pathLst>
          </a:custGeom>
          <a:solidFill>
            <a:srgbClr val="F6877E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 cmpd="sng">
                <a:solidFill>
                  <a:srgbClr val="000000"/>
                </a:solidFill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eaLnBrk="1" hangingPunct="1"/>
            <a:endParaRPr lang="ko-KR" altLang="en-US" sz="1801">
              <a:ea typeface="굴림" panose="020B0600000101010101" pitchFamily="50" charset="-127"/>
            </a:endParaRPr>
          </a:p>
        </p:txBody>
      </p:sp>
      <p:pic>
        <p:nvPicPr>
          <p:cNvPr id="2056" name="Picture 8">
            <a:extLst>
              <a:ext uri="{FF2B5EF4-FFF2-40B4-BE49-F238E27FC236}">
                <a16:creationId xmlns="" xmlns:a16="http://schemas.microsoft.com/office/drawing/2014/main" id="{C49B39F2-B4F0-8C62-04EA-2F57BF601B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4472" y="1688685"/>
            <a:ext cx="4500317" cy="25354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57" name="Rectangle 9">
            <a:extLst>
              <a:ext uri="{FF2B5EF4-FFF2-40B4-BE49-F238E27FC236}">
                <a16:creationId xmlns="" xmlns:a16="http://schemas.microsoft.com/office/drawing/2014/main" id="{177CB117-7ACD-B139-5737-349E427734AE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608409" y="273240"/>
            <a:ext cx="10973594" cy="11437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>
                <a:sym typeface="Calibri" panose="020F0502020204030204" pitchFamily="34" charset="0"/>
              </a:rPr>
              <a:t>마스터 제목 스타일 편집</a:t>
            </a:r>
          </a:p>
        </p:txBody>
      </p:sp>
      <p:sp>
        <p:nvSpPr>
          <p:cNvPr id="2058" name="Rectangle 10">
            <a:extLst>
              <a:ext uri="{FF2B5EF4-FFF2-40B4-BE49-F238E27FC236}">
                <a16:creationId xmlns="" xmlns:a16="http://schemas.microsoft.com/office/drawing/2014/main" id="{94ECE46E-4976-294C-DCC9-56FDD9833CC9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608409" y="1599724"/>
            <a:ext cx="5385131" cy="2197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0"/>
            <a:r>
              <a:rPr lang="ko-KR" altLang="en-US"/>
              <a:t>둘째 수준</a:t>
            </a:r>
          </a:p>
          <a:p>
            <a:pPr lvl="0"/>
            <a:r>
              <a:rPr lang="ko-KR" altLang="en-US"/>
              <a:t>셋째 수준</a:t>
            </a:r>
          </a:p>
          <a:p>
            <a:pPr lvl="0"/>
            <a:r>
              <a:rPr lang="ko-KR" altLang="en-US"/>
              <a:t>넷째 수준</a:t>
            </a:r>
          </a:p>
          <a:p>
            <a:pPr lvl="0"/>
            <a:r>
              <a:rPr lang="ko-KR" altLang="en-US"/>
              <a:t>다섯째 수준</a:t>
            </a:r>
          </a:p>
        </p:txBody>
      </p:sp>
      <p:sp>
        <p:nvSpPr>
          <p:cNvPr id="2059" name="Rectangle 11">
            <a:extLst>
              <a:ext uri="{FF2B5EF4-FFF2-40B4-BE49-F238E27FC236}">
                <a16:creationId xmlns="" xmlns:a16="http://schemas.microsoft.com/office/drawing/2014/main" id="{5C5D9B19-6509-C2CA-89C4-AD117DAD12C8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6196873" y="1599724"/>
            <a:ext cx="5385131" cy="2197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0"/>
            <a:r>
              <a:rPr lang="ko-KR" altLang="en-US"/>
              <a:t>둘째 수준</a:t>
            </a:r>
          </a:p>
          <a:p>
            <a:pPr lvl="0"/>
            <a:r>
              <a:rPr lang="ko-KR" altLang="en-US"/>
              <a:t>셋째 수준</a:t>
            </a:r>
          </a:p>
          <a:p>
            <a:pPr lvl="0"/>
            <a:r>
              <a:rPr lang="ko-KR" altLang="en-US"/>
              <a:t>넷째 수준</a:t>
            </a:r>
          </a:p>
          <a:p>
            <a:pPr lvl="0"/>
            <a:r>
              <a:rPr lang="ko-KR" altLang="en-US"/>
              <a:t>다섯째 수준</a:t>
            </a:r>
          </a:p>
        </p:txBody>
      </p:sp>
      <p:sp>
        <p:nvSpPr>
          <p:cNvPr id="2060" name="Rectangle 12">
            <a:extLst>
              <a:ext uri="{FF2B5EF4-FFF2-40B4-BE49-F238E27FC236}">
                <a16:creationId xmlns="" xmlns:a16="http://schemas.microsoft.com/office/drawing/2014/main" id="{54D9330A-64FB-2915-ED72-0BCFF0DD70EA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606820" y="3984217"/>
            <a:ext cx="5385131" cy="21954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0"/>
            <a:r>
              <a:rPr lang="ko-KR" altLang="en-US"/>
              <a:t>둘째 수준</a:t>
            </a:r>
          </a:p>
          <a:p>
            <a:pPr lvl="0"/>
            <a:r>
              <a:rPr lang="ko-KR" altLang="en-US"/>
              <a:t>셋째 수준</a:t>
            </a:r>
          </a:p>
          <a:p>
            <a:pPr lvl="0"/>
            <a:r>
              <a:rPr lang="ko-KR" altLang="en-US"/>
              <a:t>넷째 수준</a:t>
            </a:r>
          </a:p>
          <a:p>
            <a:pPr lvl="0"/>
            <a:r>
              <a:rPr lang="ko-KR" altLang="en-US"/>
              <a:t>다섯째 수준</a:t>
            </a:r>
          </a:p>
        </p:txBody>
      </p:sp>
      <p:sp>
        <p:nvSpPr>
          <p:cNvPr id="2061" name="Rectangle 13">
            <a:extLst>
              <a:ext uri="{FF2B5EF4-FFF2-40B4-BE49-F238E27FC236}">
                <a16:creationId xmlns="" xmlns:a16="http://schemas.microsoft.com/office/drawing/2014/main" id="{61F98E27-46FE-6344-3655-160E078A86B9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6195283" y="3984217"/>
            <a:ext cx="5385131" cy="21954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0"/>
            <a:r>
              <a:rPr lang="ko-KR" altLang="en-US"/>
              <a:t>둘째 수준</a:t>
            </a:r>
          </a:p>
          <a:p>
            <a:pPr lvl="0"/>
            <a:r>
              <a:rPr lang="ko-KR" altLang="en-US"/>
              <a:t>셋째 수준</a:t>
            </a:r>
          </a:p>
          <a:p>
            <a:pPr lvl="0"/>
            <a:r>
              <a:rPr lang="ko-KR" altLang="en-US"/>
              <a:t>넷째 수준</a:t>
            </a:r>
          </a:p>
          <a:p>
            <a:pPr lvl="0"/>
            <a:r>
              <a:rPr lang="ko-KR" altLang="en-US"/>
              <a:t>다섯째 수준</a:t>
            </a:r>
          </a:p>
        </p:txBody>
      </p:sp>
      <p:sp>
        <p:nvSpPr>
          <p:cNvPr id="2062" name="Rectangle 14">
            <a:extLst>
              <a:ext uri="{FF2B5EF4-FFF2-40B4-BE49-F238E27FC236}">
                <a16:creationId xmlns="" xmlns:a16="http://schemas.microsoft.com/office/drawing/2014/main" id="{00B43360-9002-164A-F3C6-781E213D665F}"/>
              </a:ext>
            </a:extLst>
          </p:cNvPr>
          <p:cNvSpPr>
            <a:spLocks noGrp="1" noChangeArrowheads="1"/>
          </p:cNvSpPr>
          <p:nvPr>
            <p:ph type="dt" sz="half" idx="4294967295"/>
          </p:nvPr>
        </p:nvSpPr>
        <p:spPr bwMode="auto">
          <a:xfrm>
            <a:off x="608409" y="6356002"/>
            <a:ext cx="2845064" cy="3653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ea typeface="굴림" panose="020B0600000101010101" pitchFamily="50" charset="-127"/>
              </a:defRPr>
            </a:lvl1pPr>
          </a:lstStyle>
          <a:p>
            <a:endParaRPr lang="en-US" altLang="ko-KR"/>
          </a:p>
        </p:txBody>
      </p:sp>
      <p:sp>
        <p:nvSpPr>
          <p:cNvPr id="2063" name="Rectangle 15">
            <a:extLst>
              <a:ext uri="{FF2B5EF4-FFF2-40B4-BE49-F238E27FC236}">
                <a16:creationId xmlns="" xmlns:a16="http://schemas.microsoft.com/office/drawing/2014/main" id="{CBCEF685-BCA5-236B-5C95-7362F4A18E09}"/>
              </a:ext>
            </a:extLst>
          </p:cNvPr>
          <p:cNvSpPr>
            <a:spLocks noGrp="1" noChangeArrowheads="1"/>
          </p:cNvSpPr>
          <p:nvPr>
            <p:ph type="ftr" sz="quarter" idx="4294967295"/>
          </p:nvPr>
        </p:nvSpPr>
        <p:spPr bwMode="auto">
          <a:xfrm>
            <a:off x="4165137" y="6356002"/>
            <a:ext cx="3861727" cy="3653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ea typeface="굴림" panose="020B0600000101010101" pitchFamily="50" charset="-127"/>
              </a:defRPr>
            </a:lvl1pPr>
          </a:lstStyle>
          <a:p>
            <a:endParaRPr lang="en-US" altLang="ko-KR"/>
          </a:p>
        </p:txBody>
      </p:sp>
      <p:sp>
        <p:nvSpPr>
          <p:cNvPr id="2064" name="Rectangle 16">
            <a:extLst>
              <a:ext uri="{FF2B5EF4-FFF2-40B4-BE49-F238E27FC236}">
                <a16:creationId xmlns="" xmlns:a16="http://schemas.microsoft.com/office/drawing/2014/main" id="{0B33B43C-2695-E705-B601-2C22DA2E2EA0}"/>
              </a:ext>
            </a:extLst>
          </p:cNvPr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8736938" y="6356002"/>
            <a:ext cx="2845065" cy="3653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ea typeface="굴림" panose="020B0600000101010101" pitchFamily="50" charset="-127"/>
              </a:defRPr>
            </a:lvl1pPr>
          </a:lstStyle>
          <a:p>
            <a:fld id="{E3279B45-B293-4B0A-AE23-BF94EF1E2586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445153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58" r:id="rId2"/>
    <p:sldLayoutId id="2147483659" r:id="rId3"/>
    <p:sldLayoutId id="2147483660" r:id="rId4"/>
    <p:sldLayoutId id="2147483661" r:id="rId5"/>
    <p:sldLayoutId id="2147483662" r:id="rId6"/>
    <p:sldLayoutId id="2147483663" r:id="rId7"/>
    <p:sldLayoutId id="2147483664" r:id="rId8"/>
    <p:sldLayoutId id="2147483665" r:id="rId9"/>
    <p:sldLayoutId id="2147483666" r:id="rId10"/>
    <p:sldLayoutId id="2147483667" r:id="rId11"/>
    <p:sldLayoutId id="2147483668" r:id="rId12"/>
  </p:sldLayoutIdLst>
  <p:txStyles>
    <p:titleStyle>
      <a:lvl1pPr algn="ctr" rtl="0" fontAlgn="base" latinLnBrk="1">
        <a:lnSpc>
          <a:spcPct val="110000"/>
        </a:lnSpc>
        <a:spcBef>
          <a:spcPct val="0"/>
        </a:spcBef>
        <a:spcAft>
          <a:spcPct val="0"/>
        </a:spcAft>
        <a:defRPr sz="4403" kern="1200">
          <a:solidFill>
            <a:schemeClr val="tx2"/>
          </a:solidFill>
          <a:latin typeface="+mj-lt"/>
          <a:ea typeface="+mj-ea"/>
          <a:cs typeface="+mj-cs"/>
          <a:sym typeface="Calibri" panose="020F0502020204030204" pitchFamily="34" charset="0"/>
        </a:defRPr>
      </a:lvl1pPr>
      <a:lvl2pPr algn="ctr" rtl="0" fontAlgn="base" latinLnBrk="1">
        <a:lnSpc>
          <a:spcPct val="110000"/>
        </a:lnSpc>
        <a:spcBef>
          <a:spcPct val="0"/>
        </a:spcBef>
        <a:spcAft>
          <a:spcPct val="0"/>
        </a:spcAft>
        <a:defRPr sz="4403">
          <a:solidFill>
            <a:schemeClr val="tx2"/>
          </a:solidFill>
          <a:latin typeface="Calibri" panose="020F0502020204030204" pitchFamily="34" charset="0"/>
          <a:cs typeface="Calibri" panose="020F0502020204030204" pitchFamily="34" charset="0"/>
          <a:sym typeface="Calibri" panose="020F0502020204030204" pitchFamily="34" charset="0"/>
        </a:defRPr>
      </a:lvl2pPr>
      <a:lvl3pPr algn="ctr" rtl="0" fontAlgn="base" latinLnBrk="1">
        <a:lnSpc>
          <a:spcPct val="110000"/>
        </a:lnSpc>
        <a:spcBef>
          <a:spcPct val="0"/>
        </a:spcBef>
        <a:spcAft>
          <a:spcPct val="0"/>
        </a:spcAft>
        <a:defRPr sz="4403">
          <a:solidFill>
            <a:schemeClr val="tx2"/>
          </a:solidFill>
          <a:latin typeface="Calibri" panose="020F0502020204030204" pitchFamily="34" charset="0"/>
          <a:cs typeface="Calibri" panose="020F0502020204030204" pitchFamily="34" charset="0"/>
          <a:sym typeface="Calibri" panose="020F0502020204030204" pitchFamily="34" charset="0"/>
        </a:defRPr>
      </a:lvl3pPr>
      <a:lvl4pPr algn="ctr" rtl="0" fontAlgn="base" latinLnBrk="1">
        <a:lnSpc>
          <a:spcPct val="110000"/>
        </a:lnSpc>
        <a:spcBef>
          <a:spcPct val="0"/>
        </a:spcBef>
        <a:spcAft>
          <a:spcPct val="0"/>
        </a:spcAft>
        <a:defRPr sz="4403">
          <a:solidFill>
            <a:schemeClr val="tx2"/>
          </a:solidFill>
          <a:latin typeface="Calibri" panose="020F0502020204030204" pitchFamily="34" charset="0"/>
          <a:cs typeface="Calibri" panose="020F0502020204030204" pitchFamily="34" charset="0"/>
          <a:sym typeface="Calibri" panose="020F0502020204030204" pitchFamily="34" charset="0"/>
        </a:defRPr>
      </a:lvl4pPr>
      <a:lvl5pPr algn="ctr" rtl="0" fontAlgn="base" latinLnBrk="1">
        <a:lnSpc>
          <a:spcPct val="110000"/>
        </a:lnSpc>
        <a:spcBef>
          <a:spcPct val="0"/>
        </a:spcBef>
        <a:spcAft>
          <a:spcPct val="0"/>
        </a:spcAft>
        <a:defRPr sz="4403">
          <a:solidFill>
            <a:schemeClr val="tx2"/>
          </a:solidFill>
          <a:latin typeface="Calibri" panose="020F0502020204030204" pitchFamily="34" charset="0"/>
          <a:cs typeface="Calibri" panose="020F0502020204030204" pitchFamily="34" charset="0"/>
          <a:sym typeface="Calibri" panose="020F0502020204030204" pitchFamily="34" charset="0"/>
        </a:defRPr>
      </a:lvl5pPr>
      <a:lvl6pPr marL="457520" algn="ctr" rtl="0" fontAlgn="base" latinLnBrk="1">
        <a:lnSpc>
          <a:spcPct val="110000"/>
        </a:lnSpc>
        <a:spcBef>
          <a:spcPct val="0"/>
        </a:spcBef>
        <a:spcAft>
          <a:spcPct val="0"/>
        </a:spcAft>
        <a:defRPr sz="4403">
          <a:solidFill>
            <a:schemeClr val="tx2"/>
          </a:solidFill>
          <a:latin typeface="Calibri" panose="020F0502020204030204" pitchFamily="34" charset="0"/>
          <a:cs typeface="Calibri" panose="020F0502020204030204" pitchFamily="34" charset="0"/>
          <a:sym typeface="Calibri" panose="020F0502020204030204" pitchFamily="34" charset="0"/>
        </a:defRPr>
      </a:lvl6pPr>
      <a:lvl7pPr marL="915040" algn="ctr" rtl="0" fontAlgn="base" latinLnBrk="1">
        <a:lnSpc>
          <a:spcPct val="110000"/>
        </a:lnSpc>
        <a:spcBef>
          <a:spcPct val="0"/>
        </a:spcBef>
        <a:spcAft>
          <a:spcPct val="0"/>
        </a:spcAft>
        <a:defRPr sz="4403">
          <a:solidFill>
            <a:schemeClr val="tx2"/>
          </a:solidFill>
          <a:latin typeface="Calibri" panose="020F0502020204030204" pitchFamily="34" charset="0"/>
          <a:cs typeface="Calibri" panose="020F0502020204030204" pitchFamily="34" charset="0"/>
          <a:sym typeface="Calibri" panose="020F0502020204030204" pitchFamily="34" charset="0"/>
        </a:defRPr>
      </a:lvl7pPr>
      <a:lvl8pPr marL="1372560" algn="ctr" rtl="0" fontAlgn="base" latinLnBrk="1">
        <a:lnSpc>
          <a:spcPct val="110000"/>
        </a:lnSpc>
        <a:spcBef>
          <a:spcPct val="0"/>
        </a:spcBef>
        <a:spcAft>
          <a:spcPct val="0"/>
        </a:spcAft>
        <a:defRPr sz="4403">
          <a:solidFill>
            <a:schemeClr val="tx2"/>
          </a:solidFill>
          <a:latin typeface="Calibri" panose="020F0502020204030204" pitchFamily="34" charset="0"/>
          <a:cs typeface="Calibri" panose="020F0502020204030204" pitchFamily="34" charset="0"/>
          <a:sym typeface="Calibri" panose="020F0502020204030204" pitchFamily="34" charset="0"/>
        </a:defRPr>
      </a:lvl8pPr>
      <a:lvl9pPr marL="1830080" algn="ctr" rtl="0" fontAlgn="base" latinLnBrk="1">
        <a:lnSpc>
          <a:spcPct val="110000"/>
        </a:lnSpc>
        <a:spcBef>
          <a:spcPct val="0"/>
        </a:spcBef>
        <a:spcAft>
          <a:spcPct val="0"/>
        </a:spcAft>
        <a:defRPr sz="4403">
          <a:solidFill>
            <a:schemeClr val="tx2"/>
          </a:solidFill>
          <a:latin typeface="Calibri" panose="020F0502020204030204" pitchFamily="34" charset="0"/>
          <a:cs typeface="Calibri" panose="020F0502020204030204" pitchFamily="34" charset="0"/>
          <a:sym typeface="Calibri" panose="020F0502020204030204" pitchFamily="34" charset="0"/>
        </a:defRPr>
      </a:lvl9pPr>
    </p:titleStyle>
    <p:bodyStyle>
      <a:lvl1pPr marL="343140" indent="-343140" algn="l" rtl="0" fontAlgn="base" latinLnBrk="1">
        <a:lnSpc>
          <a:spcPct val="110000"/>
        </a:lnSpc>
        <a:spcBef>
          <a:spcPct val="0"/>
        </a:spcBef>
        <a:spcAft>
          <a:spcPct val="0"/>
        </a:spcAft>
        <a:buClr>
          <a:schemeClr val="tx1"/>
        </a:buClr>
        <a:buFont typeface="Arial" panose="020B0604020202020204" pitchFamily="34" charset="0"/>
        <a:buChar char="•"/>
        <a:defRPr sz="3202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1pPr>
      <a:lvl2pPr marL="743470" indent="-285950" algn="l" rtl="0" fontAlgn="base" latinLnBrk="1">
        <a:lnSpc>
          <a:spcPct val="110000"/>
        </a:lnSpc>
        <a:spcBef>
          <a:spcPct val="0"/>
        </a:spcBef>
        <a:spcAft>
          <a:spcPct val="0"/>
        </a:spcAft>
        <a:buFont typeface="Calibri" panose="020F0502020204030204" pitchFamily="34" charset="0"/>
        <a:buChar char="–"/>
        <a:defRPr sz="2802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2pPr>
      <a:lvl3pPr marL="1143800" indent="-228760" algn="l" rtl="0" fontAlgn="base" latinLnBrk="1">
        <a:lnSpc>
          <a:spcPct val="110000"/>
        </a:lnSpc>
        <a:spcBef>
          <a:spcPct val="0"/>
        </a:spcBef>
        <a:spcAft>
          <a:spcPct val="0"/>
        </a:spcAft>
        <a:buClr>
          <a:schemeClr val="tx1"/>
        </a:buClr>
        <a:buFont typeface="Calibri" panose="020F0502020204030204" pitchFamily="34" charset="0"/>
        <a:buChar char="•"/>
        <a:defRPr sz="2402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3pPr>
      <a:lvl4pPr marL="1601320" indent="-228760" algn="l" rtl="0" fontAlgn="base" latinLnBrk="1">
        <a:lnSpc>
          <a:spcPct val="110000"/>
        </a:lnSpc>
        <a:spcBef>
          <a:spcPct val="0"/>
        </a:spcBef>
        <a:spcAft>
          <a:spcPct val="0"/>
        </a:spcAft>
        <a:buFont typeface="Calibri" panose="020F0502020204030204" pitchFamily="34" charset="0"/>
        <a:buChar char="–"/>
        <a:defRPr sz="2001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4pPr>
      <a:lvl5pPr marL="2058840" indent="-228760" algn="l" rtl="0" fontAlgn="base" latinLnBrk="1">
        <a:lnSpc>
          <a:spcPct val="110000"/>
        </a:lnSpc>
        <a:spcBef>
          <a:spcPct val="0"/>
        </a:spcBef>
        <a:spcAft>
          <a:spcPct val="0"/>
        </a:spcAft>
        <a:buFont typeface="Calibri" panose="020F0502020204030204" pitchFamily="34" charset="0"/>
        <a:buChar char="»"/>
        <a:defRPr sz="2001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5pPr>
      <a:lvl6pPr marL="2516360" indent="-228760" algn="l" defTabSz="91504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973880" indent="-228760" algn="l" defTabSz="91504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431400" indent="-228760" algn="l" defTabSz="91504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888920" indent="-228760" algn="l" defTabSz="91504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5040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1pPr>
      <a:lvl2pPr marL="457520" algn="l" defTabSz="915040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2pPr>
      <a:lvl3pPr marL="915040" algn="l" defTabSz="915040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3pPr>
      <a:lvl4pPr marL="1372560" algn="l" defTabSz="915040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4pPr>
      <a:lvl5pPr marL="1830080" algn="l" defTabSz="915040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5pPr>
      <a:lvl6pPr marL="2287600" algn="l" defTabSz="915040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745120" algn="l" defTabSz="915040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202640" algn="l" defTabSz="915040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660160" algn="l" defTabSz="915040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4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9.jpg"/><Relationship Id="rId4" Type="http://schemas.openxmlformats.org/officeDocument/2006/relationships/image" Target="../media/image18.jp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6" name="Rectangle 4">
            <a:extLst>
              <a:ext uri="{FF2B5EF4-FFF2-40B4-BE49-F238E27FC236}">
                <a16:creationId xmlns="" xmlns:a16="http://schemas.microsoft.com/office/drawing/2014/main" id="{DB1A1CBF-78F6-04CE-032B-84F018621A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8905" y="3043652"/>
            <a:ext cx="8902146" cy="8925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9890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152876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20685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2609850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  <a:lvl6pPr marL="30670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6pPr>
            <a:lvl7pPr marL="35242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7pPr>
            <a:lvl8pPr marL="39814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8pPr>
            <a:lvl9pPr marL="44386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9pPr>
          </a:lstStyle>
          <a:p>
            <a:pPr defTabSz="393976" fontAlgn="base">
              <a:spcBef>
                <a:spcPct val="0"/>
              </a:spcBef>
              <a:spcAft>
                <a:spcPct val="0"/>
              </a:spcAft>
            </a:pPr>
            <a:r>
              <a:rPr lang="ko-KR" altLang="en-US" sz="3200" b="1" dirty="0" smtClean="0">
                <a:solidFill>
                  <a:srgbClr val="F6877E"/>
                </a:solidFill>
                <a:latin typeface="에스코어 드림 8 Heavy" panose="020B0903030302020204" pitchFamily="34" charset="-127"/>
                <a:ea typeface="에스코어 드림 8 Heavy" panose="020B0903030302020204" pitchFamily="34" charset="-127"/>
              </a:rPr>
              <a:t>더하기 빼기</a:t>
            </a:r>
            <a:r>
              <a:rPr lang="en-US" altLang="ko-KR" sz="3200" b="1" dirty="0" smtClean="0">
                <a:solidFill>
                  <a:srgbClr val="F6877E"/>
                </a:solidFill>
                <a:latin typeface="에스코어 드림 8 Heavy" panose="020B0903030302020204" pitchFamily="34" charset="-127"/>
                <a:ea typeface="에스코어 드림 8 Heavy" panose="020B0903030302020204" pitchFamily="34" charset="-127"/>
              </a:rPr>
              <a:t>!</a:t>
            </a:r>
          </a:p>
          <a:p>
            <a:pPr defTabSz="393976" fontAlgn="base">
              <a:spcBef>
                <a:spcPct val="0"/>
              </a:spcBef>
              <a:spcAft>
                <a:spcPct val="0"/>
              </a:spcAft>
            </a:pPr>
            <a:r>
              <a:rPr lang="ko-KR" altLang="en-US" sz="2000" dirty="0" smtClean="0">
                <a:solidFill>
                  <a:srgbClr val="F6877E"/>
                </a:solidFill>
                <a:latin typeface="에스코어 드림 8 Heavy" panose="020B0903030302020204" pitchFamily="34" charset="-127"/>
                <a:ea typeface="에스코어 드림 8 Heavy" panose="020B0903030302020204" pitchFamily="34" charset="-127"/>
              </a:rPr>
              <a:t>우리 동네에 무엇을 더하고 빼면 좋을지 함께 생각해볼까요</a:t>
            </a:r>
            <a:r>
              <a:rPr lang="en-US" altLang="ko-KR" sz="2000" dirty="0" smtClean="0">
                <a:solidFill>
                  <a:srgbClr val="F6877E"/>
                </a:solidFill>
                <a:latin typeface="에스코어 드림 8 Heavy" panose="020B0903030302020204" pitchFamily="34" charset="-127"/>
                <a:ea typeface="에스코어 드림 8 Heavy" panose="020B0903030302020204" pitchFamily="34" charset="-127"/>
              </a:rPr>
              <a:t>?</a:t>
            </a:r>
            <a:endParaRPr lang="en-US" altLang="ko-KR" sz="2000" dirty="0">
              <a:solidFill>
                <a:srgbClr val="F6877E"/>
              </a:solidFill>
              <a:latin typeface="에스코어 드림 8 Heavy" panose="020B0903030302020204" pitchFamily="34" charset="-127"/>
              <a:ea typeface="에스코어 드림 8 Heavy" panose="020B0903030302020204" pitchFamily="34" charset="-127"/>
            </a:endParaRPr>
          </a:p>
        </p:txBody>
      </p:sp>
      <p:sp>
        <p:nvSpPr>
          <p:cNvPr id="8197" name="AutoShape 5">
            <a:extLst>
              <a:ext uri="{FF2B5EF4-FFF2-40B4-BE49-F238E27FC236}">
                <a16:creationId xmlns="" xmlns:a16="http://schemas.microsoft.com/office/drawing/2014/main" id="{D30265AA-F044-ED79-BF49-9BCB13CB07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8905" y="4114452"/>
            <a:ext cx="11332603" cy="101666"/>
          </a:xfrm>
          <a:prstGeom prst="roundRect">
            <a:avLst>
              <a:gd name="adj" fmla="val 49995"/>
            </a:avLst>
          </a:prstGeom>
          <a:solidFill>
            <a:srgbClr val="F6877E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 cmpd="sng">
                <a:solidFill>
                  <a:srgbClr val="000000"/>
                </a:solidFill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defTabSz="915040" fontAlgn="base" latinLnBrk="1">
              <a:spcBef>
                <a:spcPct val="30000"/>
              </a:spcBef>
              <a:spcAft>
                <a:spcPct val="0"/>
              </a:spcAft>
            </a:pPr>
            <a:endParaRPr kumimoji="1" lang="ko-KR" altLang="en-US" sz="1201">
              <a:solidFill>
                <a:srgbClr val="000000"/>
              </a:solidFill>
              <a:latin typeface="Calibri" panose="020F0502020204030204" pitchFamily="34" charset="0"/>
              <a:ea typeface="굴림" panose="020B0600000101010101" pitchFamily="50" charset="-127"/>
              <a:cs typeface="Calibri" panose="020F0502020204030204" pitchFamily="34" charset="0"/>
            </a:endParaRPr>
          </a:p>
        </p:txBody>
      </p:sp>
      <p:sp>
        <p:nvSpPr>
          <p:cNvPr id="8198" name="Rectangle 6">
            <a:extLst>
              <a:ext uri="{FF2B5EF4-FFF2-40B4-BE49-F238E27FC236}">
                <a16:creationId xmlns="" xmlns:a16="http://schemas.microsoft.com/office/drawing/2014/main" id="{FF65134C-B580-CD8E-1141-8D95263840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8905" y="575198"/>
            <a:ext cx="3555140" cy="5480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21999" tIns="61000" rIns="121999" bIns="61000" anchor="b"/>
          <a:lstStyle>
            <a:lvl1pPr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9890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152876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20685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2609850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  <a:lvl6pPr marL="30670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6pPr>
            <a:lvl7pPr marL="35242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7pPr>
            <a:lvl8pPr marL="39814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8pPr>
            <a:lvl9pPr marL="44386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9pPr>
          </a:lstStyle>
          <a:p>
            <a:pPr algn="ctr" defTabSz="393976" fontAlgn="base" latin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ko-KR" altLang="en-US" sz="2602" dirty="0">
                <a:solidFill>
                  <a:srgbClr val="FFFFFF"/>
                </a:solidFill>
                <a:latin typeface="에스코어 드림 8 Heavy" panose="020B0903030302020204" pitchFamily="34" charset="-127"/>
                <a:ea typeface="에스코어 드림 8 Heavy" panose="020B0903030302020204" pitchFamily="34" charset="-127"/>
              </a:rPr>
              <a:t>초등 미술</a:t>
            </a:r>
          </a:p>
        </p:txBody>
      </p:sp>
      <p:pic>
        <p:nvPicPr>
          <p:cNvPr id="8199" name="Picture 7" descr="이미지">
            <a:extLst>
              <a:ext uri="{FF2B5EF4-FFF2-40B4-BE49-F238E27FC236}">
                <a16:creationId xmlns="" xmlns:a16="http://schemas.microsoft.com/office/drawing/2014/main" id="{255EE14A-AD27-01D3-95C7-BE84703BE0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23256" y="1639516"/>
            <a:ext cx="2068272" cy="13852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200" name="Rectangle 8">
            <a:extLst>
              <a:ext uri="{FF2B5EF4-FFF2-40B4-BE49-F238E27FC236}">
                <a16:creationId xmlns="" xmlns:a16="http://schemas.microsoft.com/office/drawing/2014/main" id="{4AA4FEAA-717A-5DDD-146C-2C87F83215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4976" y="2017587"/>
            <a:ext cx="2543244" cy="6417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21979" tIns="60973" rIns="121979" bIns="60973"/>
          <a:lstStyle>
            <a:lvl1pPr marL="225425" indent="-225425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9890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152876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20685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2609850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  <a:lvl6pPr marL="30670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6pPr>
            <a:lvl7pPr marL="35242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7pPr>
            <a:lvl8pPr marL="39814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8pPr>
            <a:lvl9pPr marL="44386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9pPr>
          </a:lstStyle>
          <a:p>
            <a:pPr marL="225583" indent="-225583" algn="ctr" defTabSz="393976" fontAlgn="base" latin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ko-KR" sz="3703" dirty="0" smtClean="0">
                <a:solidFill>
                  <a:srgbClr val="FFFFF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18</a:t>
            </a:r>
            <a:r>
              <a:rPr lang="ko-KR" altLang="en-US" sz="3703" dirty="0" err="1" smtClean="0">
                <a:solidFill>
                  <a:srgbClr val="FFFFF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차시</a:t>
            </a:r>
            <a:endParaRPr lang="ko-KR" altLang="en-US" sz="3703" dirty="0">
              <a:solidFill>
                <a:srgbClr val="FFFFFF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그룹 10"/>
          <p:cNvGrpSpPr/>
          <p:nvPr/>
        </p:nvGrpSpPr>
        <p:grpSpPr>
          <a:xfrm>
            <a:off x="3709914" y="836713"/>
            <a:ext cx="4772171" cy="1209013"/>
            <a:chOff x="2699791" y="627534"/>
            <a:chExt cx="3579128" cy="906760"/>
          </a:xfrm>
        </p:grpSpPr>
        <p:sp>
          <p:nvSpPr>
            <p:cNvPr id="10" name="타원 9"/>
            <p:cNvSpPr/>
            <p:nvPr/>
          </p:nvSpPr>
          <p:spPr>
            <a:xfrm>
              <a:off x="30598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5" name="타원 54"/>
            <p:cNvSpPr/>
            <p:nvPr/>
          </p:nvSpPr>
          <p:spPr>
            <a:xfrm>
              <a:off x="37265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6" name="타원 55"/>
            <p:cNvSpPr/>
            <p:nvPr/>
          </p:nvSpPr>
          <p:spPr>
            <a:xfrm>
              <a:off x="43933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7" name="타원 56"/>
            <p:cNvSpPr/>
            <p:nvPr/>
          </p:nvSpPr>
          <p:spPr>
            <a:xfrm>
              <a:off x="50600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8" name="직사각형 57"/>
            <p:cNvSpPr/>
            <p:nvPr/>
          </p:nvSpPr>
          <p:spPr>
            <a:xfrm>
              <a:off x="2699791" y="723124"/>
              <a:ext cx="3579128" cy="71558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2800" i="1" spc="-200" dirty="0" err="1" smtClean="0">
                  <a:solidFill>
                    <a:schemeClr val="bg1"/>
                  </a:solidFill>
                  <a:latin typeface="+mj-ea"/>
                  <a:ea typeface="+mj-ea"/>
                </a:rPr>
                <a:t>헬로</a:t>
              </a:r>
              <a:r>
                <a:rPr lang="en-US" altLang="ko-KR" sz="2800" i="1" spc="-200" dirty="0" smtClean="0">
                  <a:solidFill>
                    <a:schemeClr val="bg1"/>
                  </a:solidFill>
                  <a:latin typeface="+mj-ea"/>
                  <a:ea typeface="+mj-ea"/>
                </a:rPr>
                <a:t>, </a:t>
              </a:r>
              <a:r>
                <a:rPr lang="ko-KR" altLang="en-US" sz="2800" i="1" spc="-200" dirty="0" smtClean="0">
                  <a:solidFill>
                    <a:schemeClr val="bg1"/>
                  </a:solidFill>
                  <a:latin typeface="+mj-ea"/>
                  <a:ea typeface="+mj-ea"/>
                </a:rPr>
                <a:t>안양 </a:t>
              </a:r>
              <a:r>
                <a:rPr lang="ko-KR" altLang="en-US" sz="2800" i="1" spc="-200" dirty="0" err="1" smtClean="0">
                  <a:solidFill>
                    <a:schemeClr val="bg1"/>
                  </a:solidFill>
                  <a:latin typeface="+mj-ea"/>
                  <a:ea typeface="+mj-ea"/>
                </a:rPr>
                <a:t>위드</a:t>
              </a:r>
              <a:r>
                <a:rPr lang="ko-KR" altLang="en-US" sz="2800" i="1" spc="-200" dirty="0" smtClean="0">
                  <a:solidFill>
                    <a:schemeClr val="bg1"/>
                  </a:solidFill>
                  <a:latin typeface="+mj-ea"/>
                  <a:ea typeface="+mj-ea"/>
                </a:rPr>
                <a:t> 러브</a:t>
              </a:r>
              <a:endParaRPr lang="en-US" altLang="ko-KR" sz="2800" i="1" spc="-200" dirty="0" smtClean="0">
                <a:solidFill>
                  <a:schemeClr val="bg1"/>
                </a:solidFill>
                <a:latin typeface="+mj-ea"/>
                <a:ea typeface="+mj-ea"/>
              </a:endParaRPr>
            </a:p>
            <a:p>
              <a:pPr algn="ctr"/>
              <a:r>
                <a:rPr lang="ko-KR" altLang="en-US" sz="2800" spc="-200" dirty="0" smtClean="0">
                  <a:solidFill>
                    <a:schemeClr val="bg1"/>
                  </a:solidFill>
                  <a:latin typeface="+mj-ea"/>
                  <a:ea typeface="+mj-ea"/>
                </a:rPr>
                <a:t>작품 감상</a:t>
              </a:r>
              <a:endParaRPr lang="ko-KR" altLang="en-US" sz="2800" spc="-200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</p:grpSp>
      <p:sp>
        <p:nvSpPr>
          <p:cNvPr id="59" name="직사각형 58"/>
          <p:cNvSpPr/>
          <p:nvPr/>
        </p:nvSpPr>
        <p:spPr>
          <a:xfrm>
            <a:off x="2934749" y="2956741"/>
            <a:ext cx="6322500" cy="1384995"/>
          </a:xfrm>
          <a:prstGeom prst="rect">
            <a:avLst/>
          </a:prstGeom>
        </p:spPr>
        <p:txBody>
          <a:bodyPr wrap="none" anchor="ctr" anchorCtr="0">
            <a:spAutoFit/>
          </a:bodyPr>
          <a:lstStyle/>
          <a:p>
            <a:pPr algn="ctr"/>
            <a:r>
              <a:rPr lang="ko-KR" altLang="en-US" sz="2800" spc="-147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여러분</a:t>
            </a:r>
            <a:r>
              <a:rPr lang="en-US" altLang="ko-KR" sz="2800" spc="-147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, </a:t>
            </a:r>
            <a:r>
              <a:rPr lang="ko-KR" altLang="en-US" sz="2800" spc="-147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오늘은 </a:t>
            </a:r>
            <a:r>
              <a:rPr lang="en-US" altLang="ko-KR" sz="2800" i="1" spc="-147" dirty="0" smtClean="0">
                <a:solidFill>
                  <a:srgbClr val="FF0000">
                    <a:alpha val="99000"/>
                  </a:srgbClr>
                </a:solidFill>
                <a:latin typeface="+mn-ea"/>
              </a:rPr>
              <a:t>‘</a:t>
            </a:r>
            <a:r>
              <a:rPr lang="ko-KR" altLang="en-US" sz="2800" i="1" spc="-147" dirty="0" err="1" smtClean="0">
                <a:solidFill>
                  <a:srgbClr val="FF0000">
                    <a:alpha val="99000"/>
                  </a:srgbClr>
                </a:solidFill>
                <a:latin typeface="+mn-ea"/>
              </a:rPr>
              <a:t>헬로</a:t>
            </a:r>
            <a:r>
              <a:rPr lang="en-US" altLang="ko-KR" sz="2800" i="1" spc="-147" dirty="0" smtClean="0">
                <a:solidFill>
                  <a:srgbClr val="FF0000">
                    <a:alpha val="99000"/>
                  </a:srgbClr>
                </a:solidFill>
                <a:latin typeface="+mn-ea"/>
              </a:rPr>
              <a:t>, </a:t>
            </a:r>
            <a:r>
              <a:rPr lang="ko-KR" altLang="en-US" sz="2800" i="1" spc="-147" dirty="0" smtClean="0">
                <a:solidFill>
                  <a:srgbClr val="FF0000">
                    <a:alpha val="99000"/>
                  </a:srgbClr>
                </a:solidFill>
                <a:latin typeface="+mn-ea"/>
              </a:rPr>
              <a:t>안양 </a:t>
            </a:r>
            <a:r>
              <a:rPr lang="ko-KR" altLang="en-US" sz="2800" i="1" spc="-147" dirty="0" err="1" smtClean="0">
                <a:solidFill>
                  <a:srgbClr val="FF0000">
                    <a:alpha val="99000"/>
                  </a:srgbClr>
                </a:solidFill>
                <a:latin typeface="+mn-ea"/>
              </a:rPr>
              <a:t>위드</a:t>
            </a:r>
            <a:r>
              <a:rPr lang="ko-KR" altLang="en-US" sz="2800" i="1" spc="-147" dirty="0" smtClean="0">
                <a:solidFill>
                  <a:srgbClr val="FF0000">
                    <a:alpha val="99000"/>
                  </a:srgbClr>
                </a:solidFill>
                <a:latin typeface="+mn-ea"/>
              </a:rPr>
              <a:t> 러브</a:t>
            </a:r>
            <a:r>
              <a:rPr lang="en-US" altLang="ko-KR" sz="2800" i="1" spc="-147" dirty="0" smtClean="0">
                <a:solidFill>
                  <a:srgbClr val="FF0000">
                    <a:alpha val="99000"/>
                  </a:srgbClr>
                </a:solidFill>
                <a:latin typeface="+mn-ea"/>
              </a:rPr>
              <a:t>’  </a:t>
            </a:r>
            <a:r>
              <a:rPr lang="ko-KR" altLang="en-US" sz="2800" spc="-147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작품을 </a:t>
            </a:r>
            <a:endParaRPr lang="en-US" altLang="ko-KR" sz="2800" spc="-147" dirty="0" smtClean="0">
              <a:solidFill>
                <a:schemeClr val="tx1">
                  <a:lumMod val="75000"/>
                  <a:lumOff val="25000"/>
                  <a:alpha val="99000"/>
                </a:schemeClr>
              </a:solidFill>
              <a:latin typeface="+mn-ea"/>
            </a:endParaRPr>
          </a:p>
          <a:p>
            <a:pPr algn="ctr"/>
            <a:r>
              <a:rPr lang="ko-KR" altLang="en-US" sz="2800" spc="-147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직접 찾아가 촬영한 영상을 함께 감상하면서</a:t>
            </a:r>
            <a:endParaRPr lang="en-US" altLang="ko-KR" sz="2800" spc="-147" dirty="0" smtClean="0">
              <a:solidFill>
                <a:schemeClr val="tx1">
                  <a:lumMod val="75000"/>
                  <a:lumOff val="25000"/>
                  <a:alpha val="99000"/>
                </a:schemeClr>
              </a:solidFill>
              <a:latin typeface="+mn-ea"/>
            </a:endParaRPr>
          </a:p>
          <a:p>
            <a:pPr algn="ctr"/>
            <a:r>
              <a:rPr lang="ko-KR" altLang="en-US" sz="2800" spc="-147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수업을 시작해보겠습니다</a:t>
            </a:r>
            <a:r>
              <a:rPr lang="en-US" altLang="ko-KR" sz="2800" spc="-147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.</a:t>
            </a:r>
            <a:endParaRPr lang="en-US" altLang="ko-KR" sz="2800" spc="-147" dirty="0" smtClean="0">
              <a:solidFill>
                <a:schemeClr val="tx1">
                  <a:lumMod val="75000"/>
                  <a:lumOff val="25000"/>
                  <a:alpha val="99000"/>
                </a:schemeClr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8283569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그룹 10"/>
          <p:cNvGrpSpPr/>
          <p:nvPr/>
        </p:nvGrpSpPr>
        <p:grpSpPr>
          <a:xfrm>
            <a:off x="3709914" y="836713"/>
            <a:ext cx="4772171" cy="1209013"/>
            <a:chOff x="2699791" y="627534"/>
            <a:chExt cx="3579128" cy="906760"/>
          </a:xfrm>
        </p:grpSpPr>
        <p:sp>
          <p:nvSpPr>
            <p:cNvPr id="10" name="타원 9"/>
            <p:cNvSpPr/>
            <p:nvPr/>
          </p:nvSpPr>
          <p:spPr>
            <a:xfrm>
              <a:off x="30598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5" name="타원 54"/>
            <p:cNvSpPr/>
            <p:nvPr/>
          </p:nvSpPr>
          <p:spPr>
            <a:xfrm>
              <a:off x="37265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6" name="타원 55"/>
            <p:cNvSpPr/>
            <p:nvPr/>
          </p:nvSpPr>
          <p:spPr>
            <a:xfrm>
              <a:off x="43933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7" name="타원 56"/>
            <p:cNvSpPr/>
            <p:nvPr/>
          </p:nvSpPr>
          <p:spPr>
            <a:xfrm>
              <a:off x="50600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8" name="직사각형 57"/>
            <p:cNvSpPr/>
            <p:nvPr/>
          </p:nvSpPr>
          <p:spPr>
            <a:xfrm>
              <a:off x="2699791" y="723124"/>
              <a:ext cx="3579128" cy="71558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2800" i="1" spc="-200" dirty="0" err="1" smtClean="0">
                  <a:solidFill>
                    <a:schemeClr val="bg1"/>
                  </a:solidFill>
                  <a:latin typeface="+mj-ea"/>
                  <a:ea typeface="+mj-ea"/>
                </a:rPr>
                <a:t>헬로</a:t>
              </a:r>
              <a:r>
                <a:rPr lang="en-US" altLang="ko-KR" sz="2800" i="1" spc="-200" dirty="0" smtClean="0">
                  <a:solidFill>
                    <a:schemeClr val="bg1"/>
                  </a:solidFill>
                  <a:latin typeface="+mj-ea"/>
                  <a:ea typeface="+mj-ea"/>
                </a:rPr>
                <a:t>, </a:t>
              </a:r>
              <a:r>
                <a:rPr lang="ko-KR" altLang="en-US" sz="2800" i="1" spc="-200" dirty="0" smtClean="0">
                  <a:solidFill>
                    <a:schemeClr val="bg1"/>
                  </a:solidFill>
                  <a:latin typeface="+mj-ea"/>
                  <a:ea typeface="+mj-ea"/>
                </a:rPr>
                <a:t>안양 </a:t>
              </a:r>
              <a:r>
                <a:rPr lang="ko-KR" altLang="en-US" sz="2800" i="1" spc="-200" dirty="0" err="1" smtClean="0">
                  <a:solidFill>
                    <a:schemeClr val="bg1"/>
                  </a:solidFill>
                  <a:latin typeface="+mj-ea"/>
                  <a:ea typeface="+mj-ea"/>
                </a:rPr>
                <a:t>위드</a:t>
              </a:r>
              <a:r>
                <a:rPr lang="ko-KR" altLang="en-US" sz="2800" i="1" spc="-200" dirty="0" smtClean="0">
                  <a:solidFill>
                    <a:schemeClr val="bg1"/>
                  </a:solidFill>
                  <a:latin typeface="+mj-ea"/>
                  <a:ea typeface="+mj-ea"/>
                </a:rPr>
                <a:t> 러브</a:t>
              </a:r>
              <a:endParaRPr lang="en-US" altLang="ko-KR" sz="2800" i="1" spc="-200" dirty="0" smtClean="0">
                <a:solidFill>
                  <a:schemeClr val="bg1"/>
                </a:solidFill>
                <a:latin typeface="+mj-ea"/>
                <a:ea typeface="+mj-ea"/>
              </a:endParaRPr>
            </a:p>
            <a:p>
              <a:pPr algn="ctr"/>
              <a:r>
                <a:rPr lang="ko-KR" altLang="en-US" sz="2800" spc="-200" dirty="0" smtClean="0">
                  <a:solidFill>
                    <a:schemeClr val="bg1"/>
                  </a:solidFill>
                  <a:latin typeface="+mj-ea"/>
                  <a:ea typeface="+mj-ea"/>
                </a:rPr>
                <a:t>작품 감상 후</a:t>
              </a:r>
              <a:endParaRPr lang="ko-KR" altLang="en-US" sz="2800" spc="-200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</p:grpSp>
      <p:sp>
        <p:nvSpPr>
          <p:cNvPr id="59" name="직사각형 58"/>
          <p:cNvSpPr/>
          <p:nvPr/>
        </p:nvSpPr>
        <p:spPr>
          <a:xfrm>
            <a:off x="1631955" y="2726241"/>
            <a:ext cx="8928085" cy="1815882"/>
          </a:xfrm>
          <a:prstGeom prst="rect">
            <a:avLst/>
          </a:prstGeom>
        </p:spPr>
        <p:txBody>
          <a:bodyPr wrap="none" anchor="ctr" anchorCtr="0">
            <a:spAutoFit/>
          </a:bodyPr>
          <a:lstStyle/>
          <a:p>
            <a:pPr algn="ctr"/>
            <a:r>
              <a:rPr lang="ko-KR" altLang="en-US" sz="2800" spc="-147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작품을 잘 감상했나요</a:t>
            </a:r>
            <a:r>
              <a:rPr lang="en-US" altLang="ko-KR" sz="2800" spc="-147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?</a:t>
            </a:r>
          </a:p>
          <a:p>
            <a:pPr algn="ctr"/>
            <a:r>
              <a:rPr lang="ko-KR" altLang="en-US" sz="2800" spc="-147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여러분이 살고 있는 동네에는 어떤 예술 작품이 설치되어 있나요</a:t>
            </a:r>
            <a:r>
              <a:rPr lang="en-US" altLang="ko-KR" sz="2800" spc="-147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?</a:t>
            </a:r>
          </a:p>
          <a:p>
            <a:pPr algn="ctr"/>
            <a:endParaRPr lang="en-US" altLang="ko-KR" sz="2800" spc="-147" dirty="0" smtClean="0">
              <a:solidFill>
                <a:schemeClr val="tx1">
                  <a:lumMod val="75000"/>
                  <a:lumOff val="25000"/>
                  <a:alpha val="99000"/>
                </a:schemeClr>
              </a:solidFill>
              <a:latin typeface="+mn-ea"/>
            </a:endParaRPr>
          </a:p>
          <a:p>
            <a:pPr algn="ctr"/>
            <a:r>
              <a:rPr lang="ko-KR" altLang="en-US" sz="2800" spc="-147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기억나는 작품이 있다면 친구들 앞에서 발표해 봅시다</a:t>
            </a:r>
            <a:r>
              <a:rPr lang="en-US" altLang="ko-KR" sz="2800" spc="-147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10730144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그룹 10"/>
          <p:cNvGrpSpPr/>
          <p:nvPr/>
        </p:nvGrpSpPr>
        <p:grpSpPr>
          <a:xfrm>
            <a:off x="3709914" y="836713"/>
            <a:ext cx="4772171" cy="1209013"/>
            <a:chOff x="2699791" y="627534"/>
            <a:chExt cx="3579128" cy="906760"/>
          </a:xfrm>
        </p:grpSpPr>
        <p:sp>
          <p:nvSpPr>
            <p:cNvPr id="10" name="타원 9"/>
            <p:cNvSpPr/>
            <p:nvPr/>
          </p:nvSpPr>
          <p:spPr>
            <a:xfrm>
              <a:off x="30598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5" name="타원 54"/>
            <p:cNvSpPr/>
            <p:nvPr/>
          </p:nvSpPr>
          <p:spPr>
            <a:xfrm>
              <a:off x="37265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6" name="타원 55"/>
            <p:cNvSpPr/>
            <p:nvPr/>
          </p:nvSpPr>
          <p:spPr>
            <a:xfrm>
              <a:off x="43933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7" name="타원 56"/>
            <p:cNvSpPr/>
            <p:nvPr/>
          </p:nvSpPr>
          <p:spPr>
            <a:xfrm>
              <a:off x="50600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8" name="직사각형 57"/>
            <p:cNvSpPr/>
            <p:nvPr/>
          </p:nvSpPr>
          <p:spPr>
            <a:xfrm>
              <a:off x="2699791" y="723124"/>
              <a:ext cx="3579128" cy="71558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2800" i="1" spc="-200" dirty="0" err="1" smtClean="0">
                  <a:solidFill>
                    <a:schemeClr val="bg1"/>
                  </a:solidFill>
                  <a:latin typeface="+mj-ea"/>
                  <a:ea typeface="+mj-ea"/>
                </a:rPr>
                <a:t>헬로</a:t>
              </a:r>
              <a:r>
                <a:rPr lang="en-US" altLang="ko-KR" sz="2800" i="1" spc="-200" dirty="0" smtClean="0">
                  <a:solidFill>
                    <a:schemeClr val="bg1"/>
                  </a:solidFill>
                  <a:latin typeface="+mj-ea"/>
                  <a:ea typeface="+mj-ea"/>
                </a:rPr>
                <a:t>, </a:t>
              </a:r>
              <a:r>
                <a:rPr lang="ko-KR" altLang="en-US" sz="2800" i="1" spc="-200" dirty="0" smtClean="0">
                  <a:solidFill>
                    <a:schemeClr val="bg1"/>
                  </a:solidFill>
                  <a:latin typeface="+mj-ea"/>
                  <a:ea typeface="+mj-ea"/>
                </a:rPr>
                <a:t>안양 </a:t>
              </a:r>
              <a:r>
                <a:rPr lang="ko-KR" altLang="en-US" sz="2800" i="1" spc="-200" dirty="0" err="1" smtClean="0">
                  <a:solidFill>
                    <a:schemeClr val="bg1"/>
                  </a:solidFill>
                  <a:latin typeface="+mj-ea"/>
                  <a:ea typeface="+mj-ea"/>
                </a:rPr>
                <a:t>위드</a:t>
              </a:r>
              <a:r>
                <a:rPr lang="ko-KR" altLang="en-US" sz="2800" i="1" spc="-200" dirty="0" smtClean="0">
                  <a:solidFill>
                    <a:schemeClr val="bg1"/>
                  </a:solidFill>
                  <a:latin typeface="+mj-ea"/>
                  <a:ea typeface="+mj-ea"/>
                </a:rPr>
                <a:t> 러브</a:t>
              </a:r>
              <a:endParaRPr lang="en-US" altLang="ko-KR" sz="2800" i="1" spc="-200" dirty="0" smtClean="0">
                <a:solidFill>
                  <a:schemeClr val="bg1"/>
                </a:solidFill>
                <a:latin typeface="+mj-ea"/>
                <a:ea typeface="+mj-ea"/>
              </a:endParaRPr>
            </a:p>
            <a:p>
              <a:pPr algn="ctr"/>
              <a:r>
                <a:rPr lang="ko-KR" altLang="en-US" sz="2800" spc="-200" dirty="0" smtClean="0">
                  <a:solidFill>
                    <a:schemeClr val="bg1"/>
                  </a:solidFill>
                  <a:latin typeface="+mj-ea"/>
                  <a:ea typeface="+mj-ea"/>
                </a:rPr>
                <a:t>작품 감상 후</a:t>
              </a:r>
              <a:endParaRPr lang="ko-KR" altLang="en-US" sz="2800" spc="-200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</p:grpSp>
      <p:sp>
        <p:nvSpPr>
          <p:cNvPr id="59" name="직사각형 58"/>
          <p:cNvSpPr/>
          <p:nvPr/>
        </p:nvSpPr>
        <p:spPr>
          <a:xfrm>
            <a:off x="1968427" y="2224615"/>
            <a:ext cx="8255144" cy="2308324"/>
          </a:xfrm>
          <a:prstGeom prst="rect">
            <a:avLst/>
          </a:prstGeom>
        </p:spPr>
        <p:txBody>
          <a:bodyPr wrap="none" anchor="ctr" anchorCtr="0">
            <a:spAutoFit/>
          </a:bodyPr>
          <a:lstStyle/>
          <a:p>
            <a:pPr algn="ctr"/>
            <a:r>
              <a:rPr lang="ko-KR" altLang="en-US" sz="2400" spc="-147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여러분이 발표한 것처럼 큰 건물 앞이나 공원</a:t>
            </a:r>
            <a:r>
              <a:rPr lang="en-US" altLang="ko-KR" sz="2400" spc="-147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, </a:t>
            </a:r>
            <a:r>
              <a:rPr lang="ko-KR" altLang="en-US" sz="2400" spc="-147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광장 등 거리에서 </a:t>
            </a:r>
            <a:endParaRPr lang="en-US" altLang="ko-KR" sz="2400" spc="-147" dirty="0" smtClean="0">
              <a:solidFill>
                <a:schemeClr val="tx1">
                  <a:lumMod val="75000"/>
                  <a:lumOff val="25000"/>
                  <a:alpha val="99000"/>
                </a:schemeClr>
              </a:solidFill>
              <a:latin typeface="+mn-ea"/>
            </a:endParaRPr>
          </a:p>
          <a:p>
            <a:pPr algn="ctr"/>
            <a:r>
              <a:rPr lang="ko-KR" altLang="en-US" sz="2400" spc="-147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예술 작품을 볼 수 있기도 해요</a:t>
            </a:r>
            <a:r>
              <a:rPr lang="en-US" altLang="ko-KR" sz="2400" spc="-147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.</a:t>
            </a:r>
          </a:p>
          <a:p>
            <a:pPr algn="ctr"/>
            <a:endParaRPr lang="en-US" altLang="ko-KR" sz="2400" spc="-147" dirty="0" smtClean="0">
              <a:solidFill>
                <a:schemeClr val="tx1">
                  <a:lumMod val="75000"/>
                  <a:lumOff val="25000"/>
                  <a:alpha val="99000"/>
                </a:schemeClr>
              </a:solidFill>
              <a:latin typeface="+mn-ea"/>
            </a:endParaRPr>
          </a:p>
          <a:p>
            <a:pPr marL="457200" indent="-457200" algn="ctr">
              <a:buAutoNum type="arabicParenBoth"/>
            </a:pPr>
            <a:r>
              <a:rPr lang="ko-KR" altLang="en-US" sz="2400" spc="-147" dirty="0" smtClean="0">
                <a:solidFill>
                  <a:srgbClr val="FF0000"/>
                </a:solidFill>
                <a:latin typeface="+mn-ea"/>
              </a:rPr>
              <a:t>왜 예술 </a:t>
            </a:r>
            <a:r>
              <a:rPr lang="ko-KR" altLang="en-US" sz="2400" spc="-147" dirty="0" smtClean="0">
                <a:solidFill>
                  <a:srgbClr val="FF0000">
                    <a:alpha val="99000"/>
                  </a:srgbClr>
                </a:solidFill>
                <a:latin typeface="+mn-ea"/>
              </a:rPr>
              <a:t>작품을 이런 공공장소에 설치할까요</a:t>
            </a:r>
            <a:r>
              <a:rPr lang="en-US" altLang="ko-KR" sz="2400" spc="-147" dirty="0" smtClean="0">
                <a:solidFill>
                  <a:srgbClr val="FF0000">
                    <a:alpha val="99000"/>
                  </a:srgbClr>
                </a:solidFill>
                <a:latin typeface="+mn-ea"/>
              </a:rPr>
              <a:t>?</a:t>
            </a:r>
          </a:p>
          <a:p>
            <a:pPr algn="ctr"/>
            <a:r>
              <a:rPr lang="ko-KR" altLang="en-US" sz="2400" spc="-147" dirty="0" smtClean="0">
                <a:solidFill>
                  <a:srgbClr val="FF0000">
                    <a:alpha val="99000"/>
                  </a:srgbClr>
                </a:solidFill>
                <a:latin typeface="+mn-ea"/>
              </a:rPr>
              <a:t> </a:t>
            </a:r>
            <a:r>
              <a:rPr lang="en-US" altLang="ko-KR" sz="2400" spc="-147" dirty="0" smtClean="0">
                <a:solidFill>
                  <a:srgbClr val="FF0000">
                    <a:alpha val="99000"/>
                  </a:srgbClr>
                </a:solidFill>
                <a:latin typeface="+mn-ea"/>
              </a:rPr>
              <a:t>(2) </a:t>
            </a:r>
            <a:r>
              <a:rPr lang="ko-KR" altLang="en-US" sz="2400" spc="-147" dirty="0" smtClean="0">
                <a:solidFill>
                  <a:srgbClr val="FF0000">
                    <a:alpha val="99000"/>
                  </a:srgbClr>
                </a:solidFill>
                <a:latin typeface="+mn-ea"/>
              </a:rPr>
              <a:t>공공미술 작품은 우리에게 어떤 도움을 줄까요</a:t>
            </a:r>
            <a:r>
              <a:rPr lang="en-US" altLang="ko-KR" sz="2400" spc="-147" dirty="0" smtClean="0">
                <a:solidFill>
                  <a:srgbClr val="FF0000">
                    <a:alpha val="99000"/>
                  </a:srgbClr>
                </a:solidFill>
                <a:latin typeface="+mn-ea"/>
              </a:rPr>
              <a:t>?</a:t>
            </a:r>
          </a:p>
          <a:p>
            <a:pPr algn="ctr"/>
            <a:r>
              <a:rPr lang="en-US" altLang="ko-KR" sz="2400" spc="-147" dirty="0" smtClean="0">
                <a:solidFill>
                  <a:srgbClr val="FF0000">
                    <a:alpha val="99000"/>
                  </a:srgbClr>
                </a:solidFill>
                <a:latin typeface="+mn-ea"/>
              </a:rPr>
              <a:t>(3) </a:t>
            </a:r>
            <a:r>
              <a:rPr lang="ko-KR" altLang="en-US" sz="2400" spc="-147" dirty="0" smtClean="0">
                <a:solidFill>
                  <a:srgbClr val="FF0000">
                    <a:alpha val="99000"/>
                  </a:srgbClr>
                </a:solidFill>
                <a:latin typeface="+mn-ea"/>
              </a:rPr>
              <a:t>여러분이 예술가라면 우리 동네를 위해 어떤 작품을 만들고 싶나요</a:t>
            </a:r>
            <a:r>
              <a:rPr lang="en-US" altLang="ko-KR" sz="2400" spc="-147" dirty="0" smtClean="0">
                <a:solidFill>
                  <a:srgbClr val="FF0000">
                    <a:alpha val="99000"/>
                  </a:srgbClr>
                </a:solidFill>
                <a:latin typeface="+mn-ea"/>
              </a:rPr>
              <a:t>?</a:t>
            </a:r>
          </a:p>
        </p:txBody>
      </p:sp>
      <p:pic>
        <p:nvPicPr>
          <p:cNvPr id="12" name="그림 1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544" t="36370" b="34585"/>
          <a:stretch/>
        </p:blipFill>
        <p:spPr>
          <a:xfrm>
            <a:off x="7356133" y="4649099"/>
            <a:ext cx="1705448" cy="863686"/>
          </a:xfrm>
          <a:prstGeom prst="rect">
            <a:avLst/>
          </a:prstGeom>
        </p:spPr>
      </p:pic>
      <p:pic>
        <p:nvPicPr>
          <p:cNvPr id="13" name="그림 1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99" t="38057" r="73713" b="34986"/>
          <a:stretch/>
        </p:blipFill>
        <p:spPr>
          <a:xfrm>
            <a:off x="3949168" y="4690800"/>
            <a:ext cx="1690614" cy="780283"/>
          </a:xfrm>
          <a:prstGeom prst="rect">
            <a:avLst/>
          </a:prstGeom>
        </p:spPr>
      </p:pic>
      <p:pic>
        <p:nvPicPr>
          <p:cNvPr id="14" name="그림 1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544" t="65882"/>
          <a:stretch/>
        </p:blipFill>
        <p:spPr>
          <a:xfrm>
            <a:off x="5683475" y="4643987"/>
            <a:ext cx="1580953" cy="940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14462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그룹 10"/>
          <p:cNvGrpSpPr/>
          <p:nvPr/>
        </p:nvGrpSpPr>
        <p:grpSpPr>
          <a:xfrm>
            <a:off x="3709915" y="836713"/>
            <a:ext cx="4772171" cy="1209013"/>
            <a:chOff x="2699792" y="627534"/>
            <a:chExt cx="3579128" cy="906760"/>
          </a:xfrm>
        </p:grpSpPr>
        <p:sp>
          <p:nvSpPr>
            <p:cNvPr id="10" name="타원 9"/>
            <p:cNvSpPr/>
            <p:nvPr/>
          </p:nvSpPr>
          <p:spPr>
            <a:xfrm>
              <a:off x="30598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5" name="타원 54"/>
            <p:cNvSpPr/>
            <p:nvPr/>
          </p:nvSpPr>
          <p:spPr>
            <a:xfrm>
              <a:off x="37265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6" name="타원 55"/>
            <p:cNvSpPr/>
            <p:nvPr/>
          </p:nvSpPr>
          <p:spPr>
            <a:xfrm>
              <a:off x="43933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7" name="타원 56"/>
            <p:cNvSpPr/>
            <p:nvPr/>
          </p:nvSpPr>
          <p:spPr>
            <a:xfrm>
              <a:off x="50600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8" name="직사각형 57"/>
            <p:cNvSpPr/>
            <p:nvPr/>
          </p:nvSpPr>
          <p:spPr>
            <a:xfrm>
              <a:off x="2699792" y="699542"/>
              <a:ext cx="3579128" cy="74640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5867" spc="-200" dirty="0">
                  <a:solidFill>
                    <a:schemeClr val="bg1"/>
                  </a:solidFill>
                  <a:latin typeface="+mj-ea"/>
                  <a:ea typeface="+mj-ea"/>
                </a:rPr>
                <a:t>학습목표</a:t>
              </a:r>
            </a:p>
          </p:txBody>
        </p:sp>
      </p:grpSp>
      <p:sp>
        <p:nvSpPr>
          <p:cNvPr id="59" name="직사각형 58"/>
          <p:cNvSpPr/>
          <p:nvPr/>
        </p:nvSpPr>
        <p:spPr>
          <a:xfrm>
            <a:off x="1869897" y="3141271"/>
            <a:ext cx="8794678" cy="830997"/>
          </a:xfrm>
          <a:prstGeom prst="rect">
            <a:avLst/>
          </a:prstGeom>
        </p:spPr>
        <p:txBody>
          <a:bodyPr wrap="square" anchor="ctr" anchorCtr="0">
            <a:spAutoFit/>
          </a:bodyPr>
          <a:lstStyle/>
          <a:p>
            <a:pPr algn="ctr"/>
            <a:r>
              <a:rPr lang="ko-KR" altLang="en-US" sz="2400" spc="-147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공공미술 작가가 되어 우리 동네에 필요한 공공미술 작품을 스케치하고 작품 제목과 제작 의도를 설명할 수 있다</a:t>
            </a:r>
            <a:r>
              <a:rPr lang="en-US" altLang="ko-KR" sz="2400" spc="-147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.</a:t>
            </a:r>
            <a:endParaRPr lang="ko-KR" altLang="en-US" sz="2400" spc="-147" dirty="0">
              <a:solidFill>
                <a:schemeClr val="tx1">
                  <a:lumMod val="75000"/>
                  <a:lumOff val="25000"/>
                  <a:alpha val="99000"/>
                </a:schemeClr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689209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양쪽 모서리가 둥근 사각형 2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687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73DE1A5-A26C-4936-9EB7-341AE0E9F7ED}" type="slidenum">
              <a:rPr lang="en-US" altLang="ko-KR" smtClean="0"/>
              <a:pPr/>
              <a:t>6</a:t>
            </a:fld>
            <a:endParaRPr 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19760" y="452670"/>
            <a:ext cx="9805339" cy="641085"/>
          </a:xfrm>
        </p:spPr>
        <p:txBody>
          <a:bodyPr>
            <a:noAutofit/>
          </a:bodyPr>
          <a:lstStyle/>
          <a:p>
            <a:r>
              <a:rPr lang="ko-KR" altLang="en-US" sz="3200" b="1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활동 </a:t>
            </a:r>
            <a:r>
              <a:rPr lang="en-US" altLang="ko-KR" sz="3200" b="1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1. </a:t>
            </a:r>
            <a:r>
              <a:rPr lang="ko-KR" altLang="en-US" sz="3200" b="1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우리 동네에서 </a:t>
            </a:r>
            <a:r>
              <a:rPr lang="en-US" altLang="ko-KR" sz="3200" b="1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‘</a:t>
            </a:r>
            <a:r>
              <a:rPr lang="ko-KR" altLang="en-US" sz="3200" b="1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더하고 싶은 것과 빼고 싶은 것</a:t>
            </a:r>
            <a:r>
              <a:rPr lang="en-US" altLang="ko-KR" sz="3200" b="1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’</a:t>
            </a:r>
            <a:endParaRPr lang="ko-KR" altLang="en-US" sz="3200" b="1" dirty="0">
              <a:solidFill>
                <a:schemeClr val="tx1">
                  <a:lumMod val="75000"/>
                  <a:lumOff val="25000"/>
                  <a:alpha val="99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96" name="TextBox 95"/>
          <p:cNvSpPr txBox="1"/>
          <p:nvPr/>
        </p:nvSpPr>
        <p:spPr>
          <a:xfrm>
            <a:off x="10045136" y="1208366"/>
            <a:ext cx="1561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spc="-147" dirty="0" smtClean="0">
                <a:solidFill>
                  <a:schemeClr val="bg1">
                    <a:alpha val="99000"/>
                  </a:scheme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탐색하기</a:t>
            </a:r>
            <a:endParaRPr lang="ko-KR" altLang="en-US" sz="2400" spc="-147" dirty="0">
              <a:solidFill>
                <a:schemeClr val="bg1">
                  <a:alpha val="99000"/>
                </a:schemeClr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33" name="직사각형 32"/>
          <p:cNvSpPr/>
          <p:nvPr/>
        </p:nvSpPr>
        <p:spPr>
          <a:xfrm>
            <a:off x="177800" y="1329285"/>
            <a:ext cx="9867336" cy="3200876"/>
          </a:xfrm>
          <a:prstGeom prst="rect">
            <a:avLst/>
          </a:prstGeom>
        </p:spPr>
        <p:txBody>
          <a:bodyPr wrap="square" anchor="ctr" anchorCtr="0">
            <a:spAutoFit/>
          </a:bodyPr>
          <a:lstStyle/>
          <a:p>
            <a:pPr marL="457200" indent="-457200" algn="just">
              <a:buAutoNum type="arabicParenBoth"/>
            </a:pPr>
            <a:r>
              <a:rPr lang="ko-KR" altLang="en-US" sz="2400" spc="-147" dirty="0" smtClean="0">
                <a:latin typeface="+mn-ea"/>
              </a:rPr>
              <a:t>빼기</a:t>
            </a:r>
            <a:r>
              <a:rPr lang="en-US" altLang="ko-KR" sz="2400" spc="-147" dirty="0" smtClean="0">
                <a:latin typeface="+mn-ea"/>
              </a:rPr>
              <a:t>: </a:t>
            </a:r>
            <a:r>
              <a:rPr lang="ko-KR" altLang="en-US" sz="2400" spc="-147" dirty="0" smtClean="0">
                <a:latin typeface="+mn-ea"/>
              </a:rPr>
              <a:t>우리 동네</a:t>
            </a:r>
            <a:r>
              <a:rPr lang="en-US" altLang="ko-KR" sz="2400" spc="-147" dirty="0" smtClean="0">
                <a:latin typeface="+mn-ea"/>
              </a:rPr>
              <a:t>(</a:t>
            </a:r>
            <a:r>
              <a:rPr lang="ko-KR" altLang="en-US" sz="2400" spc="-147" dirty="0" smtClean="0">
                <a:latin typeface="+mn-ea"/>
              </a:rPr>
              <a:t>지역</a:t>
            </a:r>
            <a:r>
              <a:rPr lang="en-US" altLang="ko-KR" sz="2400" spc="-147" dirty="0" smtClean="0">
                <a:latin typeface="+mn-ea"/>
              </a:rPr>
              <a:t>)</a:t>
            </a:r>
            <a:r>
              <a:rPr lang="ko-KR" altLang="en-US" sz="2400" spc="-147" dirty="0" smtClean="0">
                <a:latin typeface="+mn-ea"/>
              </a:rPr>
              <a:t>에서 불편함을 끼치거나 불필요하다고 생각하는 예술작품 또는 공공 시설물</a:t>
            </a:r>
            <a:r>
              <a:rPr lang="en-US" altLang="ko-KR" sz="2400" spc="-147" dirty="0" smtClean="0">
                <a:latin typeface="+mn-ea"/>
              </a:rPr>
              <a:t>(</a:t>
            </a:r>
            <a:r>
              <a:rPr lang="ko-KR" altLang="en-US" sz="2400" spc="-147" dirty="0" smtClean="0">
                <a:latin typeface="+mn-ea"/>
              </a:rPr>
              <a:t>벤치</a:t>
            </a:r>
            <a:r>
              <a:rPr lang="en-US" altLang="ko-KR" sz="2400" spc="-147" dirty="0" smtClean="0">
                <a:latin typeface="+mn-ea"/>
              </a:rPr>
              <a:t>, </a:t>
            </a:r>
            <a:r>
              <a:rPr lang="ko-KR" altLang="en-US" sz="2400" spc="-147" dirty="0" smtClean="0">
                <a:latin typeface="+mn-ea"/>
              </a:rPr>
              <a:t>가로등</a:t>
            </a:r>
            <a:r>
              <a:rPr lang="en-US" altLang="ko-KR" sz="2400" spc="-147" dirty="0" smtClean="0">
                <a:latin typeface="+mn-ea"/>
              </a:rPr>
              <a:t>, </a:t>
            </a:r>
            <a:r>
              <a:rPr lang="ko-KR" altLang="en-US" sz="2400" spc="-147" dirty="0" smtClean="0">
                <a:latin typeface="+mn-ea"/>
              </a:rPr>
              <a:t>자전거 </a:t>
            </a:r>
            <a:r>
              <a:rPr lang="ko-KR" altLang="en-US" sz="2400" spc="-147" dirty="0" err="1" smtClean="0">
                <a:latin typeface="+mn-ea"/>
              </a:rPr>
              <a:t>거치대</a:t>
            </a:r>
            <a:r>
              <a:rPr lang="en-US" altLang="ko-KR" sz="2400" spc="-147" dirty="0" smtClean="0">
                <a:latin typeface="+mn-ea"/>
              </a:rPr>
              <a:t>, </a:t>
            </a:r>
            <a:r>
              <a:rPr lang="ko-KR" altLang="en-US" sz="2400" spc="-147" dirty="0" smtClean="0">
                <a:latin typeface="+mn-ea"/>
              </a:rPr>
              <a:t>쓰레기통</a:t>
            </a:r>
            <a:r>
              <a:rPr lang="en-US" altLang="ko-KR" sz="2400" spc="-147" dirty="0" smtClean="0">
                <a:latin typeface="+mn-ea"/>
              </a:rPr>
              <a:t>, </a:t>
            </a:r>
            <a:r>
              <a:rPr lang="ko-KR" altLang="en-US" sz="2400" spc="-147" dirty="0" smtClean="0">
                <a:latin typeface="+mn-ea"/>
              </a:rPr>
              <a:t>안내판 등</a:t>
            </a:r>
            <a:r>
              <a:rPr lang="en-US" altLang="ko-KR" sz="2400" spc="-147" dirty="0" smtClean="0">
                <a:latin typeface="+mn-ea"/>
              </a:rPr>
              <a:t>)</a:t>
            </a:r>
            <a:r>
              <a:rPr lang="ko-KR" altLang="en-US" sz="2400" spc="-147" dirty="0" smtClean="0">
                <a:latin typeface="+mn-ea"/>
              </a:rPr>
              <a:t>이 있는지 탐색해 보세요</a:t>
            </a:r>
            <a:r>
              <a:rPr lang="en-US" altLang="ko-KR" sz="2400" spc="-147" dirty="0" smtClean="0">
                <a:latin typeface="+mn-ea"/>
              </a:rPr>
              <a:t>.</a:t>
            </a:r>
          </a:p>
          <a:p>
            <a:pPr algn="just"/>
            <a:endParaRPr lang="en-US" altLang="ko-KR" sz="2400" spc="-147" dirty="0">
              <a:solidFill>
                <a:schemeClr val="tx1">
                  <a:lumMod val="75000"/>
                  <a:lumOff val="25000"/>
                  <a:alpha val="99000"/>
                </a:schemeClr>
              </a:solidFill>
              <a:latin typeface="+mn-ea"/>
            </a:endParaRPr>
          </a:p>
          <a:p>
            <a:pPr algn="just"/>
            <a:r>
              <a:rPr lang="en-US" altLang="ko-KR" sz="2400" spc="-147" dirty="0" smtClean="0">
                <a:latin typeface="+mn-ea"/>
              </a:rPr>
              <a:t>(2) </a:t>
            </a:r>
            <a:r>
              <a:rPr lang="ko-KR" altLang="en-US" sz="2400" spc="-147" dirty="0" smtClean="0">
                <a:latin typeface="+mn-ea"/>
              </a:rPr>
              <a:t>더하기</a:t>
            </a:r>
            <a:r>
              <a:rPr lang="en-US" altLang="ko-KR" sz="2400" spc="-147" dirty="0" smtClean="0">
                <a:latin typeface="+mn-ea"/>
              </a:rPr>
              <a:t>: </a:t>
            </a:r>
            <a:r>
              <a:rPr lang="ko-KR" altLang="en-US" sz="2400" spc="-147" dirty="0" smtClean="0">
                <a:latin typeface="+mn-ea"/>
              </a:rPr>
              <a:t>우리 동네</a:t>
            </a:r>
            <a:r>
              <a:rPr lang="en-US" altLang="ko-KR" sz="2400" spc="-147" dirty="0" smtClean="0">
                <a:latin typeface="+mn-ea"/>
              </a:rPr>
              <a:t>(</a:t>
            </a:r>
            <a:r>
              <a:rPr lang="ko-KR" altLang="en-US" sz="2400" spc="-147" dirty="0" smtClean="0">
                <a:latin typeface="+mn-ea"/>
              </a:rPr>
              <a:t>지역</a:t>
            </a:r>
            <a:r>
              <a:rPr lang="en-US" altLang="ko-KR" sz="2400" spc="-147" dirty="0" smtClean="0">
                <a:latin typeface="+mn-ea"/>
              </a:rPr>
              <a:t>)</a:t>
            </a:r>
            <a:r>
              <a:rPr lang="ko-KR" altLang="en-US" sz="2400" spc="-147" dirty="0" smtClean="0">
                <a:latin typeface="+mn-ea"/>
              </a:rPr>
              <a:t>에 유용한 공공 시설물이나 멋진 예술 작품이 설치되면 좋을 것 같은 장소를 탐색해 보세요</a:t>
            </a:r>
            <a:r>
              <a:rPr lang="en-US" altLang="ko-KR" sz="2400" spc="-147" dirty="0" smtClean="0">
                <a:latin typeface="+mn-ea"/>
              </a:rPr>
              <a:t>.</a:t>
            </a:r>
          </a:p>
          <a:p>
            <a:pPr algn="just"/>
            <a:endParaRPr lang="en-US" altLang="ko-KR" sz="1400" spc="-147" dirty="0" smtClean="0">
              <a:latin typeface="+mn-ea"/>
            </a:endParaRPr>
          </a:p>
          <a:p>
            <a:pPr algn="just"/>
            <a:r>
              <a:rPr lang="en-US" altLang="ko-KR" sz="2200" spc="-147" dirty="0" smtClean="0">
                <a:solidFill>
                  <a:srgbClr val="0070C0"/>
                </a:solidFill>
                <a:latin typeface="+mn-ea"/>
              </a:rPr>
              <a:t>[</a:t>
            </a:r>
            <a:r>
              <a:rPr lang="ko-KR" altLang="en-US" sz="2200" spc="-147" dirty="0" smtClean="0">
                <a:solidFill>
                  <a:srgbClr val="0070C0"/>
                </a:solidFill>
                <a:latin typeface="+mn-ea"/>
              </a:rPr>
              <a:t>활동 방법</a:t>
            </a:r>
            <a:r>
              <a:rPr lang="en-US" altLang="ko-KR" sz="2200" spc="-147" dirty="0" smtClean="0">
                <a:solidFill>
                  <a:srgbClr val="0070C0"/>
                </a:solidFill>
                <a:latin typeface="+mn-ea"/>
              </a:rPr>
              <a:t>] </a:t>
            </a:r>
            <a:r>
              <a:rPr lang="ko-KR" altLang="en-US" sz="2200" spc="-147" dirty="0" smtClean="0">
                <a:solidFill>
                  <a:srgbClr val="0070C0"/>
                </a:solidFill>
                <a:latin typeface="+mn-ea"/>
              </a:rPr>
              <a:t>머릿속으로 거리를 떠올려 보거나 지도에서 </a:t>
            </a:r>
            <a:r>
              <a:rPr lang="ko-KR" altLang="en-US" sz="2200" spc="-147" dirty="0" err="1" smtClean="0">
                <a:solidFill>
                  <a:srgbClr val="0070C0"/>
                </a:solidFill>
                <a:latin typeface="+mn-ea"/>
              </a:rPr>
              <a:t>거리뷰를</a:t>
            </a:r>
            <a:r>
              <a:rPr lang="ko-KR" altLang="en-US" sz="2200" spc="-147" dirty="0" smtClean="0">
                <a:solidFill>
                  <a:srgbClr val="0070C0"/>
                </a:solidFill>
                <a:latin typeface="+mn-ea"/>
              </a:rPr>
              <a:t> 찾아본다</a:t>
            </a:r>
            <a:r>
              <a:rPr lang="en-US" altLang="ko-KR" sz="2200" spc="-147" dirty="0" smtClean="0">
                <a:solidFill>
                  <a:srgbClr val="0070C0"/>
                </a:solidFill>
                <a:latin typeface="+mn-ea"/>
              </a:rPr>
              <a:t>. </a:t>
            </a:r>
            <a:r>
              <a:rPr lang="ko-KR" altLang="en-US" sz="2200" spc="-147" dirty="0" smtClean="0">
                <a:solidFill>
                  <a:srgbClr val="0070C0"/>
                </a:solidFill>
                <a:latin typeface="+mn-ea"/>
              </a:rPr>
              <a:t>생각한 내용을 간단히 메모한다</a:t>
            </a:r>
            <a:r>
              <a:rPr lang="en-US" altLang="ko-KR" sz="2200" spc="-147" dirty="0" smtClean="0">
                <a:solidFill>
                  <a:srgbClr val="0070C0"/>
                </a:solidFill>
                <a:latin typeface="+mn-ea"/>
              </a:rPr>
              <a:t>.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2027"/>
          <a:stretch/>
        </p:blipFill>
        <p:spPr bwMode="auto">
          <a:xfrm>
            <a:off x="2253001" y="4530161"/>
            <a:ext cx="5652749" cy="18779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67" r="73422" b="63724"/>
          <a:stretch/>
        </p:blipFill>
        <p:spPr>
          <a:xfrm>
            <a:off x="8537409" y="4422775"/>
            <a:ext cx="3196426" cy="1911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68317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양쪽 모서리가 둥근 사각형 2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687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19761" y="452670"/>
            <a:ext cx="9525376" cy="641085"/>
          </a:xfrm>
        </p:spPr>
        <p:txBody>
          <a:bodyPr>
            <a:normAutofit fontScale="90000"/>
          </a:bodyPr>
          <a:lstStyle/>
          <a:p>
            <a:r>
              <a:rPr lang="ko-KR" altLang="en-US" sz="3800" b="1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활동 </a:t>
            </a:r>
            <a:r>
              <a:rPr lang="en-US" altLang="ko-KR" sz="38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2</a:t>
            </a:r>
            <a:r>
              <a:rPr lang="en-US" altLang="ko-KR" sz="3800" b="1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. </a:t>
            </a:r>
            <a:r>
              <a:rPr lang="ko-KR" altLang="en-US" sz="3800" b="1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공공미술 작가가 되어 작품 스케치하기</a:t>
            </a:r>
            <a:endParaRPr lang="ko-KR" altLang="en-US" sz="3800" b="1" dirty="0">
              <a:solidFill>
                <a:schemeClr val="tx1">
                  <a:lumMod val="75000"/>
                  <a:lumOff val="25000"/>
                  <a:alpha val="99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96" name="TextBox 95"/>
          <p:cNvSpPr txBox="1"/>
          <p:nvPr/>
        </p:nvSpPr>
        <p:spPr>
          <a:xfrm>
            <a:off x="10045136" y="1208366"/>
            <a:ext cx="1561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spc="-147" dirty="0" smtClean="0">
                <a:solidFill>
                  <a:schemeClr val="bg1">
                    <a:alpha val="99000"/>
                  </a:scheme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구상하기</a:t>
            </a:r>
            <a:endParaRPr lang="ko-KR" altLang="en-US" sz="2400" spc="-147" dirty="0">
              <a:solidFill>
                <a:schemeClr val="bg1">
                  <a:alpha val="99000"/>
                </a:schemeClr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33" name="직사각형 32"/>
          <p:cNvSpPr/>
          <p:nvPr/>
        </p:nvSpPr>
        <p:spPr>
          <a:xfrm>
            <a:off x="519761" y="1977713"/>
            <a:ext cx="10999139" cy="1508105"/>
          </a:xfrm>
          <a:prstGeom prst="rect">
            <a:avLst/>
          </a:prstGeom>
        </p:spPr>
        <p:txBody>
          <a:bodyPr wrap="square" anchor="ctr" anchorCtr="0">
            <a:spAutoFit/>
          </a:bodyPr>
          <a:lstStyle/>
          <a:p>
            <a:r>
              <a:rPr lang="ko-KR" altLang="en-US" sz="2400" spc="-147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lt"/>
              </a:rPr>
              <a:t>지금부터 </a:t>
            </a:r>
            <a:r>
              <a:rPr lang="ko-KR" altLang="en-US" sz="2400" spc="-147" dirty="0" smtClean="0">
                <a:solidFill>
                  <a:srgbClr val="C00000">
                    <a:alpha val="99000"/>
                  </a:srgbClr>
                </a:solidFill>
                <a:latin typeface="+mj-lt"/>
              </a:rPr>
              <a:t>여러분이 공공미술 작가</a:t>
            </a:r>
            <a:r>
              <a:rPr lang="ko-KR" altLang="en-US" sz="2400" spc="-147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lt"/>
              </a:rPr>
              <a:t>라고 상상해 보세요</a:t>
            </a:r>
            <a:r>
              <a:rPr lang="en-US" altLang="ko-KR" sz="2400" spc="-147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lt"/>
              </a:rPr>
              <a:t>.</a:t>
            </a:r>
          </a:p>
          <a:p>
            <a:r>
              <a:rPr lang="ko-KR" altLang="en-US" sz="2400" spc="-147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lt"/>
              </a:rPr>
              <a:t>내가 사는 동네에 필요한 </a:t>
            </a:r>
            <a:r>
              <a:rPr lang="ko-KR" altLang="en-US" sz="2400" spc="-147" dirty="0" smtClean="0">
                <a:solidFill>
                  <a:srgbClr val="C00000">
                    <a:alpha val="99000"/>
                  </a:srgbClr>
                </a:solidFill>
                <a:latin typeface="+mj-lt"/>
              </a:rPr>
              <a:t>독창적이고 멋진 공공미술 작품을 떠올리고 스케치</a:t>
            </a:r>
            <a:r>
              <a:rPr lang="ko-KR" altLang="en-US" sz="2400" spc="-147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lt"/>
              </a:rPr>
              <a:t>합니다</a:t>
            </a:r>
            <a:r>
              <a:rPr lang="en-US" altLang="ko-KR" sz="2400" spc="-147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lt"/>
              </a:rPr>
              <a:t>.</a:t>
            </a:r>
          </a:p>
          <a:p>
            <a:r>
              <a:rPr lang="ko-KR" altLang="en-US" sz="2400" spc="-147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lt"/>
              </a:rPr>
              <a:t>그림 옆에 작품 제목을 적고 작품 제작 의도를 구체적으로 쓰세요</a:t>
            </a:r>
            <a:r>
              <a:rPr lang="en-US" altLang="ko-KR" sz="2400" spc="-147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lt"/>
              </a:rPr>
              <a:t>.</a:t>
            </a:r>
          </a:p>
          <a:p>
            <a:r>
              <a:rPr lang="en-US" altLang="ko-KR" sz="2000" spc="-147" dirty="0" smtClean="0">
                <a:solidFill>
                  <a:srgbClr val="0070C0">
                    <a:alpha val="99000"/>
                  </a:srgbClr>
                </a:solidFill>
                <a:latin typeface="+mn-ea"/>
              </a:rPr>
              <a:t>＊</a:t>
            </a:r>
            <a:r>
              <a:rPr lang="ko-KR" altLang="en-US" sz="2000" spc="-147" dirty="0" smtClean="0">
                <a:solidFill>
                  <a:srgbClr val="0070C0">
                    <a:alpha val="99000"/>
                  </a:srgbClr>
                </a:solidFill>
                <a:latin typeface="+mn-ea"/>
              </a:rPr>
              <a:t>스케치에 자신이 없거나 어려움을 느낀다면</a:t>
            </a:r>
            <a:r>
              <a:rPr lang="en-US" altLang="ko-KR" sz="2000" spc="-147" dirty="0" smtClean="0">
                <a:solidFill>
                  <a:srgbClr val="0070C0">
                    <a:alpha val="99000"/>
                  </a:srgbClr>
                </a:solidFill>
                <a:latin typeface="+mn-ea"/>
              </a:rPr>
              <a:t>, </a:t>
            </a:r>
            <a:r>
              <a:rPr lang="ko-KR" altLang="en-US" sz="2000" spc="-147" dirty="0" smtClean="0">
                <a:solidFill>
                  <a:srgbClr val="0070C0">
                    <a:alpha val="99000"/>
                  </a:srgbClr>
                </a:solidFill>
                <a:latin typeface="+mn-ea"/>
              </a:rPr>
              <a:t>글을 자세히 쓰면 됩니다</a:t>
            </a:r>
            <a:r>
              <a:rPr lang="en-US" altLang="ko-KR" sz="2000" spc="-147" dirty="0" smtClean="0">
                <a:solidFill>
                  <a:srgbClr val="0070C0">
                    <a:alpha val="99000"/>
                  </a:srgbClr>
                </a:solidFill>
                <a:latin typeface="+mn-ea"/>
              </a:rPr>
              <a:t>.</a:t>
            </a:r>
            <a:endParaRPr lang="ko-KR" altLang="en-US" sz="2400" spc="-147" dirty="0">
              <a:solidFill>
                <a:schemeClr val="tx1">
                  <a:lumMod val="75000"/>
                  <a:lumOff val="25000"/>
                  <a:alpha val="99000"/>
                </a:schemeClr>
              </a:solidFill>
              <a:latin typeface="+mj-lt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2045" y="4111354"/>
            <a:ext cx="7692780" cy="21084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그림 7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35" t="2194" r="49337" b="63074"/>
          <a:stretch/>
        </p:blipFill>
        <p:spPr>
          <a:xfrm>
            <a:off x="8879614" y="3588939"/>
            <a:ext cx="2746375" cy="1716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06099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양쪽 모서리가 둥근 사각형 2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687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19761" y="452670"/>
            <a:ext cx="9525376" cy="641085"/>
          </a:xfrm>
        </p:spPr>
        <p:txBody>
          <a:bodyPr>
            <a:normAutofit fontScale="90000"/>
          </a:bodyPr>
          <a:lstStyle/>
          <a:p>
            <a:r>
              <a:rPr lang="ko-KR" altLang="en-US" sz="3800" b="1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활동 </a:t>
            </a:r>
            <a:r>
              <a:rPr lang="en-US" altLang="ko-KR" sz="38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2</a:t>
            </a:r>
            <a:r>
              <a:rPr lang="en-US" altLang="ko-KR" sz="3800" b="1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. </a:t>
            </a:r>
            <a:r>
              <a:rPr lang="ko-KR" altLang="en-US" sz="3800" b="1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공공미술 작가가 되어 작품 스케치하기</a:t>
            </a:r>
            <a:endParaRPr lang="ko-KR" altLang="en-US" sz="3800" b="1" dirty="0">
              <a:solidFill>
                <a:schemeClr val="tx1">
                  <a:lumMod val="75000"/>
                  <a:lumOff val="25000"/>
                  <a:alpha val="99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96" name="TextBox 95"/>
          <p:cNvSpPr txBox="1"/>
          <p:nvPr/>
        </p:nvSpPr>
        <p:spPr>
          <a:xfrm>
            <a:off x="10045136" y="1208366"/>
            <a:ext cx="1561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spc="-147" dirty="0" smtClean="0">
                <a:solidFill>
                  <a:schemeClr val="bg1">
                    <a:alpha val="99000"/>
                  </a:scheme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초안 만들기</a:t>
            </a:r>
            <a:endParaRPr lang="ko-KR" altLang="en-US" sz="2400" spc="-147" dirty="0">
              <a:solidFill>
                <a:schemeClr val="bg1">
                  <a:alpha val="99000"/>
                </a:schemeClr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957" t="2261" r="26317" b="64882"/>
          <a:stretch/>
        </p:blipFill>
        <p:spPr>
          <a:xfrm>
            <a:off x="9715714" y="3118782"/>
            <a:ext cx="2476286" cy="1531620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975" y="1374457"/>
            <a:ext cx="8924925" cy="5020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26038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CA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양쪽 모서리가 둥근 사각형 2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687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73DE1A5-A26C-4936-9EB7-341AE0E9F7ED}" type="slidenum">
              <a:rPr lang="en-US" altLang="ko-KR" smtClean="0"/>
              <a:pPr/>
              <a:t>9</a:t>
            </a:fld>
            <a:endParaRPr 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19761" y="452670"/>
            <a:ext cx="9525376" cy="641085"/>
          </a:xfrm>
        </p:spPr>
        <p:txBody>
          <a:bodyPr>
            <a:normAutofit fontScale="90000"/>
          </a:bodyPr>
          <a:lstStyle/>
          <a:p>
            <a:r>
              <a:rPr lang="ko-KR" altLang="en-US" sz="3800" b="1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평</a:t>
            </a:r>
            <a:r>
              <a:rPr lang="ko-KR" altLang="en-US" sz="38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가</a:t>
            </a:r>
            <a:r>
              <a:rPr lang="en-US" altLang="ko-KR" sz="3800" b="1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. </a:t>
            </a:r>
            <a:r>
              <a:rPr lang="ko-KR" altLang="en-US" sz="3800" b="1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공공미술 작품 스케치와 제작 의도 공유하기 </a:t>
            </a:r>
            <a:endParaRPr lang="ko-KR" altLang="en-US" sz="3800" b="1" dirty="0">
              <a:solidFill>
                <a:schemeClr val="tx1">
                  <a:lumMod val="75000"/>
                  <a:lumOff val="25000"/>
                  <a:alpha val="99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96" name="TextBox 95"/>
          <p:cNvSpPr txBox="1"/>
          <p:nvPr/>
        </p:nvSpPr>
        <p:spPr>
          <a:xfrm>
            <a:off x="10045136" y="1208366"/>
            <a:ext cx="1561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spc="-147" dirty="0" smtClean="0">
                <a:solidFill>
                  <a:schemeClr val="bg1">
                    <a:alpha val="99000"/>
                  </a:scheme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작품 공유</a:t>
            </a:r>
            <a:endParaRPr lang="ko-KR" altLang="en-US" sz="2400" spc="-147" dirty="0">
              <a:solidFill>
                <a:schemeClr val="bg1">
                  <a:alpha val="99000"/>
                </a:schemeClr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519761" y="1927009"/>
            <a:ext cx="9867336" cy="1815882"/>
          </a:xfrm>
          <a:prstGeom prst="rect">
            <a:avLst/>
          </a:prstGeom>
        </p:spPr>
        <p:txBody>
          <a:bodyPr wrap="square" anchor="ctr" anchorCtr="0">
            <a:spAutoFit/>
          </a:bodyPr>
          <a:lstStyle/>
          <a:p>
            <a:pPr marL="514350" indent="-514350" algn="just">
              <a:buAutoNum type="arabicParenBoth"/>
            </a:pPr>
            <a:r>
              <a:rPr lang="ko-KR" altLang="en-US" sz="2800" spc="-147" dirty="0" smtClean="0">
                <a:latin typeface="+mn-ea"/>
              </a:rPr>
              <a:t>공공미술 작품의 스케치와 작품 제목</a:t>
            </a:r>
            <a:r>
              <a:rPr lang="en-US" altLang="ko-KR" sz="2800" spc="-147" dirty="0" smtClean="0">
                <a:latin typeface="+mn-ea"/>
              </a:rPr>
              <a:t>, </a:t>
            </a:r>
            <a:r>
              <a:rPr lang="ko-KR" altLang="en-US" sz="2800" spc="-147" dirty="0" smtClean="0">
                <a:latin typeface="+mn-ea"/>
              </a:rPr>
              <a:t>제작 의도를 친구들 앞에서 발표해 보세요</a:t>
            </a:r>
            <a:r>
              <a:rPr lang="en-US" altLang="ko-KR" sz="2800" spc="-147" dirty="0" smtClean="0">
                <a:latin typeface="+mn-ea"/>
              </a:rPr>
              <a:t>.</a:t>
            </a:r>
          </a:p>
          <a:p>
            <a:pPr algn="just"/>
            <a:endParaRPr lang="en-US" altLang="ko-KR" sz="2800" spc="-147" dirty="0">
              <a:solidFill>
                <a:schemeClr val="tx1">
                  <a:lumMod val="75000"/>
                  <a:lumOff val="25000"/>
                  <a:alpha val="99000"/>
                </a:schemeClr>
              </a:solidFill>
              <a:latin typeface="+mn-ea"/>
            </a:endParaRPr>
          </a:p>
          <a:p>
            <a:pPr algn="just"/>
            <a:r>
              <a:rPr lang="en-US" altLang="ko-KR" sz="2800" spc="-147" dirty="0" smtClean="0">
                <a:latin typeface="+mn-ea"/>
              </a:rPr>
              <a:t>(2) </a:t>
            </a:r>
            <a:r>
              <a:rPr lang="ko-KR" altLang="en-US" sz="2800" spc="-147" dirty="0" smtClean="0">
                <a:latin typeface="+mn-ea"/>
              </a:rPr>
              <a:t>수</a:t>
            </a:r>
            <a:r>
              <a:rPr lang="ko-KR" altLang="en-US" sz="2800" spc="-147" dirty="0">
                <a:latin typeface="+mn-ea"/>
              </a:rPr>
              <a:t>업</a:t>
            </a:r>
            <a:r>
              <a:rPr lang="ko-KR" altLang="en-US" sz="2800" spc="-147" dirty="0" smtClean="0">
                <a:latin typeface="+mn-ea"/>
              </a:rPr>
              <a:t> 게시판에 업로드 해서 서로의 작품을 살펴보세요</a:t>
            </a:r>
            <a:r>
              <a:rPr lang="en-US" altLang="ko-KR" sz="2800" spc="-147" dirty="0" smtClean="0">
                <a:latin typeface="+mn-ea"/>
              </a:rPr>
              <a:t>.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500" y="4042371"/>
            <a:ext cx="4267200" cy="2457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그림 5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76" t="50000" r="65079" b="28069"/>
          <a:stretch/>
        </p:blipFill>
        <p:spPr>
          <a:xfrm>
            <a:off x="7541227" y="4175720"/>
            <a:ext cx="3014621" cy="2190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90116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양쪽 모서리가 둥근 사각형 2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687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73DE1A5-A26C-4936-9EB7-341AE0E9F7ED}" type="slidenum">
              <a:rPr lang="en-US" altLang="ko-KR" smtClean="0"/>
              <a:pPr/>
              <a:t>10</a:t>
            </a:fld>
            <a:endParaRPr 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19761" y="452670"/>
            <a:ext cx="9525376" cy="641085"/>
          </a:xfrm>
        </p:spPr>
        <p:txBody>
          <a:bodyPr>
            <a:normAutofit/>
          </a:bodyPr>
          <a:lstStyle/>
          <a:p>
            <a:r>
              <a:rPr lang="ko-KR" altLang="en-US" sz="2700" b="1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다음 수업 안내</a:t>
            </a:r>
            <a:endParaRPr lang="ko-KR" altLang="en-US" sz="2700" b="1" dirty="0">
              <a:solidFill>
                <a:schemeClr val="tx1">
                  <a:lumMod val="75000"/>
                  <a:lumOff val="25000"/>
                  <a:alpha val="99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96" name="TextBox 95"/>
          <p:cNvSpPr txBox="1"/>
          <p:nvPr/>
        </p:nvSpPr>
        <p:spPr>
          <a:xfrm>
            <a:off x="10045136" y="1208366"/>
            <a:ext cx="1561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spc="-147" dirty="0" err="1" smtClean="0">
                <a:solidFill>
                  <a:schemeClr val="bg1">
                    <a:alpha val="99000"/>
                  </a:scheme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차시</a:t>
            </a:r>
            <a:r>
              <a:rPr lang="ko-KR" altLang="en-US" sz="2400" spc="-147" dirty="0" smtClean="0">
                <a:solidFill>
                  <a:schemeClr val="bg1">
                    <a:alpha val="99000"/>
                  </a:scheme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예고</a:t>
            </a:r>
            <a:endParaRPr lang="ko-KR" altLang="en-US" sz="2400" spc="-147" dirty="0">
              <a:solidFill>
                <a:schemeClr val="bg1">
                  <a:alpha val="99000"/>
                </a:schemeClr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519757" y="1503313"/>
            <a:ext cx="9348143" cy="2308324"/>
          </a:xfrm>
          <a:prstGeom prst="rect">
            <a:avLst/>
          </a:prstGeom>
        </p:spPr>
        <p:txBody>
          <a:bodyPr wrap="square" anchor="ctr" anchorCtr="0">
            <a:spAutoFit/>
          </a:bodyPr>
          <a:lstStyle/>
          <a:p>
            <a:pPr lvl="0" algn="just">
              <a:defRPr/>
            </a:pPr>
            <a:r>
              <a:rPr lang="ko-KR" altLang="en-US" sz="2400" spc="-147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다음 시간에는 </a:t>
            </a:r>
            <a:r>
              <a:rPr lang="en-US" altLang="ko-KR" sz="2400" spc="-147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&lt;</a:t>
            </a:r>
            <a:r>
              <a:rPr lang="ko-KR" altLang="en-US" sz="2400" spc="-147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지역 미술 여행</a:t>
            </a:r>
            <a:r>
              <a:rPr lang="en-US" altLang="ko-KR" sz="2400" spc="-147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:</a:t>
            </a:r>
            <a:r>
              <a:rPr lang="ko-KR" altLang="en-US" sz="2400" spc="-147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 공공미술</a:t>
            </a:r>
            <a:r>
              <a:rPr lang="en-US" altLang="ko-KR" sz="2400" spc="-147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&gt; </a:t>
            </a:r>
            <a:r>
              <a:rPr lang="ko-KR" altLang="en-US" sz="2400" spc="-147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단원의 </a:t>
            </a:r>
            <a:r>
              <a:rPr lang="ko-KR" altLang="en-US" sz="2400" spc="-147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다</a:t>
            </a:r>
            <a:r>
              <a:rPr lang="ko-KR" altLang="en-US" sz="2400" spc="-147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섯</a:t>
            </a:r>
            <a:r>
              <a:rPr lang="ko-KR" altLang="en-US" sz="2400" spc="-147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 </a:t>
            </a:r>
            <a:r>
              <a:rPr lang="ko-KR" altLang="en-US" sz="2400" spc="-147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번째</a:t>
            </a:r>
            <a:r>
              <a:rPr lang="en-US" altLang="ko-KR" sz="2400" spc="-147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 </a:t>
            </a:r>
            <a:r>
              <a:rPr lang="ko-KR" altLang="en-US" sz="2400" spc="-147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시간으로 </a:t>
            </a:r>
            <a:endParaRPr lang="en-US" altLang="ko-KR" sz="2400" spc="-147" dirty="0">
              <a:solidFill>
                <a:schemeClr val="tx1">
                  <a:lumMod val="75000"/>
                  <a:lumOff val="25000"/>
                  <a:alpha val="99000"/>
                </a:schemeClr>
              </a:solidFill>
              <a:latin typeface="+mn-ea"/>
            </a:endParaRPr>
          </a:p>
          <a:p>
            <a:pPr lvl="0" algn="just">
              <a:defRPr/>
            </a:pPr>
            <a:r>
              <a:rPr lang="en-US" altLang="ko-KR" sz="2400" spc="-147" dirty="0" smtClean="0">
                <a:solidFill>
                  <a:srgbClr val="FF0000">
                    <a:alpha val="99000"/>
                  </a:srgbClr>
                </a:solidFill>
                <a:latin typeface="+mn-ea"/>
              </a:rPr>
              <a:t>‘</a:t>
            </a:r>
            <a:r>
              <a:rPr lang="ko-KR" altLang="en-US" sz="2400" spc="-147" dirty="0" smtClean="0">
                <a:solidFill>
                  <a:srgbClr val="FF0000">
                    <a:alpha val="99000"/>
                  </a:srgbClr>
                </a:solidFill>
                <a:latin typeface="+mn-ea"/>
              </a:rPr>
              <a:t>공공미술과 만나요</a:t>
            </a:r>
            <a:r>
              <a:rPr lang="en-US" altLang="ko-KR" sz="2400" spc="-147" dirty="0" smtClean="0">
                <a:solidFill>
                  <a:srgbClr val="FF0000">
                    <a:alpha val="99000"/>
                  </a:srgbClr>
                </a:solidFill>
                <a:latin typeface="+mn-ea"/>
              </a:rPr>
              <a:t>! </a:t>
            </a:r>
            <a:r>
              <a:rPr lang="ko-KR" altLang="en-US" sz="2400" spc="-147" dirty="0" smtClean="0">
                <a:solidFill>
                  <a:srgbClr val="FF0000">
                    <a:alpha val="99000"/>
                  </a:srgbClr>
                </a:solidFill>
                <a:latin typeface="+mn-ea"/>
              </a:rPr>
              <a:t>우리 동네에서 공공미술 작품을 찾아볼까요</a:t>
            </a:r>
            <a:r>
              <a:rPr lang="en-US" altLang="ko-KR" sz="2400" spc="-147" dirty="0" smtClean="0">
                <a:solidFill>
                  <a:srgbClr val="FF0000">
                    <a:alpha val="99000"/>
                  </a:srgbClr>
                </a:solidFill>
                <a:latin typeface="+mn-ea"/>
              </a:rPr>
              <a:t>?’</a:t>
            </a:r>
            <a:r>
              <a:rPr lang="ko-KR" altLang="en-US" sz="2400" spc="-147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라는</a:t>
            </a:r>
            <a:endParaRPr lang="en-US" altLang="ko-KR" sz="2400" spc="-147" dirty="0" smtClean="0">
              <a:solidFill>
                <a:schemeClr val="tx1">
                  <a:lumMod val="75000"/>
                  <a:lumOff val="25000"/>
                  <a:alpha val="99000"/>
                </a:schemeClr>
              </a:solidFill>
              <a:latin typeface="+mn-ea"/>
            </a:endParaRPr>
          </a:p>
          <a:p>
            <a:pPr lvl="0" algn="just">
              <a:defRPr/>
            </a:pPr>
            <a:r>
              <a:rPr lang="ko-KR" altLang="en-US" sz="2400" spc="-147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주제로 수업을 진행합니다</a:t>
            </a:r>
            <a:r>
              <a:rPr lang="en-US" altLang="ko-KR" sz="2400" spc="-147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.</a:t>
            </a:r>
            <a:endParaRPr lang="en-US" altLang="ko-KR" sz="2400" spc="-147" dirty="0">
              <a:solidFill>
                <a:schemeClr val="tx1">
                  <a:lumMod val="75000"/>
                  <a:lumOff val="25000"/>
                  <a:alpha val="99000"/>
                </a:schemeClr>
              </a:solidFill>
              <a:latin typeface="+mn-ea"/>
            </a:endParaRPr>
          </a:p>
          <a:p>
            <a:pPr lvl="0" algn="just">
              <a:defRPr/>
            </a:pPr>
            <a:endParaRPr lang="en-US" altLang="ko-KR" sz="2400" spc="-147" dirty="0">
              <a:solidFill>
                <a:schemeClr val="tx1">
                  <a:lumMod val="75000"/>
                  <a:lumOff val="25000"/>
                  <a:alpha val="99000"/>
                </a:schemeClr>
              </a:solidFill>
              <a:latin typeface="+mn-ea"/>
            </a:endParaRPr>
          </a:p>
          <a:p>
            <a:pPr lvl="0" algn="just">
              <a:defRPr/>
            </a:pPr>
            <a:r>
              <a:rPr lang="ko-KR" altLang="en-US" sz="2400" spc="-147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편안한 마음으로</a:t>
            </a:r>
            <a:r>
              <a:rPr lang="en-US" altLang="ko-KR" sz="2400" spc="-147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, </a:t>
            </a:r>
            <a:r>
              <a:rPr lang="ko-KR" altLang="en-US" sz="2400" spc="-147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열린 자세로 수업에 참여해 주세요</a:t>
            </a:r>
            <a:r>
              <a:rPr lang="en-US" altLang="ko-KR" sz="2400" spc="-147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.</a:t>
            </a:r>
          </a:p>
          <a:p>
            <a:pPr lvl="0" algn="just">
              <a:defRPr/>
            </a:pPr>
            <a:r>
              <a:rPr lang="ko-KR" altLang="en-US" sz="2400" spc="-147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다음 시간에 만나요</a:t>
            </a:r>
            <a:r>
              <a:rPr lang="en-US" altLang="ko-KR" sz="2400" spc="-147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!</a:t>
            </a:r>
            <a:endParaRPr lang="ko-KR" altLang="en-US" sz="2400" spc="-147" dirty="0">
              <a:solidFill>
                <a:schemeClr val="tx1">
                  <a:lumMod val="75000"/>
                  <a:lumOff val="25000"/>
                  <a:alpha val="99000"/>
                </a:schemeClr>
              </a:solidFill>
              <a:latin typeface="+mn-ea"/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5337" y="2838450"/>
            <a:ext cx="3380975" cy="2514600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6" name="그림 5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351" b="27778"/>
          <a:stretch/>
        </p:blipFill>
        <p:spPr>
          <a:xfrm>
            <a:off x="6035366" y="3916412"/>
            <a:ext cx="3603933" cy="2440999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0" name="그림 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87075" y="5136911"/>
            <a:ext cx="1304925" cy="1304925"/>
          </a:xfrm>
          <a:prstGeom prst="rect">
            <a:avLst/>
          </a:prstGeom>
        </p:spPr>
      </p:pic>
      <p:sp>
        <p:nvSpPr>
          <p:cNvPr id="11" name="직사각형 10"/>
          <p:cNvSpPr/>
          <p:nvPr/>
        </p:nvSpPr>
        <p:spPr>
          <a:xfrm>
            <a:off x="6323093" y="6176656"/>
            <a:ext cx="9348143" cy="323165"/>
          </a:xfrm>
          <a:prstGeom prst="rect">
            <a:avLst/>
          </a:prstGeom>
        </p:spPr>
        <p:txBody>
          <a:bodyPr wrap="square" anchor="ctr" anchorCtr="0">
            <a:spAutoFit/>
          </a:bodyPr>
          <a:lstStyle/>
          <a:p>
            <a:pPr lvl="0" algn="just">
              <a:defRPr/>
            </a:pPr>
            <a:r>
              <a:rPr lang="ko-KR" altLang="en-US" sz="1500" spc="-147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이미지 출처</a:t>
            </a:r>
            <a:r>
              <a:rPr lang="en-US" altLang="ko-KR" sz="1500" spc="-147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: APAP </a:t>
            </a:r>
            <a:r>
              <a:rPr lang="ko-KR" altLang="en-US" sz="1500" spc="-147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홈페이지</a:t>
            </a:r>
            <a:r>
              <a:rPr lang="en-US" altLang="ko-KR" sz="1500" spc="-147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, </a:t>
            </a:r>
            <a:r>
              <a:rPr lang="ko-KR" altLang="en-US" sz="1500" spc="-147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안양문화예술재단 제공</a:t>
            </a:r>
            <a:endParaRPr lang="ko-KR" altLang="en-US" sz="1500" spc="-147" dirty="0">
              <a:solidFill>
                <a:schemeClr val="tx1">
                  <a:lumMod val="75000"/>
                  <a:lumOff val="25000"/>
                  <a:alpha val="99000"/>
                </a:schemeClr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9989948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모서리가 둥근 직사각형 1"/>
          <p:cNvSpPr/>
          <p:nvPr/>
        </p:nvSpPr>
        <p:spPr>
          <a:xfrm>
            <a:off x="431371" y="3500604"/>
            <a:ext cx="11329259" cy="101600"/>
          </a:xfrm>
          <a:prstGeom prst="roundRect">
            <a:avLst>
              <a:gd name="adj" fmla="val 50000"/>
            </a:avLst>
          </a:prstGeom>
          <a:solidFill>
            <a:srgbClr val="F687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</p:spTree>
    <p:extLst>
      <p:ext uri="{BB962C8B-B14F-4D97-AF65-F5344CB8AC3E}">
        <p14:creationId xmlns:p14="http://schemas.microsoft.com/office/powerpoint/2010/main" val="26610221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그룹 10"/>
          <p:cNvGrpSpPr/>
          <p:nvPr/>
        </p:nvGrpSpPr>
        <p:grpSpPr>
          <a:xfrm>
            <a:off x="3709915" y="836713"/>
            <a:ext cx="4772171" cy="1209013"/>
            <a:chOff x="2699792" y="627534"/>
            <a:chExt cx="3579128" cy="906760"/>
          </a:xfrm>
        </p:grpSpPr>
        <p:sp>
          <p:nvSpPr>
            <p:cNvPr id="10" name="타원 9"/>
            <p:cNvSpPr/>
            <p:nvPr/>
          </p:nvSpPr>
          <p:spPr>
            <a:xfrm>
              <a:off x="30598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5" name="타원 54"/>
            <p:cNvSpPr/>
            <p:nvPr/>
          </p:nvSpPr>
          <p:spPr>
            <a:xfrm>
              <a:off x="37265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6" name="타원 55"/>
            <p:cNvSpPr/>
            <p:nvPr/>
          </p:nvSpPr>
          <p:spPr>
            <a:xfrm>
              <a:off x="43933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7" name="타원 56"/>
            <p:cNvSpPr/>
            <p:nvPr/>
          </p:nvSpPr>
          <p:spPr>
            <a:xfrm>
              <a:off x="50600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8" name="직사각형 57"/>
            <p:cNvSpPr/>
            <p:nvPr/>
          </p:nvSpPr>
          <p:spPr>
            <a:xfrm>
              <a:off x="2699792" y="699542"/>
              <a:ext cx="3579128" cy="74640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5867" spc="-200" dirty="0" smtClean="0">
                  <a:solidFill>
                    <a:schemeClr val="bg1"/>
                  </a:solidFill>
                  <a:latin typeface="+mj-ea"/>
                  <a:ea typeface="+mj-ea"/>
                </a:rPr>
                <a:t>형성평</a:t>
              </a:r>
              <a:r>
                <a:rPr lang="ko-KR" altLang="en-US" sz="5867" spc="-200" dirty="0">
                  <a:solidFill>
                    <a:schemeClr val="bg1"/>
                  </a:solidFill>
                  <a:latin typeface="+mj-ea"/>
                  <a:ea typeface="+mj-ea"/>
                </a:rPr>
                <a:t>가</a:t>
              </a:r>
            </a:p>
          </p:txBody>
        </p:sp>
      </p:grpSp>
      <p:sp>
        <p:nvSpPr>
          <p:cNvPr id="59" name="직사각형 58"/>
          <p:cNvSpPr/>
          <p:nvPr/>
        </p:nvSpPr>
        <p:spPr>
          <a:xfrm>
            <a:off x="3330454" y="2955578"/>
            <a:ext cx="5569217" cy="1384995"/>
          </a:xfrm>
          <a:prstGeom prst="rect">
            <a:avLst/>
          </a:prstGeom>
        </p:spPr>
        <p:txBody>
          <a:bodyPr wrap="none" anchor="ctr" anchorCtr="0">
            <a:spAutoFit/>
          </a:bodyPr>
          <a:lstStyle/>
          <a:p>
            <a:pPr lvl="0" algn="ctr">
              <a:defRPr/>
            </a:pPr>
            <a:r>
              <a:rPr lang="ko-KR" altLang="en-US" sz="2800" spc="-147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오늘 배운 내용을 퀴즈로 복습해볼까요</a:t>
            </a:r>
            <a:r>
              <a:rPr lang="en-US" altLang="ko-KR" sz="2800" spc="-147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?</a:t>
            </a:r>
          </a:p>
          <a:p>
            <a:pPr lvl="0" algn="ctr">
              <a:defRPr/>
            </a:pPr>
            <a:r>
              <a:rPr lang="ko-KR" altLang="en-US" sz="2800" spc="-147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모두 </a:t>
            </a:r>
            <a:r>
              <a:rPr lang="en-US" altLang="ko-KR" sz="2800" spc="-147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3</a:t>
            </a:r>
            <a:r>
              <a:rPr lang="ko-KR" altLang="en-US" sz="2800" spc="-147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문제 </a:t>
            </a:r>
            <a:r>
              <a:rPr lang="ko-KR" altLang="en-US" sz="2800" spc="-147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준비되어 있습니다</a:t>
            </a:r>
            <a:r>
              <a:rPr lang="en-US" altLang="ko-KR" sz="2800" spc="-147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.</a:t>
            </a:r>
          </a:p>
          <a:p>
            <a:pPr lvl="0" algn="ctr">
              <a:defRPr/>
            </a:pPr>
            <a:r>
              <a:rPr lang="ko-KR" altLang="en-US" sz="2800" spc="-147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재미있게 참여해주세요</a:t>
            </a:r>
            <a:r>
              <a:rPr lang="en-US" altLang="ko-KR" sz="2800" spc="-147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!</a:t>
            </a:r>
            <a:endParaRPr lang="ko-KR" altLang="en-US" sz="2800" spc="-147" dirty="0">
              <a:solidFill>
                <a:schemeClr val="tx1">
                  <a:lumMod val="75000"/>
                  <a:lumOff val="25000"/>
                  <a:alpha val="99000"/>
                </a:schemeClr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2421480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그룹 10"/>
          <p:cNvGrpSpPr/>
          <p:nvPr/>
        </p:nvGrpSpPr>
        <p:grpSpPr>
          <a:xfrm>
            <a:off x="3709915" y="836713"/>
            <a:ext cx="4772171" cy="1209013"/>
            <a:chOff x="2699792" y="627534"/>
            <a:chExt cx="3579128" cy="906760"/>
          </a:xfrm>
        </p:grpSpPr>
        <p:sp>
          <p:nvSpPr>
            <p:cNvPr id="10" name="타원 9"/>
            <p:cNvSpPr/>
            <p:nvPr/>
          </p:nvSpPr>
          <p:spPr>
            <a:xfrm>
              <a:off x="30598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5" name="타원 54"/>
            <p:cNvSpPr/>
            <p:nvPr/>
          </p:nvSpPr>
          <p:spPr>
            <a:xfrm>
              <a:off x="37265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6" name="타원 55"/>
            <p:cNvSpPr/>
            <p:nvPr/>
          </p:nvSpPr>
          <p:spPr>
            <a:xfrm>
              <a:off x="43933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7" name="타원 56"/>
            <p:cNvSpPr/>
            <p:nvPr/>
          </p:nvSpPr>
          <p:spPr>
            <a:xfrm>
              <a:off x="50600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8" name="직사각형 57"/>
            <p:cNvSpPr/>
            <p:nvPr/>
          </p:nvSpPr>
          <p:spPr>
            <a:xfrm>
              <a:off x="2699792" y="699542"/>
              <a:ext cx="3579128" cy="74640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5867" spc="-200" dirty="0" smtClean="0">
                  <a:solidFill>
                    <a:schemeClr val="bg1"/>
                  </a:solidFill>
                  <a:latin typeface="+mj-ea"/>
                  <a:ea typeface="+mj-ea"/>
                </a:rPr>
                <a:t>문제 </a:t>
              </a:r>
              <a:r>
                <a:rPr lang="en-US" altLang="ko-KR" sz="5867" spc="-200" dirty="0">
                  <a:solidFill>
                    <a:schemeClr val="bg1"/>
                  </a:solidFill>
                  <a:latin typeface="+mj-ea"/>
                  <a:ea typeface="+mj-ea"/>
                </a:rPr>
                <a:t>1</a:t>
              </a:r>
              <a:endParaRPr lang="ko-KR" altLang="en-US" sz="5867" spc="-200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</p:grpSp>
      <p:sp>
        <p:nvSpPr>
          <p:cNvPr id="2" name="TextBox 1"/>
          <p:cNvSpPr txBox="1"/>
          <p:nvPr/>
        </p:nvSpPr>
        <p:spPr>
          <a:xfrm>
            <a:off x="3035300" y="2419350"/>
            <a:ext cx="645932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dirty="0" err="1" smtClean="0"/>
              <a:t>쿠사마</a:t>
            </a:r>
            <a:r>
              <a:rPr lang="ko-KR" altLang="en-US" sz="2400" dirty="0" smtClean="0"/>
              <a:t> </a:t>
            </a:r>
            <a:r>
              <a:rPr lang="ko-KR" altLang="en-US" sz="2400" dirty="0" err="1" smtClean="0"/>
              <a:t>야요이</a:t>
            </a:r>
            <a:r>
              <a:rPr lang="ko-KR" altLang="en-US" sz="2400" dirty="0" smtClean="0"/>
              <a:t> 작가는 어느 나라 사람인가요</a:t>
            </a:r>
            <a:r>
              <a:rPr lang="en-US" altLang="ko-KR" sz="2400" dirty="0" smtClean="0"/>
              <a:t>?</a:t>
            </a:r>
          </a:p>
          <a:p>
            <a:pPr algn="ctr"/>
            <a:endParaRPr lang="en-US" altLang="ko-KR" sz="2400" dirty="0" smtClean="0"/>
          </a:p>
          <a:p>
            <a:pPr marL="342900" indent="-342900">
              <a:buFont typeface="+mj-ea"/>
              <a:buAutoNum type="circleNumDbPlain"/>
            </a:pPr>
            <a:r>
              <a:rPr lang="ko-KR" altLang="en-US" sz="2400" dirty="0" smtClean="0"/>
              <a:t>한국 </a:t>
            </a:r>
            <a:endParaRPr lang="en-US" altLang="ko-KR" sz="2400" dirty="0" smtClean="0"/>
          </a:p>
          <a:p>
            <a:pPr marL="342900" indent="-342900">
              <a:buFont typeface="+mj-ea"/>
              <a:buAutoNum type="circleNumDbPlain"/>
            </a:pPr>
            <a:r>
              <a:rPr lang="ko-KR" altLang="en-US" sz="2400" dirty="0" smtClean="0"/>
              <a:t>독일</a:t>
            </a:r>
            <a:endParaRPr lang="en-US" altLang="ko-KR" sz="2400" dirty="0" smtClean="0"/>
          </a:p>
          <a:p>
            <a:pPr marL="342900" indent="-342900">
              <a:buFont typeface="+mj-ea"/>
              <a:buAutoNum type="circleNumDbPlain"/>
            </a:pPr>
            <a:r>
              <a:rPr lang="ko-KR" altLang="en-US" sz="2400" dirty="0" smtClean="0"/>
              <a:t>일본</a:t>
            </a:r>
            <a:endParaRPr lang="en-US" altLang="ko-KR" sz="2400" dirty="0" smtClean="0"/>
          </a:p>
          <a:p>
            <a:pPr marL="342900" indent="-342900">
              <a:buFont typeface="+mj-ea"/>
              <a:buAutoNum type="circleNumDbPlain"/>
            </a:pPr>
            <a:r>
              <a:rPr lang="ko-KR" altLang="en-US" sz="2400" dirty="0" smtClean="0"/>
              <a:t>태국</a:t>
            </a:r>
            <a:endParaRPr lang="en-US" altLang="ko-KR" sz="2400" dirty="0" smtClean="0"/>
          </a:p>
        </p:txBody>
      </p:sp>
    </p:spTree>
    <p:extLst>
      <p:ext uri="{BB962C8B-B14F-4D97-AF65-F5344CB8AC3E}">
        <p14:creationId xmlns:p14="http://schemas.microsoft.com/office/powerpoint/2010/main" val="8001482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그룹 10"/>
          <p:cNvGrpSpPr/>
          <p:nvPr/>
        </p:nvGrpSpPr>
        <p:grpSpPr>
          <a:xfrm>
            <a:off x="3709915" y="836713"/>
            <a:ext cx="4772171" cy="1209013"/>
            <a:chOff x="2699792" y="627534"/>
            <a:chExt cx="3579128" cy="906760"/>
          </a:xfrm>
        </p:grpSpPr>
        <p:sp>
          <p:nvSpPr>
            <p:cNvPr id="10" name="타원 9"/>
            <p:cNvSpPr/>
            <p:nvPr/>
          </p:nvSpPr>
          <p:spPr>
            <a:xfrm>
              <a:off x="30598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ko-KR" altLang="en-US" sz="2400"/>
            </a:p>
          </p:txBody>
        </p:sp>
        <p:sp>
          <p:nvSpPr>
            <p:cNvPr id="55" name="타원 54"/>
            <p:cNvSpPr/>
            <p:nvPr/>
          </p:nvSpPr>
          <p:spPr>
            <a:xfrm>
              <a:off x="37265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ko-KR" altLang="en-US" sz="2400"/>
            </a:p>
          </p:txBody>
        </p:sp>
        <p:sp>
          <p:nvSpPr>
            <p:cNvPr id="56" name="타원 55"/>
            <p:cNvSpPr/>
            <p:nvPr/>
          </p:nvSpPr>
          <p:spPr>
            <a:xfrm>
              <a:off x="43933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ko-KR" altLang="en-US" sz="2400"/>
            </a:p>
          </p:txBody>
        </p:sp>
        <p:sp>
          <p:nvSpPr>
            <p:cNvPr id="57" name="타원 56"/>
            <p:cNvSpPr/>
            <p:nvPr/>
          </p:nvSpPr>
          <p:spPr>
            <a:xfrm>
              <a:off x="50600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ko-KR" altLang="en-US" sz="2400"/>
            </a:p>
          </p:txBody>
        </p:sp>
        <p:sp>
          <p:nvSpPr>
            <p:cNvPr id="58" name="직사각형 57"/>
            <p:cNvSpPr/>
            <p:nvPr/>
          </p:nvSpPr>
          <p:spPr>
            <a:xfrm>
              <a:off x="2699792" y="699542"/>
              <a:ext cx="3579128" cy="74640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ctr">
                <a:defRPr/>
              </a:pPr>
              <a:r>
                <a:rPr lang="ko-KR" altLang="en-US" sz="5867" spc="-200">
                  <a:solidFill>
                    <a:schemeClr val="bg1"/>
                  </a:solidFill>
                  <a:latin typeface="+mj-ea"/>
                  <a:ea typeface="+mj-ea"/>
                </a:rPr>
                <a:t>정답</a:t>
              </a:r>
            </a:p>
          </p:txBody>
        </p:sp>
      </p:grpSp>
      <p:sp>
        <p:nvSpPr>
          <p:cNvPr id="59" name="직사각형 58"/>
          <p:cNvSpPr/>
          <p:nvPr/>
        </p:nvSpPr>
        <p:spPr>
          <a:xfrm>
            <a:off x="5425865" y="3459414"/>
            <a:ext cx="1330749" cy="553998"/>
          </a:xfrm>
          <a:prstGeom prst="rect">
            <a:avLst/>
          </a:prstGeom>
        </p:spPr>
        <p:txBody>
          <a:bodyPr wrap="none" anchor="ctr" anchorCtr="0">
            <a:spAutoFit/>
          </a:bodyPr>
          <a:lstStyle/>
          <a:p>
            <a:pPr lvl="0" algn="ctr">
              <a:defRPr/>
            </a:pPr>
            <a:r>
              <a:rPr lang="ko-KR" altLang="en-US" sz="3000" spc="-147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바탕"/>
                <a:ea typeface="바탕"/>
              </a:rPr>
              <a:t>③ </a:t>
            </a:r>
            <a:r>
              <a:rPr lang="ko-KR" altLang="en-US" sz="3000" spc="-147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일본</a:t>
            </a:r>
            <a:endParaRPr lang="ko-KR" altLang="en-US" sz="3000" spc="-147" dirty="0">
              <a:solidFill>
                <a:schemeClr val="tx1">
                  <a:lumMod val="75000"/>
                  <a:lumOff val="25000"/>
                  <a:alpha val="99000"/>
                </a:schemeClr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7261588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그룹 10"/>
          <p:cNvGrpSpPr/>
          <p:nvPr/>
        </p:nvGrpSpPr>
        <p:grpSpPr>
          <a:xfrm>
            <a:off x="3709915" y="836713"/>
            <a:ext cx="4772171" cy="1209013"/>
            <a:chOff x="2699792" y="627534"/>
            <a:chExt cx="3579128" cy="906760"/>
          </a:xfrm>
        </p:grpSpPr>
        <p:sp>
          <p:nvSpPr>
            <p:cNvPr id="10" name="타원 9"/>
            <p:cNvSpPr/>
            <p:nvPr/>
          </p:nvSpPr>
          <p:spPr>
            <a:xfrm>
              <a:off x="30598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5" name="타원 54"/>
            <p:cNvSpPr/>
            <p:nvPr/>
          </p:nvSpPr>
          <p:spPr>
            <a:xfrm>
              <a:off x="37265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6" name="타원 55"/>
            <p:cNvSpPr/>
            <p:nvPr/>
          </p:nvSpPr>
          <p:spPr>
            <a:xfrm>
              <a:off x="43933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7" name="타원 56"/>
            <p:cNvSpPr/>
            <p:nvPr/>
          </p:nvSpPr>
          <p:spPr>
            <a:xfrm>
              <a:off x="50600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8" name="직사각형 57"/>
            <p:cNvSpPr/>
            <p:nvPr/>
          </p:nvSpPr>
          <p:spPr>
            <a:xfrm>
              <a:off x="2699792" y="699542"/>
              <a:ext cx="3579128" cy="74640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5867" spc="-200" dirty="0" smtClean="0">
                  <a:solidFill>
                    <a:schemeClr val="bg1"/>
                  </a:solidFill>
                  <a:latin typeface="+mj-ea"/>
                  <a:ea typeface="+mj-ea"/>
                </a:rPr>
                <a:t>문제 </a:t>
              </a:r>
              <a:r>
                <a:rPr lang="en-US" altLang="ko-KR" sz="5867" spc="-200" dirty="0">
                  <a:solidFill>
                    <a:schemeClr val="bg1"/>
                  </a:solidFill>
                  <a:latin typeface="+mj-ea"/>
                  <a:ea typeface="+mj-ea"/>
                </a:rPr>
                <a:t>2</a:t>
              </a:r>
              <a:endParaRPr lang="ko-KR" altLang="en-US" sz="5867" spc="-200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</p:grpSp>
      <p:sp>
        <p:nvSpPr>
          <p:cNvPr id="2" name="TextBox 1"/>
          <p:cNvSpPr txBox="1"/>
          <p:nvPr/>
        </p:nvSpPr>
        <p:spPr>
          <a:xfrm>
            <a:off x="3035300" y="2419350"/>
            <a:ext cx="645932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dirty="0" err="1" smtClean="0"/>
              <a:t>쿠사마</a:t>
            </a:r>
            <a:r>
              <a:rPr lang="ko-KR" altLang="en-US" sz="2400" dirty="0" smtClean="0"/>
              <a:t> </a:t>
            </a:r>
            <a:r>
              <a:rPr lang="ko-KR" altLang="en-US" sz="2400" dirty="0" err="1" smtClean="0"/>
              <a:t>야요이</a:t>
            </a:r>
            <a:r>
              <a:rPr lang="ko-KR" altLang="en-US" sz="2400" dirty="0" smtClean="0"/>
              <a:t> 작가의 작품에서 많이 보이는 무늬는 무엇인가요</a:t>
            </a:r>
            <a:r>
              <a:rPr lang="en-US" altLang="ko-KR" sz="2400" dirty="0" smtClean="0"/>
              <a:t>?</a:t>
            </a:r>
          </a:p>
          <a:p>
            <a:pPr marL="342900" indent="-342900">
              <a:buFont typeface="+mj-ea"/>
              <a:buAutoNum type="circleNumDbPlain"/>
            </a:pPr>
            <a:r>
              <a:rPr lang="ko-KR" altLang="en-US" sz="2400" dirty="0" smtClean="0"/>
              <a:t>별 ★</a:t>
            </a:r>
            <a:endParaRPr lang="en-US" altLang="ko-KR" sz="2400" dirty="0" smtClean="0"/>
          </a:p>
          <a:p>
            <a:pPr marL="342900" indent="-342900">
              <a:buFont typeface="+mj-ea"/>
              <a:buAutoNum type="circleNumDbPlain"/>
            </a:pPr>
            <a:r>
              <a:rPr lang="ko-KR" altLang="en-US" sz="2400" dirty="0" smtClean="0"/>
              <a:t>동그라미 ●</a:t>
            </a:r>
            <a:endParaRPr lang="en-US" altLang="ko-KR" sz="2400" dirty="0" smtClean="0"/>
          </a:p>
          <a:p>
            <a:pPr marL="342900" indent="-342900">
              <a:buFont typeface="+mj-ea"/>
              <a:buAutoNum type="circleNumDbPlain"/>
            </a:pPr>
            <a:r>
              <a:rPr lang="ko-KR" altLang="en-US" sz="2400" dirty="0" smtClean="0"/>
              <a:t>세모 ▲</a:t>
            </a:r>
            <a:endParaRPr lang="en-US" altLang="ko-KR" sz="2400" dirty="0" smtClean="0"/>
          </a:p>
          <a:p>
            <a:pPr marL="342900" indent="-342900">
              <a:buFont typeface="+mj-ea"/>
              <a:buAutoNum type="circleNumDbPlain"/>
            </a:pPr>
            <a:r>
              <a:rPr lang="ko-KR" altLang="en-US" sz="2400" dirty="0"/>
              <a:t>다이아몬드 ♦</a:t>
            </a:r>
            <a:endParaRPr lang="en-US" altLang="ko-KR" sz="2400" dirty="0" smtClean="0"/>
          </a:p>
        </p:txBody>
      </p:sp>
    </p:spTree>
    <p:extLst>
      <p:ext uri="{BB962C8B-B14F-4D97-AF65-F5344CB8AC3E}">
        <p14:creationId xmlns:p14="http://schemas.microsoft.com/office/powerpoint/2010/main" val="41312653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그룹 10"/>
          <p:cNvGrpSpPr/>
          <p:nvPr/>
        </p:nvGrpSpPr>
        <p:grpSpPr>
          <a:xfrm>
            <a:off x="3709915" y="836713"/>
            <a:ext cx="4772171" cy="1209013"/>
            <a:chOff x="2699792" y="627534"/>
            <a:chExt cx="3579128" cy="906760"/>
          </a:xfrm>
        </p:grpSpPr>
        <p:sp>
          <p:nvSpPr>
            <p:cNvPr id="10" name="타원 9"/>
            <p:cNvSpPr/>
            <p:nvPr/>
          </p:nvSpPr>
          <p:spPr>
            <a:xfrm>
              <a:off x="30598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ko-KR" altLang="en-US" sz="2400"/>
            </a:p>
          </p:txBody>
        </p:sp>
        <p:sp>
          <p:nvSpPr>
            <p:cNvPr id="55" name="타원 54"/>
            <p:cNvSpPr/>
            <p:nvPr/>
          </p:nvSpPr>
          <p:spPr>
            <a:xfrm>
              <a:off x="37265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ko-KR" altLang="en-US" sz="2400"/>
            </a:p>
          </p:txBody>
        </p:sp>
        <p:sp>
          <p:nvSpPr>
            <p:cNvPr id="56" name="타원 55"/>
            <p:cNvSpPr/>
            <p:nvPr/>
          </p:nvSpPr>
          <p:spPr>
            <a:xfrm>
              <a:off x="43933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ko-KR" altLang="en-US" sz="2400"/>
            </a:p>
          </p:txBody>
        </p:sp>
        <p:sp>
          <p:nvSpPr>
            <p:cNvPr id="57" name="타원 56"/>
            <p:cNvSpPr/>
            <p:nvPr/>
          </p:nvSpPr>
          <p:spPr>
            <a:xfrm>
              <a:off x="50600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ko-KR" altLang="en-US" sz="2400"/>
            </a:p>
          </p:txBody>
        </p:sp>
        <p:sp>
          <p:nvSpPr>
            <p:cNvPr id="58" name="직사각형 57"/>
            <p:cNvSpPr/>
            <p:nvPr/>
          </p:nvSpPr>
          <p:spPr>
            <a:xfrm>
              <a:off x="2699792" y="699542"/>
              <a:ext cx="3579128" cy="74640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ctr">
                <a:defRPr/>
              </a:pPr>
              <a:r>
                <a:rPr lang="ko-KR" altLang="en-US" sz="5867" spc="-200">
                  <a:solidFill>
                    <a:schemeClr val="bg1"/>
                  </a:solidFill>
                  <a:latin typeface="+mj-ea"/>
                  <a:ea typeface="+mj-ea"/>
                </a:rPr>
                <a:t>정답</a:t>
              </a:r>
            </a:p>
          </p:txBody>
        </p:sp>
      </p:grpSp>
      <p:sp>
        <p:nvSpPr>
          <p:cNvPr id="59" name="직사각형 58"/>
          <p:cNvSpPr/>
          <p:nvPr/>
        </p:nvSpPr>
        <p:spPr>
          <a:xfrm>
            <a:off x="3286125" y="3459052"/>
            <a:ext cx="5619750" cy="584775"/>
          </a:xfrm>
          <a:prstGeom prst="rect">
            <a:avLst/>
          </a:prstGeom>
        </p:spPr>
        <p:txBody>
          <a:bodyPr wrap="square" anchor="ctr" anchorCtr="0">
            <a:spAutoFit/>
          </a:bodyPr>
          <a:lstStyle/>
          <a:p>
            <a:pPr algn="ctr">
              <a:defRPr/>
            </a:pPr>
            <a:r>
              <a:rPr lang="ko-KR" altLang="en-US" sz="3000" spc="-147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바탕"/>
                <a:ea typeface="바탕"/>
              </a:rPr>
              <a:t>② </a:t>
            </a:r>
            <a:r>
              <a:rPr lang="ko-KR" altLang="en-US" sz="3000" spc="-147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동그라미 </a:t>
            </a:r>
            <a:r>
              <a:rPr lang="ko-KR" altLang="en-US" sz="3200" dirty="0" smtClean="0"/>
              <a:t>●</a:t>
            </a:r>
            <a:r>
              <a:rPr lang="en-US" altLang="ko-KR" sz="3200" dirty="0" smtClean="0"/>
              <a:t>(</a:t>
            </a:r>
            <a:r>
              <a:rPr lang="ko-KR" altLang="en-US" sz="3200" dirty="0" smtClean="0"/>
              <a:t>물방울 무늬</a:t>
            </a:r>
            <a:r>
              <a:rPr lang="en-US" altLang="ko-KR" sz="3200" dirty="0" smtClean="0"/>
              <a:t>)</a:t>
            </a:r>
            <a:r>
              <a:rPr lang="ko-KR" altLang="en-US" sz="3000" spc="-147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 </a:t>
            </a:r>
            <a:endParaRPr lang="ko-KR" altLang="en-US" sz="3000" spc="-147" dirty="0">
              <a:solidFill>
                <a:schemeClr val="tx1">
                  <a:lumMod val="75000"/>
                  <a:lumOff val="25000"/>
                  <a:alpha val="99000"/>
                </a:schemeClr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9292601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그룹 10"/>
          <p:cNvGrpSpPr/>
          <p:nvPr/>
        </p:nvGrpSpPr>
        <p:grpSpPr>
          <a:xfrm>
            <a:off x="3709915" y="836713"/>
            <a:ext cx="4772171" cy="1209013"/>
            <a:chOff x="2699792" y="627534"/>
            <a:chExt cx="3579128" cy="906760"/>
          </a:xfrm>
        </p:grpSpPr>
        <p:sp>
          <p:nvSpPr>
            <p:cNvPr id="10" name="타원 9"/>
            <p:cNvSpPr/>
            <p:nvPr/>
          </p:nvSpPr>
          <p:spPr>
            <a:xfrm>
              <a:off x="30598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5" name="타원 54"/>
            <p:cNvSpPr/>
            <p:nvPr/>
          </p:nvSpPr>
          <p:spPr>
            <a:xfrm>
              <a:off x="37265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6" name="타원 55"/>
            <p:cNvSpPr/>
            <p:nvPr/>
          </p:nvSpPr>
          <p:spPr>
            <a:xfrm>
              <a:off x="43933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7" name="타원 56"/>
            <p:cNvSpPr/>
            <p:nvPr/>
          </p:nvSpPr>
          <p:spPr>
            <a:xfrm>
              <a:off x="50600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8" name="직사각형 57"/>
            <p:cNvSpPr/>
            <p:nvPr/>
          </p:nvSpPr>
          <p:spPr>
            <a:xfrm>
              <a:off x="2699792" y="699542"/>
              <a:ext cx="3579128" cy="74640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5867" spc="-200" dirty="0" smtClean="0">
                  <a:solidFill>
                    <a:schemeClr val="bg1"/>
                  </a:solidFill>
                  <a:latin typeface="+mj-ea"/>
                  <a:ea typeface="+mj-ea"/>
                </a:rPr>
                <a:t>문제 </a:t>
              </a:r>
              <a:r>
                <a:rPr lang="en-US" altLang="ko-KR" sz="5867" spc="-200" dirty="0" smtClean="0">
                  <a:solidFill>
                    <a:schemeClr val="bg1"/>
                  </a:solidFill>
                  <a:latin typeface="+mj-ea"/>
                  <a:ea typeface="+mj-ea"/>
                </a:rPr>
                <a:t>3</a:t>
              </a:r>
              <a:endParaRPr lang="ko-KR" altLang="en-US" sz="5867" spc="-200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</p:grpSp>
      <p:sp>
        <p:nvSpPr>
          <p:cNvPr id="2" name="TextBox 1"/>
          <p:cNvSpPr txBox="1"/>
          <p:nvPr/>
        </p:nvSpPr>
        <p:spPr>
          <a:xfrm>
            <a:off x="1857375" y="2419350"/>
            <a:ext cx="84963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dirty="0" smtClean="0"/>
              <a:t>다음 중 공공 시설물이 아닌 것은 무엇인가요</a:t>
            </a:r>
            <a:r>
              <a:rPr lang="en-US" altLang="ko-KR" sz="2400" dirty="0" smtClean="0"/>
              <a:t>?</a:t>
            </a:r>
          </a:p>
          <a:p>
            <a:pPr algn="ctr"/>
            <a:endParaRPr lang="en-US" altLang="ko-KR" sz="2400" dirty="0" smtClean="0"/>
          </a:p>
          <a:p>
            <a:pPr algn="ctr"/>
            <a:r>
              <a:rPr lang="ko-KR" altLang="en-US" sz="2400" dirty="0" smtClean="0">
                <a:latin typeface="바탕"/>
                <a:ea typeface="바탕"/>
              </a:rPr>
              <a:t>① </a:t>
            </a:r>
            <a:r>
              <a:rPr lang="ko-KR" altLang="en-US" sz="2400" dirty="0" smtClean="0"/>
              <a:t>자전거 </a:t>
            </a:r>
            <a:r>
              <a:rPr lang="ko-KR" altLang="en-US" sz="2400" dirty="0" err="1" smtClean="0"/>
              <a:t>거치대</a:t>
            </a:r>
            <a:r>
              <a:rPr lang="ko-KR" altLang="en-US" sz="2400" dirty="0"/>
              <a:t> </a:t>
            </a:r>
            <a:r>
              <a:rPr lang="ko-KR" altLang="en-US" sz="2400" dirty="0" smtClean="0"/>
              <a:t>      </a:t>
            </a:r>
            <a:r>
              <a:rPr lang="ko-KR" altLang="en-US" sz="2400" dirty="0" smtClean="0">
                <a:latin typeface="바탕"/>
                <a:ea typeface="바탕"/>
              </a:rPr>
              <a:t>② </a:t>
            </a:r>
            <a:r>
              <a:rPr lang="ko-KR" altLang="en-US" sz="2400" dirty="0" smtClean="0"/>
              <a:t>가로등       </a:t>
            </a:r>
            <a:r>
              <a:rPr lang="ko-KR" altLang="en-US" sz="2400" dirty="0" smtClean="0">
                <a:latin typeface="바탕"/>
                <a:ea typeface="바탕"/>
              </a:rPr>
              <a:t>③ </a:t>
            </a:r>
            <a:r>
              <a:rPr lang="ko-KR" altLang="en-US" sz="2400" dirty="0" smtClean="0"/>
              <a:t>벤치       </a:t>
            </a:r>
            <a:r>
              <a:rPr lang="ko-KR" altLang="en-US" sz="2400" dirty="0" smtClean="0">
                <a:latin typeface="바탕"/>
                <a:ea typeface="바탕"/>
              </a:rPr>
              <a:t>④ </a:t>
            </a:r>
            <a:r>
              <a:rPr lang="ko-KR" altLang="en-US" sz="2400" dirty="0" smtClean="0"/>
              <a:t>책가방</a:t>
            </a:r>
            <a:endParaRPr lang="en-US" altLang="ko-KR" sz="2400" dirty="0" smtClean="0"/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864"/>
          <a:stretch/>
        </p:blipFill>
        <p:spPr bwMode="auto">
          <a:xfrm>
            <a:off x="3276824" y="3553004"/>
            <a:ext cx="6591300" cy="1526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383061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그룹 10"/>
          <p:cNvGrpSpPr/>
          <p:nvPr/>
        </p:nvGrpSpPr>
        <p:grpSpPr>
          <a:xfrm>
            <a:off x="3709915" y="836713"/>
            <a:ext cx="4772171" cy="1209013"/>
            <a:chOff x="2699792" y="627534"/>
            <a:chExt cx="3579128" cy="906760"/>
          </a:xfrm>
        </p:grpSpPr>
        <p:sp>
          <p:nvSpPr>
            <p:cNvPr id="10" name="타원 9"/>
            <p:cNvSpPr/>
            <p:nvPr/>
          </p:nvSpPr>
          <p:spPr>
            <a:xfrm>
              <a:off x="30598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5" name="타원 54"/>
            <p:cNvSpPr/>
            <p:nvPr/>
          </p:nvSpPr>
          <p:spPr>
            <a:xfrm>
              <a:off x="37265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6" name="타원 55"/>
            <p:cNvSpPr/>
            <p:nvPr/>
          </p:nvSpPr>
          <p:spPr>
            <a:xfrm>
              <a:off x="43933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7" name="타원 56"/>
            <p:cNvSpPr/>
            <p:nvPr/>
          </p:nvSpPr>
          <p:spPr>
            <a:xfrm>
              <a:off x="50600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8" name="직사각형 57"/>
            <p:cNvSpPr/>
            <p:nvPr/>
          </p:nvSpPr>
          <p:spPr>
            <a:xfrm>
              <a:off x="2699792" y="699542"/>
              <a:ext cx="3579128" cy="74640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5867" spc="-200" dirty="0" smtClean="0">
                  <a:solidFill>
                    <a:schemeClr val="bg1"/>
                  </a:solidFill>
                  <a:latin typeface="+mj-ea"/>
                  <a:ea typeface="+mj-ea"/>
                </a:rPr>
                <a:t>정</a:t>
              </a:r>
              <a:r>
                <a:rPr lang="ko-KR" altLang="en-US" sz="5867" spc="-200" dirty="0">
                  <a:solidFill>
                    <a:schemeClr val="bg1"/>
                  </a:solidFill>
                  <a:latin typeface="+mj-ea"/>
                  <a:ea typeface="+mj-ea"/>
                </a:rPr>
                <a:t>답</a:t>
              </a:r>
            </a:p>
          </p:txBody>
        </p:sp>
      </p:grpSp>
      <p:sp>
        <p:nvSpPr>
          <p:cNvPr id="59" name="직사각형 58"/>
          <p:cNvSpPr/>
          <p:nvPr/>
        </p:nvSpPr>
        <p:spPr>
          <a:xfrm>
            <a:off x="5258159" y="3459414"/>
            <a:ext cx="1666162" cy="553998"/>
          </a:xfrm>
          <a:prstGeom prst="rect">
            <a:avLst/>
          </a:prstGeom>
        </p:spPr>
        <p:txBody>
          <a:bodyPr wrap="none" anchor="ctr" anchorCtr="0">
            <a:spAutoFit/>
          </a:bodyPr>
          <a:lstStyle/>
          <a:p>
            <a:pPr lvl="0" algn="ctr">
              <a:defRPr/>
            </a:pPr>
            <a:r>
              <a:rPr lang="ko-KR" altLang="en-US" sz="3000" spc="-147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바탕"/>
                <a:ea typeface="바탕"/>
              </a:rPr>
              <a:t>④</a:t>
            </a:r>
            <a:r>
              <a:rPr lang="ko-KR" altLang="en-US" sz="3000" spc="-147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바탕"/>
                <a:ea typeface="바탕"/>
              </a:rPr>
              <a:t> </a:t>
            </a:r>
            <a:r>
              <a:rPr lang="ko-KR" altLang="en-US" sz="3000" spc="-147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책가</a:t>
            </a:r>
            <a:r>
              <a:rPr lang="ko-KR" altLang="en-US" sz="3000" spc="-147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방</a:t>
            </a:r>
          </a:p>
        </p:txBody>
      </p:sp>
    </p:spTree>
    <p:extLst>
      <p:ext uri="{BB962C8B-B14F-4D97-AF65-F5344CB8AC3E}">
        <p14:creationId xmlns:p14="http://schemas.microsoft.com/office/powerpoint/2010/main" val="7557547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10">
      <a:majorFont>
        <a:latin typeface="에스코어 드림 8 Heavy"/>
        <a:ea typeface="에스코어 드림 8 Heavy"/>
        <a:cs typeface=""/>
      </a:majorFont>
      <a:minorFont>
        <a:latin typeface="Noto Sans KR Medium"/>
        <a:ea typeface="Noto Sans KR Mediu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내용 4개">
  <a:themeElements>
    <a:clrScheme name="">
      <a:dk1>
        <a:srgbClr val="000000"/>
      </a:dk1>
      <a:lt1>
        <a:srgbClr val="FFFFFF"/>
      </a:lt1>
      <a:dk2>
        <a:srgbClr val="000000"/>
      </a:dk2>
      <a:lt2>
        <a:srgbClr val="E7E6E6"/>
      </a:lt2>
      <a:accent1>
        <a:srgbClr val="4472C4"/>
      </a:accent1>
      <a:accent2>
        <a:srgbClr val="ED7D31"/>
      </a:accent2>
      <a:accent3>
        <a:srgbClr val="FFFFFF"/>
      </a:accent3>
      <a:accent4>
        <a:srgbClr val="000000"/>
      </a:accent4>
      <a:accent5>
        <a:srgbClr val="B0BCDE"/>
      </a:accent5>
      <a:accent6>
        <a:srgbClr val="D7712B"/>
      </a:accent6>
      <a:hlink>
        <a:srgbClr val="0563C1"/>
      </a:hlink>
      <a:folHlink>
        <a:srgbClr val="954F72"/>
      </a:folHlink>
    </a:clrScheme>
    <a:fontScheme name="내용 4개">
      <a:majorFont>
        <a:latin typeface="Calibri"/>
        <a:ea typeface=""/>
        <a:cs typeface="Calibri"/>
      </a:majorFont>
      <a:minorFont>
        <a:latin typeface="Calibri"/>
        <a:ea typeface=""/>
        <a:cs typeface="Calibri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w="med" len="med"/>
          <a:tailEnd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1" hangingPunct="0">
          <a:lnSpc>
            <a:spcPct val="100000"/>
          </a:lnSpc>
          <a:spcBef>
            <a:spcPct val="30000"/>
          </a:spcBef>
          <a:spcAft>
            <a:spcPct val="0"/>
          </a:spcAft>
          <a:buClrTx/>
          <a:buFontTx/>
          <a:buNone/>
          <a:defRPr kumimoji="1" lang="ko-KR" altLang="en-US" sz="1200" b="0" i="0" u="none" strike="noStrike" cap="none" normalizeH="0" baseline="0" smtClean="0">
            <a:solidFill>
              <a:schemeClr val="tx1"/>
            </a:solidFill>
            <a:effectLst/>
            <a:latin typeface="Calibri"/>
            <a:cs typeface="Calibri"/>
          </a:defRPr>
        </a:defPPr>
      </a:lstStyle>
    </a:spDef>
    <a:lnDef>
      <a:spPr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w="med" len="med"/>
          <a:tailEnd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1" hangingPunct="0">
          <a:lnSpc>
            <a:spcPct val="100000"/>
          </a:lnSpc>
          <a:spcBef>
            <a:spcPct val="30000"/>
          </a:spcBef>
          <a:spcAft>
            <a:spcPct val="0"/>
          </a:spcAft>
          <a:buClrTx/>
          <a:buFontTx/>
          <a:buNone/>
          <a:defRPr kumimoji="1" lang="ko-KR" altLang="en-US" sz="1200" b="0" i="0" u="none" strike="noStrike" cap="none" normalizeH="0" baseline="0" smtClean="0">
            <a:solidFill>
              <a:schemeClr val="tx1"/>
            </a:solidFill>
            <a:effectLst/>
            <a:latin typeface="Calibri"/>
            <a:cs typeface="Calibri"/>
          </a:defRPr>
        </a:defPPr>
      </a:lstStyle>
    </a:lnDef>
    <a:txDef>
      <a:spPr/>
      <a:bodyPr/>
      <a:lstStyle/>
    </a:txDef>
  </a:objectDefaults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711</TotalTime>
  <Words>475</Words>
  <Application>Microsoft Office PowerPoint</Application>
  <PresentationFormat>사용자 지정</PresentationFormat>
  <Paragraphs>89</Paragraphs>
  <Slides>18</Slides>
  <Notes>5</Notes>
  <HiddenSlides>0</HiddenSlides>
  <MMClips>0</MMClips>
  <ScaleCrop>false</ScaleCrop>
  <HeadingPairs>
    <vt:vector size="4" baseType="variant">
      <vt:variant>
        <vt:lpstr>테마</vt:lpstr>
      </vt:variant>
      <vt:variant>
        <vt:i4>2</vt:i4>
      </vt:variant>
      <vt:variant>
        <vt:lpstr>슬라이드 제목</vt:lpstr>
      </vt:variant>
      <vt:variant>
        <vt:i4>18</vt:i4>
      </vt:variant>
    </vt:vector>
  </HeadingPairs>
  <TitlesOfParts>
    <vt:vector size="20" baseType="lpstr">
      <vt:lpstr>Office Theme</vt:lpstr>
      <vt:lpstr>내용 4개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활동 1. 우리 동네에서 ‘더하고 싶은 것과 빼고 싶은 것’</vt:lpstr>
      <vt:lpstr>활동 2. 공공미술 작가가 되어 작품 스케치하기</vt:lpstr>
      <vt:lpstr>활동 2. 공공미술 작가가 되어 작품 스케치하기</vt:lpstr>
      <vt:lpstr>평가. 공공미술 작품 스케치와 제작 의도 공유하기 </vt:lpstr>
      <vt:lpstr>다음 수업 안내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user</cp:lastModifiedBy>
  <cp:revision>108</cp:revision>
  <dcterms:created xsi:type="dcterms:W3CDTF">2026-07-09T22:35:37Z</dcterms:created>
  <dcterms:modified xsi:type="dcterms:W3CDTF">2026-10-18T12:57:43Z</dcterms:modified>
  <cp:version/>
</cp:coreProperties>
</file>