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21"/>
  </p:notesMasterIdLst>
  <p:sldIdLst>
    <p:sldId id="256" r:id="rId3"/>
    <p:sldId id="265" r:id="rId4"/>
    <p:sldId id="345" r:id="rId5"/>
    <p:sldId id="346" r:id="rId6"/>
    <p:sldId id="278" r:id="rId7"/>
    <p:sldId id="266" r:id="rId8"/>
    <p:sldId id="322" r:id="rId9"/>
    <p:sldId id="347" r:id="rId10"/>
    <p:sldId id="290" r:id="rId11"/>
    <p:sldId id="300" r:id="rId12"/>
    <p:sldId id="270" r:id="rId13"/>
    <p:sldId id="293" r:id="rId14"/>
    <p:sldId id="343" r:id="rId15"/>
    <p:sldId id="344" r:id="rId16"/>
    <p:sldId id="348" r:id="rId17"/>
    <p:sldId id="349" r:id="rId18"/>
    <p:sldId id="350" r:id="rId19"/>
    <p:sldId id="295" r:id="rId20"/>
  </p:sldIdLst>
  <p:sldSz cx="12192000" cy="6858000"/>
  <p:notesSz cx="6858000" cy="12192000"/>
  <p:embeddedFontLst>
    <p:embeddedFont>
      <p:font typeface="Noto Sans KR Black" panose="020B0200000000000000" pitchFamily="50" charset="-127"/>
      <p:bold r:id="rId22"/>
    </p:embeddedFont>
    <p:embeddedFont>
      <p:font typeface="Noto Sans KR Medium" panose="020B0200000000000000" pitchFamily="50" charset="-127"/>
      <p:regular r:id="rId23"/>
    </p:embeddedFont>
    <p:embeddedFont>
      <p:font typeface="나눔스퀘어 ExtraBold" panose="020B0600000101010101" pitchFamily="50" charset="-127"/>
      <p:bold r:id="rId24"/>
    </p:embeddedFont>
    <p:embeddedFont>
      <p:font typeface="땅스부대찌개 Bold" panose="02020603020101020101" pitchFamily="18" charset="-127"/>
      <p:bold r:id="rId25"/>
    </p:embeddedFont>
    <p:embeddedFont>
      <p:font typeface="에스코어 드림 8 Heavy" panose="020B0903030302020204" pitchFamily="34" charset="-127"/>
      <p:bold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더하기 빼기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0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 무엇을 더하고 빼면 좋을지 함께 생각해볼까요</a:t>
            </a:r>
            <a:r>
              <a:rPr lang="en-US" altLang="ko-KR" sz="20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18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>
                  <a:solidFill>
                    <a:schemeClr val="bg1"/>
                  </a:solidFill>
                  <a:latin typeface="+mj-ea"/>
                  <a:ea typeface="+mj-ea"/>
                </a:rPr>
                <a:t>작품 감상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34749" y="2956741"/>
            <a:ext cx="6322500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800" i="1" spc="-147" dirty="0" err="1">
                <a:solidFill>
                  <a:srgbClr val="FF0000">
                    <a:alpha val="99000"/>
                  </a:srgbClr>
                </a:solidFill>
                <a:latin typeface="+mn-ea"/>
              </a:rPr>
              <a:t>헬로</a:t>
            </a:r>
            <a:r>
              <a:rPr lang="en-US" altLang="ko-KR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안양 </a:t>
            </a:r>
            <a:r>
              <a:rPr lang="ko-KR" altLang="en-US" sz="2800" i="1" spc="-147" dirty="0" err="1">
                <a:solidFill>
                  <a:srgbClr val="FF0000">
                    <a:alpha val="99000"/>
                  </a:srgbClr>
                </a:solidFill>
                <a:latin typeface="+mn-ea"/>
              </a:rPr>
              <a:t>위드</a:t>
            </a:r>
            <a:r>
              <a:rPr lang="ko-KR" altLang="en-US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러브</a:t>
            </a:r>
            <a:r>
              <a:rPr lang="en-US" altLang="ko-KR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’ 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직접 찾아가 촬영한 영상을 함께 감상하면서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시작해보겠습니다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31955" y="2726241"/>
            <a:ext cx="8928085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잘 감상했나요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살고 있는 동네에는 어떤 예술 작품이 설치되어 있나요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기억나는 작품이 있다면 친구들 앞에서 발표해 봅시다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073014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243069" y="2131568"/>
            <a:ext cx="9705862" cy="224676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발표한 것처럼 큰 건물 앞이나 공원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광장 등 거리에서 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예술 작품을 볼 수 있기도 해요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marL="457200" indent="-457200" algn="ctr">
              <a:buAutoNum type="arabicParenBoth"/>
            </a:pPr>
            <a:r>
              <a:rPr lang="ko-KR" altLang="en-US" sz="2800" spc="-147" dirty="0">
                <a:solidFill>
                  <a:srgbClr val="FF0000"/>
                </a:solidFill>
                <a:latin typeface="+mn-ea"/>
              </a:rPr>
              <a:t>왜 예술 </a:t>
            </a:r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작품을 이런 공공장소에 설치할까요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(2) </a:t>
            </a:r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 작품은 우리에게 어떤 도움을 줄까요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(3) </a:t>
            </a:r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여러분이 예술가라면 우리 동네를 위해 어떤 작품을 만들고 싶나요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36370" b="34585"/>
          <a:stretch/>
        </p:blipFill>
        <p:spPr>
          <a:xfrm>
            <a:off x="7279933" y="4877699"/>
            <a:ext cx="1705448" cy="86368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" t="38057" r="73713" b="34986"/>
          <a:stretch/>
        </p:blipFill>
        <p:spPr>
          <a:xfrm>
            <a:off x="3853918" y="4881003"/>
            <a:ext cx="1690614" cy="78028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65882"/>
          <a:stretch/>
        </p:blipFill>
        <p:spPr>
          <a:xfrm>
            <a:off x="5683475" y="4800906"/>
            <a:ext cx="1580953" cy="94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446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702690"/>
            <a:ext cx="8794678" cy="17081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작가가 되어 우리 동네에 필요한 </a:t>
            </a:r>
            <a:r>
              <a:rPr lang="ko-KR" altLang="en-US" sz="35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작품을 스케치</a:t>
            </a:r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하고 </a:t>
            </a:r>
            <a:endParaRPr lang="en-US" altLang="ko-KR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5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 제목과 제작 의도를 설명</a:t>
            </a:r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할 수 있다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동네에서 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더하고 싶은 것과 빼고 싶은 것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탐색하기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97589" y="1758576"/>
            <a:ext cx="11328400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arenBoth"/>
            </a:pPr>
            <a:r>
              <a:rPr lang="ko-KR" altLang="en-US" sz="2800" spc="-147" dirty="0">
                <a:latin typeface="+mn-ea"/>
              </a:rPr>
              <a:t>빼기</a:t>
            </a:r>
            <a:r>
              <a:rPr lang="en-US" altLang="ko-KR" sz="2800" spc="-147" dirty="0">
                <a:latin typeface="+mn-ea"/>
              </a:rPr>
              <a:t>: </a:t>
            </a:r>
            <a:r>
              <a:rPr lang="ko-KR" altLang="en-US" sz="2800" spc="-147" dirty="0">
                <a:latin typeface="+mn-ea"/>
              </a:rPr>
              <a:t>우리 동네</a:t>
            </a:r>
            <a:r>
              <a:rPr lang="en-US" altLang="ko-KR" sz="2800" spc="-147" dirty="0">
                <a:latin typeface="+mn-ea"/>
              </a:rPr>
              <a:t>(</a:t>
            </a:r>
            <a:r>
              <a:rPr lang="ko-KR" altLang="en-US" sz="2800" spc="-147" dirty="0">
                <a:latin typeface="+mn-ea"/>
              </a:rPr>
              <a:t>지역</a:t>
            </a:r>
            <a:r>
              <a:rPr lang="en-US" altLang="ko-KR" sz="2800" spc="-147" dirty="0">
                <a:latin typeface="+mn-ea"/>
              </a:rPr>
              <a:t>)</a:t>
            </a:r>
            <a:r>
              <a:rPr lang="ko-KR" altLang="en-US" sz="2800" spc="-147" dirty="0">
                <a:latin typeface="+mn-ea"/>
              </a:rPr>
              <a:t>에서 </a:t>
            </a:r>
            <a:r>
              <a:rPr lang="ko-KR" altLang="en-US" sz="2800" u="sng" spc="-147" dirty="0">
                <a:latin typeface="+mn-ea"/>
              </a:rPr>
              <a:t>불편함을 끼치거나 불필요하다고 생각하는</a:t>
            </a:r>
            <a:r>
              <a:rPr lang="ko-KR" altLang="en-US" sz="2800" spc="-147" dirty="0">
                <a:latin typeface="+mn-ea"/>
              </a:rPr>
              <a:t> 예술작품 또는 공공 시설물</a:t>
            </a:r>
            <a:r>
              <a:rPr lang="en-US" altLang="ko-KR" sz="2800" spc="-147" dirty="0">
                <a:latin typeface="+mn-ea"/>
              </a:rPr>
              <a:t>(</a:t>
            </a:r>
            <a:r>
              <a:rPr lang="ko-KR" altLang="en-US" sz="2800" spc="-147" dirty="0">
                <a:latin typeface="+mn-ea"/>
              </a:rPr>
              <a:t>벤치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가로등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자전거 </a:t>
            </a:r>
            <a:r>
              <a:rPr lang="ko-KR" altLang="en-US" sz="2800" spc="-147" dirty="0" err="1">
                <a:latin typeface="+mn-ea"/>
              </a:rPr>
              <a:t>거치대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쓰레기통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안내판 등</a:t>
            </a:r>
            <a:r>
              <a:rPr lang="en-US" altLang="ko-KR" sz="2800" spc="-147" dirty="0">
                <a:latin typeface="+mn-ea"/>
              </a:rPr>
              <a:t>)</a:t>
            </a:r>
            <a:r>
              <a:rPr lang="ko-KR" altLang="en-US" sz="2800" spc="-147" dirty="0">
                <a:latin typeface="+mn-ea"/>
              </a:rPr>
              <a:t>이 있는지 탐색해 보세요</a:t>
            </a:r>
            <a:r>
              <a:rPr lang="en-US" altLang="ko-KR" sz="2800" spc="-147" dirty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>
                <a:latin typeface="+mn-ea"/>
              </a:rPr>
              <a:t>(2) </a:t>
            </a:r>
            <a:r>
              <a:rPr lang="ko-KR" altLang="en-US" sz="2800" spc="-147" dirty="0">
                <a:latin typeface="+mn-ea"/>
              </a:rPr>
              <a:t>더하기</a:t>
            </a:r>
            <a:r>
              <a:rPr lang="en-US" altLang="ko-KR" sz="2800" spc="-147" dirty="0">
                <a:latin typeface="+mn-ea"/>
              </a:rPr>
              <a:t>: </a:t>
            </a:r>
            <a:r>
              <a:rPr lang="ko-KR" altLang="en-US" sz="2800" spc="-147" dirty="0">
                <a:latin typeface="+mn-ea"/>
              </a:rPr>
              <a:t>우리 동네</a:t>
            </a:r>
            <a:r>
              <a:rPr lang="en-US" altLang="ko-KR" sz="2800" spc="-147" dirty="0">
                <a:latin typeface="+mn-ea"/>
              </a:rPr>
              <a:t>(</a:t>
            </a:r>
            <a:r>
              <a:rPr lang="ko-KR" altLang="en-US" sz="2800" spc="-147" dirty="0">
                <a:latin typeface="+mn-ea"/>
              </a:rPr>
              <a:t>지역</a:t>
            </a:r>
            <a:r>
              <a:rPr lang="en-US" altLang="ko-KR" sz="2800" spc="-147" dirty="0">
                <a:latin typeface="+mn-ea"/>
              </a:rPr>
              <a:t>)</a:t>
            </a:r>
            <a:r>
              <a:rPr lang="ko-KR" altLang="en-US" sz="2800" spc="-147" dirty="0">
                <a:latin typeface="+mn-ea"/>
              </a:rPr>
              <a:t>에 </a:t>
            </a:r>
            <a:r>
              <a:rPr lang="ko-KR" altLang="en-US" sz="2800" u="sng" spc="-147" dirty="0">
                <a:latin typeface="+mn-ea"/>
              </a:rPr>
              <a:t>유용한 공공 시설물이나 멋진 예술 작품</a:t>
            </a:r>
            <a:r>
              <a:rPr lang="ko-KR" altLang="en-US" sz="2800" spc="-147" dirty="0">
                <a:latin typeface="+mn-ea"/>
              </a:rPr>
              <a:t>이 설치되면 좋을 것 같은 장소를 탐색해 보세요</a:t>
            </a:r>
            <a:r>
              <a:rPr lang="en-US" altLang="ko-KR" sz="2800" spc="-147" dirty="0">
                <a:latin typeface="+mn-ea"/>
              </a:rPr>
              <a:t>.</a:t>
            </a:r>
          </a:p>
          <a:p>
            <a:pPr algn="just"/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[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활동 방법</a:t>
            </a:r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] 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머릿속으로 거리를 떠올려 보거나 지도에서 </a:t>
            </a:r>
            <a:r>
              <a:rPr lang="ko-KR" altLang="en-US" sz="2400" spc="-147" dirty="0" err="1">
                <a:solidFill>
                  <a:srgbClr val="0070C0"/>
                </a:solidFill>
                <a:latin typeface="+mn-ea"/>
              </a:rPr>
              <a:t>거리뷰를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 찾아본다</a:t>
            </a:r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. 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생각한 내용을 간단히 메모한다</a:t>
            </a:r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027"/>
          <a:stretch/>
        </p:blipFill>
        <p:spPr bwMode="auto">
          <a:xfrm>
            <a:off x="4042501" y="5102634"/>
            <a:ext cx="3838575" cy="12752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7" r="73422" b="63724"/>
          <a:stretch/>
        </p:blipFill>
        <p:spPr>
          <a:xfrm>
            <a:off x="7928557" y="4875142"/>
            <a:ext cx="2513104" cy="150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구상하기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61" y="1977713"/>
            <a:ext cx="10999139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지금부터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lt"/>
              </a:rPr>
              <a:t>여러분이 공공미술 작가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라고 상상해 보세요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내가 사는 동네에 필요한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lt"/>
              </a:rPr>
              <a:t>독창적이고 멋진 공공미술 작품을 떠올리고 스케치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그림 옆에 작품 제목을 적고 작품 제작 의도를 구체적으로 쓰세요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＊</a:t>
            </a:r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스케치에 자신이 없거나 어려움을 느낀다면</a:t>
            </a:r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글을 자세히 쓰면 됩니다</a:t>
            </a:r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45" y="4111354"/>
            <a:ext cx="7692780" cy="2108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35" t="2194" r="49337" b="63074"/>
          <a:stretch/>
        </p:blipFill>
        <p:spPr>
          <a:xfrm>
            <a:off x="8879614" y="3588939"/>
            <a:ext cx="2746375" cy="171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초안 만들기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2261" r="26317" b="64882"/>
          <a:stretch/>
        </p:blipFill>
        <p:spPr>
          <a:xfrm>
            <a:off x="9715714" y="3118782"/>
            <a:ext cx="2476286" cy="153162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0041"/>
            <a:ext cx="8391525" cy="4720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603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평가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 스케치와 제작 의도 공유하기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공유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61" y="1927009"/>
            <a:ext cx="9867336" cy="181588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514350" indent="-514350" algn="just">
              <a:buAutoNum type="arabicParenBoth"/>
            </a:pPr>
            <a:r>
              <a:rPr lang="ko-KR" altLang="en-US" sz="2800" spc="-147" dirty="0">
                <a:latin typeface="+mn-ea"/>
              </a:rPr>
              <a:t>공공미술 작품의 스케치와 작품 제목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제작 의도를 친구들 앞에서 발표해 보세요</a:t>
            </a:r>
            <a:r>
              <a:rPr lang="en-US" altLang="ko-KR" sz="2800" spc="-147" dirty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>
                <a:latin typeface="+mn-ea"/>
              </a:rPr>
              <a:t>(2) </a:t>
            </a:r>
            <a:r>
              <a:rPr lang="ko-KR" altLang="en-US" sz="2800" spc="-147" dirty="0">
                <a:latin typeface="+mn-ea"/>
              </a:rPr>
              <a:t>수업 게시판에 업로드 해서 서로의 작품을 살펴보세요</a:t>
            </a:r>
            <a:r>
              <a:rPr lang="en-US" altLang="ko-KR" sz="2800" spc="-147" dirty="0">
                <a:latin typeface="+mn-ea"/>
              </a:rPr>
              <a:t>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6175" y="4042370"/>
            <a:ext cx="4267200" cy="245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6" t="50000" r="65079" b="28069"/>
          <a:stretch/>
        </p:blipFill>
        <p:spPr>
          <a:xfrm>
            <a:off x="8534400" y="4430407"/>
            <a:ext cx="2559560" cy="186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여섯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공공미술과 만나요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동네에서 공공미술 작품을 찾아볼까요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5337" y="2838450"/>
            <a:ext cx="3380975" cy="25146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51" b="27778"/>
          <a:stretch/>
        </p:blipFill>
        <p:spPr>
          <a:xfrm>
            <a:off x="6035366" y="3916412"/>
            <a:ext cx="3603933" cy="244099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7075" y="5136911"/>
            <a:ext cx="1304925" cy="1304925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6323093" y="6176656"/>
            <a:ext cx="9348143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이미지 출처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/>
              <a:t>쿠사마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야요이</a:t>
            </a:r>
            <a:r>
              <a:rPr lang="ko-KR" altLang="en-US" sz="2400" dirty="0"/>
              <a:t> 작가는 어느 나라 사람인가요</a:t>
            </a:r>
            <a:r>
              <a:rPr lang="en-US" altLang="ko-KR" sz="2400" dirty="0"/>
              <a:t>?</a:t>
            </a:r>
          </a:p>
          <a:p>
            <a:pPr algn="ctr"/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한국 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독일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일본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태국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25865" y="3459414"/>
            <a:ext cx="133074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③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일본</a:t>
            </a: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/>
              <a:t>쿠사마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야요이</a:t>
            </a:r>
            <a:r>
              <a:rPr lang="ko-KR" altLang="en-US" sz="2400" dirty="0"/>
              <a:t> 작가의 작품에서 많이 보이는 무늬는 무엇인가요</a:t>
            </a:r>
            <a:r>
              <a:rPr lang="en-US" altLang="ko-KR" sz="2400" dirty="0"/>
              <a:t>?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별 ★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동그라미 ●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세모 ▲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다이아몬드 ♦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59052"/>
            <a:ext cx="5619750" cy="58477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②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동그라미 </a:t>
            </a:r>
            <a:r>
              <a:rPr lang="ko-KR" altLang="en-US" sz="3200" dirty="0"/>
              <a:t>●</a:t>
            </a:r>
            <a:r>
              <a:rPr lang="en-US" altLang="ko-KR" sz="3200" dirty="0"/>
              <a:t>(</a:t>
            </a:r>
            <a:r>
              <a:rPr lang="ko-KR" altLang="en-US" sz="3200" dirty="0"/>
              <a:t>물방울 무늬</a:t>
            </a:r>
            <a:r>
              <a:rPr lang="en-US" altLang="ko-KR" sz="3200" dirty="0"/>
              <a:t>)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857375" y="2419350"/>
            <a:ext cx="849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/>
              <a:t>다음 중 공공 시설물이 아닌 것은 무엇인가요</a:t>
            </a:r>
            <a:r>
              <a:rPr lang="en-US" altLang="ko-KR" sz="2400" dirty="0"/>
              <a:t>?</a:t>
            </a:r>
          </a:p>
          <a:p>
            <a:pPr algn="ctr"/>
            <a:endParaRPr lang="en-US" altLang="ko-KR" sz="2400" dirty="0"/>
          </a:p>
          <a:p>
            <a:pPr algn="ctr"/>
            <a:r>
              <a:rPr lang="ko-KR" altLang="en-US" sz="2400" dirty="0">
                <a:latin typeface="바탕"/>
                <a:ea typeface="바탕"/>
              </a:rPr>
              <a:t>① </a:t>
            </a:r>
            <a:r>
              <a:rPr lang="ko-KR" altLang="en-US" sz="2400" dirty="0"/>
              <a:t>자전거 </a:t>
            </a:r>
            <a:r>
              <a:rPr lang="ko-KR" altLang="en-US" sz="2400" dirty="0" err="1"/>
              <a:t>거치대</a:t>
            </a:r>
            <a:r>
              <a:rPr lang="ko-KR" altLang="en-US" sz="2400" dirty="0"/>
              <a:t>       </a:t>
            </a:r>
            <a:r>
              <a:rPr lang="ko-KR" altLang="en-US" sz="2400" dirty="0">
                <a:latin typeface="바탕"/>
                <a:ea typeface="바탕"/>
              </a:rPr>
              <a:t>② </a:t>
            </a:r>
            <a:r>
              <a:rPr lang="ko-KR" altLang="en-US" sz="2400" dirty="0"/>
              <a:t>가로등       </a:t>
            </a:r>
            <a:r>
              <a:rPr lang="ko-KR" altLang="en-US" sz="2400" dirty="0">
                <a:latin typeface="바탕"/>
                <a:ea typeface="바탕"/>
              </a:rPr>
              <a:t>③ </a:t>
            </a:r>
            <a:r>
              <a:rPr lang="ko-KR" altLang="en-US" sz="2400" dirty="0"/>
              <a:t>벤치       </a:t>
            </a:r>
            <a:r>
              <a:rPr lang="ko-KR" altLang="en-US" sz="2400" dirty="0">
                <a:latin typeface="바탕"/>
                <a:ea typeface="바탕"/>
              </a:rPr>
              <a:t>④ </a:t>
            </a:r>
            <a:r>
              <a:rPr lang="ko-KR" altLang="en-US" sz="2400" dirty="0"/>
              <a:t>책가방</a:t>
            </a:r>
            <a:endParaRPr lang="en-US" altLang="ko-KR" sz="24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64"/>
          <a:stretch/>
        </p:blipFill>
        <p:spPr bwMode="auto">
          <a:xfrm>
            <a:off x="3276824" y="3553004"/>
            <a:ext cx="6591300" cy="152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책가방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475</Words>
  <Application>Microsoft Office PowerPoint</Application>
  <PresentationFormat>와이드스크린</PresentationFormat>
  <Paragraphs>88</Paragraphs>
  <Slides>18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9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바탕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우리 동네에서 ‘더하고 싶은 것과 빼고 싶은 것’</vt:lpstr>
      <vt:lpstr>활동 2. 공공미술 작가가 되어 작품 스케치하기</vt:lpstr>
      <vt:lpstr>활동 2. 공공미술 작가가 되어 작품 스케치하기</vt:lpstr>
      <vt:lpstr>평가. 공공미술 작품 스케치와 제작 의도 공유하기 </vt:lpstr>
      <vt:lpstr>다음 수업 안내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110</cp:revision>
  <dcterms:created xsi:type="dcterms:W3CDTF">2026-07-09T22:35:37Z</dcterms:created>
  <dcterms:modified xsi:type="dcterms:W3CDTF">2026-10-27T16:03:21Z</dcterms:modified>
  <cp:version/>
</cp:coreProperties>
</file>