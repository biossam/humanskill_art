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2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</p:sldIdLst>
  <p:sldSz cx="12192000" cy="6858000"/>
  <p:notesSz cx="6858000" cy="12192000"/>
  <p:embeddedFontLst>
    <p:embeddedFont>
      <p:font typeface="Noto Sans KR Black" panose="020B0200000000000000" pitchFamily="50" charset="-127"/>
      <p:bold r:id="rId33"/>
    </p:embeddedFont>
    <p:embeddedFont>
      <p:font typeface="Noto Sans KR Medium" panose="020B0200000000000000" pitchFamily="50" charset="-127"/>
      <p:regular r:id="rId34"/>
    </p:embeddedFont>
    <p:embeddedFont>
      <p:font typeface="나눔스퀘어 ExtraBold" panose="020B0600000101010101" pitchFamily="50" charset="-127"/>
      <p:bold r:id="rId35"/>
    </p:embeddedFont>
    <p:embeddedFont>
      <p:font typeface="땅스부대찌개 Bold" panose="02020603020101020101" pitchFamily="18" charset="-127"/>
      <p:bold r:id="rId36"/>
    </p:embeddedFont>
    <p:embeddedFont>
      <p:font typeface="에스코어 드림 8 Heavy" panose="020B0903030302020204" pitchFamily="34" charset="-127"/>
      <p:bold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우리 반 렌즈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미술관 개관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단원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: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세상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,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다른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일곱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번의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시간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동안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배운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조형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빙고를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해요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빙고판에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아홉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개를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마음대로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채우고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사진에서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보이는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나오면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지워요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한 줄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빙고가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나오면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단어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세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개로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설명해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조형놀이. 조형 단어 빙고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2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활동지의 빙고판에 단어 창고의 아홉 단어를 마음대로 채워요.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" y="20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50000" y="20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00000" y="20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0000" y="330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50000" y="330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00000" y="330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0000" y="45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150000" y="45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400000" y="4550000"/>
            <a:ext cx="1250000" cy="12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00000" y="2050000"/>
            <a:ext cx="62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단어 창고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00000" y="260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질감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50000" y="260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대비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00000" y="260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프레임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00000" y="337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앵글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0000" y="337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구도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00000" y="337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강조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00000" y="414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관점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50000" y="414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의도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00000" y="4140000"/>
            <a:ext cx="1900000" cy="6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초점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000" y="5950000"/>
            <a:ext cx="10400000" cy="48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한 사진에서 여러 단어가 나와도 모두 정답이에요!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이 사진에서 보이는 조형 단어는?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1789832-B5CF-AF13-56DA-DB806ACAE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78" y="2193918"/>
            <a:ext cx="4024385" cy="30182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이 사진에서 보이는 조형 단어는?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CA8B8-FAA1-BE5B-1FE9-D493596B9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300" y="2141737"/>
            <a:ext cx="4089400" cy="3067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이 사진에서 보이는 조형 단어는?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83C9BE-7BDF-5BA6-4920-8F6AC9AC6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68" y="2305535"/>
            <a:ext cx="3902832" cy="2927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매일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보던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우리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학교를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일곱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번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다르게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보는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사진가가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되어</a:t>
            </a:r>
            <a:r>
              <a:rPr sz="1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endParaRPr sz="18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7차시 (오늘)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번의 눈이 모두 켜졌어요. 오늘은 우리 반 렌즈 미술관이 문을 열어요.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친구의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보고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조형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단어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느낌과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생각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나눠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우리 반 사진들을 한눈에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996000" y="2000000"/>
            <a:ext cx="42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400" b="1" u="none">
                <a:solidFill>
                  <a:srgbClr val="FFFFFF"/>
                </a:solidFill>
                <a:latin typeface="+mj-ea"/>
                <a:ea typeface="+mj-ea"/>
              </a:rPr>
              <a:t>통일과 변화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모두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우리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학교를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찍었다는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점은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같고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(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통일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),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사진가마다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보는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눈은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달라요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(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변화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). </a:t>
            </a:r>
            <a:endParaRPr lang="en-US" sz="2000" b="1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이것이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바로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404040"/>
                </a:solidFill>
                <a:latin typeface="+mn-ea"/>
                <a:ea typeface="+mn-ea"/>
              </a:rPr>
              <a:t>눈'이에요</a:t>
            </a:r>
            <a:r>
              <a:rPr sz="2000" b="1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671000" y="3950000"/>
            <a:ext cx="43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통일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같은 세상 · 모두 우리 학교를 찍었어요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21000" y="3950000"/>
            <a:ext cx="43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변화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다른 눈 · 사진가마다 보는 눈이 달라요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'같은 세상, 다른 눈'을 가장 잘 보여 주는 두 작품은?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작품에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담긴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느낌과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생각을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나누며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할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시선의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높이와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거리를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바꾸어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대상을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5차시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구도를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골라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화면을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짜임새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만들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6차시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의도를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담아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완성할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작품에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담긴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느낌과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생각을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나누며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sng" dirty="0" err="1">
                <a:solidFill>
                  <a:srgbClr val="D9534A"/>
                </a:solidFill>
                <a:latin typeface="+mj-ea"/>
                <a:ea typeface="+mj-ea"/>
              </a:rPr>
              <a:t>소통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할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문장 함께 읽기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일곱 차시 동안 모은 핵심 문장을 함께 소리 내어 읽어요.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1950000"/>
            <a:ext cx="10400000" cy="335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1차시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온몸의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감각으로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세상을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관찰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세상을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관점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으로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볼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도구를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바르게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다루어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표현을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준비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시선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높이와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거리를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바꾸어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대상을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다르게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표현할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5차시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구도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골라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화면을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짜임새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있게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만들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6차시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</a:t>
            </a:r>
            <a:r>
              <a:rPr lang="ko-KR" altLang="en-US" sz="2100" b="0" u="none" dirty="0">
                <a:solidFill>
                  <a:srgbClr val="404040"/>
                </a:solidFill>
                <a:latin typeface="+mn-ea"/>
                <a:ea typeface="+mn-ea"/>
              </a:rPr>
              <a:t>가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는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의도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담아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완성할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500" b="0" u="none" dirty="0">
                <a:solidFill>
                  <a:srgbClr val="808080"/>
                </a:solidFill>
                <a:latin typeface="+mn-ea"/>
                <a:ea typeface="+mn-ea"/>
              </a:rPr>
              <a:t>7차시 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작품에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담긴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느낌과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생각을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나누며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100" b="1" u="none" dirty="0" err="1">
                <a:solidFill>
                  <a:srgbClr val="D9534A"/>
                </a:solidFill>
                <a:latin typeface="+mn-ea"/>
                <a:ea typeface="+mn-ea"/>
              </a:rPr>
              <a:t>소통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할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 수 </a:t>
            </a:r>
            <a:r>
              <a:rPr sz="2100" b="0" u="none" dirty="0" err="1">
                <a:solidFill>
                  <a:srgbClr val="404040"/>
                </a:solidFill>
                <a:latin typeface="+mn-ea"/>
                <a:ea typeface="+mn-ea"/>
              </a:rPr>
              <a:t>있다</a:t>
            </a:r>
            <a:r>
              <a:rPr sz="21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550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우리는 이제 관찰하고, 관점을 갖고, 준비하고, 시선을 바꾸고, 구도를 짜고, 의도를 담아, 소통하는 사진가입니다.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사진에 '좋아요'가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몇 개 달릴지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예측해요.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친구의 사진 앞에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멈춰 서서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 친구의 마음을 읽어요.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감상은 숫자보다 친구의 마음을 읽는 거예요.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선생님이 도슨트(작품을 소개해 주는 사람)가 되어 볼게요.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「도슨트가 되어 볼까요」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7차시_영상">
            <a:hlinkClick r:id="" action="ppaction://media"/>
            <a:extLst>
              <a:ext uri="{FF2B5EF4-FFF2-40B4-BE49-F238E27FC236}">
                <a16:creationId xmlns:a16="http://schemas.microsoft.com/office/drawing/2014/main" id="{05BEA2DF-A55F-DB72-0DED-A60CAFCE73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16459" y="1878227"/>
            <a:ext cx="7893541" cy="44401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81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관람 예절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도슨트 소개 세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제목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보여 주고 싶었던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사용한 도구(앵글·거리·구도)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관람 예절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작품 앞에서는 천천히, 조용히 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다르게 찍은 사진을 흉보지 않아요.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'좋아요'만 누르지 말고 말로 나눠요.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클래스보드의 '나의 호기심 사진첩'이 오늘부터 '우리 반 렌즈 미술관'이 돼요.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자유롭게 관람해요.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 안에서 도슨트(작품을 소개해 주는 사람)처럼 내 작품을 30초 동안 소개해요.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예) 제 작품 「복도에 내린 햇살」을 소개합니다. 매일 지나치던 복도의 햇빛을 보여 주고 싶었어요. 그래서 개미의 눈과 대각선 구도로 찍었어요.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도슨트 소개는 6차시에 쓴 작가의 말을 그대로 써도 돼요.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개관식_활동지, 활동 예시</a:t>
            </a:r>
          </a:p>
        </p:txBody>
      </p:sp>
      <p:pic>
        <p:nvPicPr>
          <p:cNvPr id="13" name="Picture 12" descr="7차시 활동지: 우리 반 렌즈 미술관 개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렌즈 미술관 개관식_활동지, 활동 예시</a:t>
            </a:r>
          </a:p>
        </p:txBody>
      </p:sp>
      <p:pic>
        <p:nvPicPr>
          <p:cNvPr id="13" name="Picture 12" descr="7차시 활동 예시 작품: 우리 반 렌즈 미술관 개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감상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친구 작품 2점을 골라요. 댓글이 없는 작품부터 먼저.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감상 문장틀로 댓글을 써요.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작품에 달린 댓글 하나에 답글을 달아요.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이 작품은 (조형 단어)이/가 돋보이고, 나는 (느낌)이 들었다. 왜냐하면 ~.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'잘 찍었다', '예쁘다'로 끝내지 않아요. 무엇이 왜 좋은지까지 써요.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미술관 마무리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 선호도 조사로 '다시 보고 싶은 작품'에 투표해요.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나는 나만의 눈으로 세상을 담는 사진가가 되었나요?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1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8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2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26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3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62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  <a:p>
            <a:pPr algn="ctr"/>
            <a:endParaRPr sz="2000" b="1" u="none">
              <a:solidFill>
                <a:srgbClr val="D9534A"/>
              </a:solidFill>
              <a:latin typeface="+mn-ea"/>
              <a:ea typeface="+mn-ea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300000" y="2820000"/>
            <a:ext cx="15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그렇다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그렇게 답한 까닭을 한 줄 써요.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투표는 순위가 아니라 다시 보고 싶은 작품을 고르는 애정 투표예요.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통일과 변화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하나로 어울리면서도 서로 다른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우리 반 렌즈 미술관을 열고, 조형 단어로 친구 작품과 이야기를 나눴어요.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작품에 담긴 느낌과 생각을 나누며 소통할 수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친구 작품을 감상하는 말로 가장 알맞은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개미의 눈으로 찍어서 신발이 거인처럼 보여 재미있어.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잘 찍었어.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나라면 다르게 찍었을 거야.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친구 작품을 감상하는 말로 가장 알맞은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① 개미의 눈으로 찍어서 신발이 거인처럼 보여 재미있어.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친구 작품을 감상하는 바른 태도는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내 것과 다르면 틀렸다고 한다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댓글이 많은 작품에만 댓글을 단다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내 관점과 달라도 존중한다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친구 작품을 감상하는 바른 태도는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③ 내 관점과 달라도 존중한다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모두 우리 학교를 찍었지만 사진가마다 다르게 보이는 것처럼, 하나로 어울리면서도 서로 다른 것을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강조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통일과 변화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대비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모두 우리 학교를 찍었지만 사진가마다 다르게 보이는 것처럼, 하나로 어울리면서도 서로 다른 것을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② 통일과 변화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같은 세상(통일), 다른 눈(변화).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 마무리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마무리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>
                <a:solidFill>
                  <a:srgbClr val="404040"/>
                </a:solidFill>
                <a:latin typeface="+mn-ea"/>
                <a:ea typeface="+mn-ea"/>
              </a:rPr>
              <a:t>일곱 번의 시간을 모두 마쳤어요. 우리 반 렌즈 미술관은 계속 열려 있어요.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일곱 번의 시간을 함께한 사진가 여러분, 고맙습니다.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눈으로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계속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찍어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볼까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1110</Words>
  <Application>Microsoft Office PowerPoint</Application>
  <PresentationFormat>와이드스크린</PresentationFormat>
  <Paragraphs>227</Paragraphs>
  <Slides>30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조형놀이. 조형 단어 빙고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일곱 문장 함께 읽기</vt:lpstr>
      <vt:lpstr>AI는? 나는?</vt:lpstr>
      <vt:lpstr>활동 1. 렌즈 미술관 개관식</vt:lpstr>
      <vt:lpstr>활동 1. 렌즈 미술관 개관식</vt:lpstr>
      <vt:lpstr>활동 1. 렌즈 미술관 개관식</vt:lpstr>
      <vt:lpstr>활동 1. 렌즈 미술관 개관식_활동지, 활동 예시</vt:lpstr>
      <vt:lpstr>활동 1. 렌즈 미술관 개관식_활동지, 활동 예시</vt:lpstr>
      <vt:lpstr>활동 2. 감상 대화</vt:lpstr>
      <vt:lpstr>활동 3. 미술관 마무리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단원 마무리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2026-10-27T16:07:35Z</dcterms:modified>
</cp:coreProperties>
</file>