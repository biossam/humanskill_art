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7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의도를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담은 한 장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b="1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>
                <a:solidFill>
                  <a:srgbClr val="4472C4"/>
                </a:solidFill>
                <a:latin typeface="+mj-ea"/>
                <a:ea typeface="+mj-ea"/>
              </a:rPr>
              <a:t>단원: 같은 세상, 다른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2차시에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화단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사진으로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사진가의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마음을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읽었지요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?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오늘은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뒤뜰을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찍은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두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장이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나옵니다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어떤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마음이었을지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화이트보드에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적고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,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사진가의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말을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들어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봐요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사진가의 마음은? 화이트보드에 적어요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EBF427-F3DB-14B7-4475-EC4D7A01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960" y="2141737"/>
            <a:ext cx="3954080" cy="2965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사진가의 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“작지만 힘센 새싹을 보여 주고 싶었어요. 그래서 아래에서 가까이 찍었어요.”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8FE185-6A48-B5AF-1F91-2AE8999C0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060" y="2141737"/>
            <a:ext cx="3954080" cy="2965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사진가의 마음은? 화이트보드에 적어요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2B2BA1-B67B-6DB5-C249-5FDE79D39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158" y="2141737"/>
            <a:ext cx="3885684" cy="2914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사진가의 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“쉬는 시간이 끝나고 조용해진 뒤뜰을 담고 싶었어요. 그래서 위에서 멀리 찍었어요.”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1A8770-36CB-F334-131A-AEE95B18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981" y="2281437"/>
            <a:ext cx="3885684" cy="29142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6차시 (오늘)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지난 시간에는 화면을 짜는 '구도'를 배웠어요. 오늘은 '의도'를 담아 진짜 촬영을 떠나요.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보여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주고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싶은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것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정해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계획을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세우고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나만의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사진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찍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어 봅시다</a:t>
            </a:r>
            <a:r>
              <a:rPr lang="en-US" altLang="ko-KR"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두 사진에서 사진가가 가장 보여 주고 싶었던 것을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강조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404040"/>
                </a:solidFill>
                <a:latin typeface="+mn-ea"/>
                <a:ea typeface="+mn-ea"/>
              </a:rPr>
              <a:t>보여 주고 싶은 것을 더 눈에 띄게 만드는 것을 강조라고 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앵글로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개미의 눈·새의 눈 · 주인공을 크게, 작게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4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거리로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다가가기·물러나기 · 주인공만, 주변까지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구도로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가운데·삼분할·대각선 · 주인공의 자리 정하기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보여 주고 싶은 마음, 곧 의도가 정해지면 앵글·거리·구도가 저절로 정해져요.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를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담아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나만의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완성할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3차시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도구를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다루어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준비할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4차시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시선의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높이와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거리를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바꾸어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대상을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5차시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구도를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골라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화면을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짜임새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만들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9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31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sng" dirty="0" err="1">
                <a:solidFill>
                  <a:srgbClr val="D9534A"/>
                </a:solidFill>
                <a:latin typeface="+mj-ea"/>
                <a:ea typeface="+mj-ea"/>
              </a:rPr>
              <a:t>의도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담아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나만의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완성할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8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'멋진 사진'을 만들어 달라고 하면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그럴듯한 사진을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끝없이 만들어 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오늘, 이곳에서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 마음이 움직인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진짜 한 장을 찍어요.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오늘 여기서 내가 찍은 사진은 세상에 한 장뿐이에요.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촬영 계획서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선생님은 어떻게 촬영 계획을 세웠을까요?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「선생님의 촬영 계획」 (1분 10초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6차시_영상">
            <a:hlinkClick r:id="" action="ppaction://media"/>
            <a:extLst>
              <a:ext uri="{FF2B5EF4-FFF2-40B4-BE49-F238E27FC236}">
                <a16:creationId xmlns:a16="http://schemas.microsoft.com/office/drawing/2014/main" id="{0E8D443E-73EF-88B1-6624-356CC0ACCB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6725" y="1807863"/>
            <a:ext cx="8173275" cy="4597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4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촬영 계획서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클래스보드에서 2차시 '나의 한 장면'과 5차시 '관점 상자'를 다시 봐요.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활동지의 의도문을 완성해요.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305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나는 (대상)을 (느낌)하게 보여 주고 싶어서, (앵글)과 (구도)로 찍겠다.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의도문을 먼저 쓰고, 그다음에 촬영해요.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촬영 계획서_활동지, 활동 예시</a:t>
            </a:r>
          </a:p>
        </p:txBody>
      </p:sp>
      <p:pic>
        <p:nvPicPr>
          <p:cNvPr id="13" name="Picture 12" descr="6차시 활동지: 의도를 담은 한 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촬영 계획서_활동지, 활동 예시</a:t>
            </a:r>
          </a:p>
        </p:txBody>
      </p:sp>
      <p:pic>
        <p:nvPicPr>
          <p:cNvPr id="13" name="Picture 12" descr="6차시 활동 예시 작품: 의도를 담은 한 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촬영 약속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촬영 산책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촬영 구역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교실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복도(선생님이 정한 곳까지)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선생님이 보이는 곳에서만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넓어진 촬영 약속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선생님이 정한 구역(교실·복도)에서만 찍어요.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사물과 공간만 찍고, 친구 얼굴이나 이름이 찍히면 바로 지워요.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걸어가면서 찍지 않고, 태블릿은 두 손으로 들어요.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0" y="506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u="none">
                <a:solidFill>
                  <a:srgbClr val="D9534A"/>
                </a:solidFill>
                <a:latin typeface="+mn-ea"/>
                <a:ea typeface="+mn-ea"/>
              </a:rPr>
              <a:t>4  </a:t>
            </a:r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다른 반 수업에 방해되지 않게 조용히 움직여요.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촬영 산책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계획서대로 3장을 찍어요.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자리로 돌아와 의도에 가장 맞는 베스트 1장을 골라요.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베스트를 고른 까닭을 활동지에 적어요.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복도에 사람이 지나가면? 지나간 뒤에 찍어요.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촬영 타이머 10분. 걸어가면서 찍지 않아요.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호기심 사진첩에 올리기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베스트 사진에 제목을 붙여요.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작가의 말을 한 줄 써요: “나는 ~을 보여 주고 싶었다.”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 '나의 호기심 사진첩'에 올려요.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예) 「작은 거인」: 나는 작지만 힘센 새싹을 보여 주고 싶었다. 그래서 개미의 눈으로 가까이 찍었다.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이 사진은 7차시 「우리 반 렌즈 미술관」의 전시 작품이에요.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강조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보여 주고 싶은 것을 더 눈에 띄게 만드는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촬영 계획을 세워 찍은 사진 중 한 장을 골라 제목과 작가의 말을 붙였어요.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의도를 담아 나만의 사진을 완성할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촬영 계획을 세울 때 가장 먼저 정해야 하는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① 어떤 앵글로 찍을지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② 보여 주고 싶은 것(의도)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③ 어떤 구도로 찍을지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촬영 계획을 세울 때 가장 먼저 정해야 하는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② 보여 주고 싶은 것(의도)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작은 새싹이 힘세 보이도록 찍고 싶어요. 가장 알맞은 방법은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새의 눈으로 멀리서 찍는다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② 가운데 구도로 멀리서 찍는다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③ 개미의 눈으로 가까이 찍는다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작은 새싹이 힘세 보이도록 찍고 싶어요. 가장 알맞은 방법은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③ 개미의 눈으로 가까이 찍는다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보여 주고 싶은 것을 더 눈에 띄게 만드는 것을 무엇이라고 하나요?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질감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프레임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강조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보여 주고 싶은 것을 더 눈에 띄게 만드는 것을 무엇이라고 하나요?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강조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의도가 정해지면 무엇을 강조할지도 정해져요.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&lt;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눈&gt;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단원의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마지막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시간으로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'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우리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반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렌즈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미술관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개관'을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주제로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수업을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진행합니다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편안한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마음으로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열린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자세로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수업에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참여해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주세요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lang="en-US" sz="22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만나요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</p:txBody>
      </p:sp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우리 반 미술관이 문을 열어요.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2D62768-B352-4F14-2E98-1CF531EFA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650" y="2006270"/>
            <a:ext cx="3324973" cy="24937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973</Words>
  <Application>Microsoft Office PowerPoint</Application>
  <PresentationFormat>와이드스크린</PresentationFormat>
  <Paragraphs>197</Paragraphs>
  <Slides>29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Noto Sans KR Black</vt:lpstr>
      <vt:lpstr>Noto Sans KR Medium</vt:lpstr>
      <vt:lpstr>나눔스퀘어 ExtraBold</vt:lpstr>
      <vt:lpstr>땅스부대찌개 Bold</vt:lpstr>
      <vt:lpstr>에스코어 드림 8 Heavy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촬영 계획서</vt:lpstr>
      <vt:lpstr>활동 1. 촬영 계획서</vt:lpstr>
      <vt:lpstr>활동 1. 촬영 계획서_활동지, 활동 예시</vt:lpstr>
      <vt:lpstr>활동 1. 촬영 계획서_활동지, 활동 예시</vt:lpstr>
      <vt:lpstr>활동 2. 촬영 산책</vt:lpstr>
      <vt:lpstr>활동 2. 촬영 산책</vt:lpstr>
      <vt:lpstr>활동 3. 호기심 사진첩에 올리기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기현 노</cp:lastModifiedBy>
  <cp:revision>14</cp:revision>
  <dcterms:created xsi:type="dcterms:W3CDTF">2026-07-09T22:35:37Z</dcterms:created>
  <dcterms:modified xsi:type="dcterms:W3CDTF">2026-09-28T02:52:29Z</dcterms:modified>
</cp:coreProperties>
</file>