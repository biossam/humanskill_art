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56" r:id="rId2"/>
  </p:sldMasterIdLst>
  <p:notesMasterIdLst>
    <p:notesMasterId r:id="rId11"/>
  </p:notesMasterIdLst>
  <p:sldIdLst>
    <p:sldId id="256" r:id="rId3"/>
    <p:sldId id="265" r:id="rId4"/>
    <p:sldId id="277" r:id="rId5"/>
    <p:sldId id="266" r:id="rId6"/>
    <p:sldId id="268" r:id="rId7"/>
    <p:sldId id="273" r:id="rId8"/>
    <p:sldId id="269" r:id="rId9"/>
    <p:sldId id="270" r:id="rId10"/>
  </p:sldIdLst>
  <p:sldSz cx="12192000" cy="6858000"/>
  <p:notesSz cx="6858000" cy="12192000"/>
  <p:embeddedFontLst>
    <p:embeddedFont>
      <p:font typeface="Noto Sans KR Black" panose="020B0200000000000000" pitchFamily="50" charset="-127"/>
      <p:bold r:id="rId12"/>
    </p:embeddedFont>
    <p:embeddedFont>
      <p:font typeface="Noto Sans KR Medium" panose="020B0200000000000000" pitchFamily="50" charset="-127"/>
      <p:regular r:id="rId13"/>
    </p:embeddedFont>
    <p:embeddedFont>
      <p:font typeface="나눔스퀘어 ExtraBold" panose="020B0600000101010101" pitchFamily="50" charset="-127"/>
      <p:bold r:id="rId14"/>
    </p:embeddedFont>
    <p:embeddedFont>
      <p:font typeface="땅스부대찌개 Bold" panose="02020603020101020101" pitchFamily="18" charset="-127"/>
      <p:bold r:id="rId15"/>
    </p:embeddedFont>
    <p:embeddedFont>
      <p:font typeface="에스코어 드림 8 Heavy" panose="020B0903030302020204" pitchFamily="34" charset="-127"/>
      <p:bold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99"/>
    <a:srgbClr val="ED7D31"/>
    <a:srgbClr val="FEFEFE"/>
    <a:srgbClr val="FFD966"/>
    <a:srgbClr val="F6877E"/>
    <a:srgbClr val="0732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2.fntdata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microsoft.com/office/2016/11/relationships/changesInfo" Target="changesInfos/changesInfo1.xml"/><Relationship Id="rId7" Type="http://schemas.openxmlformats.org/officeDocument/2006/relationships/slide" Target="slides/slide5.xml"/><Relationship Id="rId12" Type="http://schemas.openxmlformats.org/officeDocument/2006/relationships/font" Target="fonts/font1.fntdata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5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font" Target="fonts/font4.fntdata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3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예나 김" userId="0433a4f5f282d60d" providerId="LiveId" clId="{28915706-D69E-4C14-9EFE-F4886AA60EBF}"/>
    <pc:docChg chg="modSld">
      <pc:chgData name="예나 김" userId="0433a4f5f282d60d" providerId="LiveId" clId="{28915706-D69E-4C14-9EFE-F4886AA60EBF}" dt="2026-09-12T01:14:15.104" v="105"/>
      <pc:docMkLst>
        <pc:docMk/>
      </pc:docMkLst>
      <pc:sldChg chg="modSp mod">
        <pc:chgData name="예나 김" userId="0433a4f5f282d60d" providerId="LiveId" clId="{28915706-D69E-4C14-9EFE-F4886AA60EBF}" dt="2026-09-12T01:07:42.826" v="14"/>
        <pc:sldMkLst>
          <pc:docMk/>
          <pc:sldMk cId="4246831794" sldId="266"/>
        </pc:sldMkLst>
        <pc:spChg chg="mod">
          <ac:chgData name="예나 김" userId="0433a4f5f282d60d" providerId="LiveId" clId="{28915706-D69E-4C14-9EFE-F4886AA60EBF}" dt="2026-09-12T01:07:42.826" v="14"/>
          <ac:spMkLst>
            <pc:docMk/>
            <pc:sldMk cId="4246831794" sldId="266"/>
            <ac:spMk id="2" creationId="{00000000-0000-0000-0000-000000000000}"/>
          </ac:spMkLst>
        </pc:spChg>
      </pc:sldChg>
      <pc:sldChg chg="modSp mod">
        <pc:chgData name="예나 김" userId="0433a4f5f282d60d" providerId="LiveId" clId="{28915706-D69E-4C14-9EFE-F4886AA60EBF}" dt="2026-09-12T01:08:00.734" v="34" actId="20577"/>
        <pc:sldMkLst>
          <pc:docMk/>
          <pc:sldMk cId="3756504613" sldId="268"/>
        </pc:sldMkLst>
        <pc:spChg chg="mod">
          <ac:chgData name="예나 김" userId="0433a4f5f282d60d" providerId="LiveId" clId="{28915706-D69E-4C14-9EFE-F4886AA60EBF}" dt="2026-09-12T01:08:00.734" v="34" actId="20577"/>
          <ac:spMkLst>
            <pc:docMk/>
            <pc:sldMk cId="3756504613" sldId="268"/>
            <ac:spMk id="8" creationId="{00000000-0000-0000-0000-000000000000}"/>
          </ac:spMkLst>
        </pc:spChg>
      </pc:sldChg>
      <pc:sldChg chg="modSp mod">
        <pc:chgData name="예나 김" userId="0433a4f5f282d60d" providerId="LiveId" clId="{28915706-D69E-4C14-9EFE-F4886AA60EBF}" dt="2026-09-12T01:08:46.197" v="85"/>
        <pc:sldMkLst>
          <pc:docMk/>
          <pc:sldMk cId="3974363792" sldId="269"/>
        </pc:sldMkLst>
        <pc:spChg chg="mod">
          <ac:chgData name="예나 김" userId="0433a4f5f282d60d" providerId="LiveId" clId="{28915706-D69E-4C14-9EFE-F4886AA60EBF}" dt="2026-09-12T01:08:46.197" v="85"/>
          <ac:spMkLst>
            <pc:docMk/>
            <pc:sldMk cId="3974363792" sldId="269"/>
            <ac:spMk id="2" creationId="{783C79BC-9644-B814-24DC-B572CAABBBFA}"/>
          </ac:spMkLst>
        </pc:spChg>
      </pc:sldChg>
      <pc:sldChg chg="modSp mod">
        <pc:chgData name="예나 김" userId="0433a4f5f282d60d" providerId="LiveId" clId="{28915706-D69E-4C14-9EFE-F4886AA60EBF}" dt="2026-09-12T01:14:15.104" v="105"/>
        <pc:sldMkLst>
          <pc:docMk/>
          <pc:sldMk cId="3162987268" sldId="273"/>
        </pc:sldMkLst>
        <pc:spChg chg="mod">
          <ac:chgData name="예나 김" userId="0433a4f5f282d60d" providerId="LiveId" clId="{28915706-D69E-4C14-9EFE-F4886AA60EBF}" dt="2026-09-12T01:08:17.036" v="45" actId="20577"/>
          <ac:spMkLst>
            <pc:docMk/>
            <pc:sldMk cId="3162987268" sldId="273"/>
            <ac:spMk id="8" creationId="{00000000-0000-0000-0000-000000000000}"/>
          </ac:spMkLst>
        </pc:spChg>
        <pc:spChg chg="mod">
          <ac:chgData name="예나 김" userId="0433a4f5f282d60d" providerId="LiveId" clId="{28915706-D69E-4C14-9EFE-F4886AA60EBF}" dt="2026-09-12T01:14:15.104" v="105"/>
          <ac:spMkLst>
            <pc:docMk/>
            <pc:sldMk cId="3162987268" sldId="273"/>
            <ac:spMk id="25" creationId="{7274FFD5-28F1-EA53-694C-9FA75E0982E2}"/>
          </ac:spMkLst>
        </pc:spChg>
        <pc:spChg chg="mod">
          <ac:chgData name="예나 김" userId="0433a4f5f282d60d" providerId="LiveId" clId="{28915706-D69E-4C14-9EFE-F4886AA60EBF}" dt="2026-09-12T01:13:51.203" v="99"/>
          <ac:spMkLst>
            <pc:docMk/>
            <pc:sldMk cId="3162987268" sldId="273"/>
            <ac:spMk id="28" creationId="{04836553-D1B8-352A-5B71-F1716630A44C}"/>
          </ac:spMkLst>
        </pc:spChg>
      </pc:sldChg>
      <pc:sldChg chg="addSp modSp mod">
        <pc:chgData name="예나 김" userId="0433a4f5f282d60d" providerId="LiveId" clId="{28915706-D69E-4C14-9EFE-F4886AA60EBF}" dt="2026-09-12T01:07:30.812" v="13"/>
        <pc:sldMkLst>
          <pc:docMk/>
          <pc:sldMk cId="1066644632" sldId="277"/>
        </pc:sldMkLst>
        <pc:spChg chg="mod">
          <ac:chgData name="예나 김" userId="0433a4f5f282d60d" providerId="LiveId" clId="{28915706-D69E-4C14-9EFE-F4886AA60EBF}" dt="2026-09-12T01:07:30.812" v="13"/>
          <ac:spMkLst>
            <pc:docMk/>
            <pc:sldMk cId="1066644632" sldId="277"/>
            <ac:spMk id="8" creationId="{00000000-0000-0000-0000-000000000000}"/>
          </ac:spMkLst>
        </pc:spChg>
        <pc:spChg chg="add mod">
          <ac:chgData name="예나 김" userId="0433a4f5f282d60d" providerId="LiveId" clId="{28915706-D69E-4C14-9EFE-F4886AA60EBF}" dt="2026-09-12T01:07:07.796" v="1" actId="1076"/>
          <ac:spMkLst>
            <pc:docMk/>
            <pc:sldMk cId="1066644632" sldId="277"/>
            <ac:spMk id="14" creationId="{063DC84C-D64E-4041-2A68-F11DBACEB3F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49891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963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image" Target="../media/image6.jpeg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1.xml"/><Relationship Id="rId15" Type="http://schemas.openxmlformats.org/officeDocument/2006/relationships/image" Target="../media/image8.png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Relationship Id="rId14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7" name="AutoShape 5">
            <a:extLst>
              <a:ext uri="{FF2B5EF4-FFF2-40B4-BE49-F238E27FC236}">
                <a16:creationId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630" y="1431287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48350" y="1809358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35</a:t>
            </a:r>
            <a:r>
              <a:rPr lang="ko-KR" altLang="en-US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4353A643-0BD2-FB97-998E-683214A73C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1870" y="3294769"/>
            <a:ext cx="8902146" cy="7703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4403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비슷한 색으로 표현하기</a:t>
            </a:r>
            <a:endParaRPr lang="en-US" altLang="ko-KR" sz="4403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859414" y="3395322"/>
            <a:ext cx="7095917" cy="507831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                                 ) </a:t>
            </a:r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활용하여</a:t>
            </a:r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대상을 표현할 수 있다</a:t>
            </a:r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3400" b="1" spc="0" dirty="0">
                <a:solidFill>
                  <a:schemeClr val="accent2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탐색</a:t>
            </a:r>
            <a:r>
              <a:rPr lang="ko-KR" altLang="en-US" sz="3400" b="1" spc="0" dirty="0">
                <a:solidFill>
                  <a:srgbClr val="404040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하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기 —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비슷한 색 탐구하기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1B5E2357-40D2-8C3A-E2F0-20B71089E6C8}"/>
              </a:ext>
            </a:extLst>
          </p:cNvPr>
          <p:cNvGrpSpPr/>
          <p:nvPr/>
        </p:nvGrpSpPr>
        <p:grpSpPr>
          <a:xfrm>
            <a:off x="643901" y="1446540"/>
            <a:ext cx="341311" cy="338555"/>
            <a:chOff x="853872" y="1465627"/>
            <a:chExt cx="318649" cy="316075"/>
          </a:xfrm>
        </p:grpSpPr>
        <p:sp>
          <p:nvSpPr>
            <p:cNvPr id="5" name="모서리가 둥근 직사각형 41">
              <a:extLst>
                <a:ext uri="{FF2B5EF4-FFF2-40B4-BE49-F238E27FC236}">
                  <a16:creationId xmlns:a16="http://schemas.microsoft.com/office/drawing/2014/main" id="{B5CD1855-E762-360A-66D2-BD6E074052A6}"/>
                </a:ext>
              </a:extLst>
            </p:cNvPr>
            <p:cNvSpPr/>
            <p:nvPr/>
          </p:nvSpPr>
          <p:spPr>
            <a:xfrm>
              <a:off x="853872" y="1487438"/>
              <a:ext cx="289128" cy="289128"/>
            </a:xfrm>
            <a:prstGeom prst="roundRect">
              <a:avLst/>
            </a:prstGeom>
            <a:solidFill>
              <a:srgbClr val="FFD966"/>
            </a:solidFill>
            <a:ln w="12700">
              <a:solidFill>
                <a:schemeClr val="tx1"/>
              </a:solidFill>
            </a:ln>
            <a:effectLst>
              <a:outerShdw dist="38100" dir="2700000" algn="t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67" dirty="0">
                <a:latin typeface="+mj-ea"/>
                <a:ea typeface="+mj-ea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413DECA-CF8C-D3B1-16CD-A534C99466D8}"/>
                </a:ext>
              </a:extLst>
            </p:cNvPr>
            <p:cNvSpPr txBox="1"/>
            <p:nvPr/>
          </p:nvSpPr>
          <p:spPr>
            <a:xfrm>
              <a:off x="893859" y="1465627"/>
              <a:ext cx="278662" cy="316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3EC7A525-71D5-27FC-79F2-D60EDEE080DA}"/>
              </a:ext>
            </a:extLst>
          </p:cNvPr>
          <p:cNvSpPr txBox="1"/>
          <p:nvPr/>
        </p:nvSpPr>
        <p:spPr>
          <a:xfrm>
            <a:off x="986705" y="1422855"/>
            <a:ext cx="8499443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화이트보드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] 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기능을 활용하여 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10 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색상환에서 비슷한 색끼리 묶어 정리해 봅시다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867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" name="사각형: 잘린 대각선 방향 모서리 1">
            <a:extLst>
              <a:ext uri="{FF2B5EF4-FFF2-40B4-BE49-F238E27FC236}">
                <a16:creationId xmlns:a16="http://schemas.microsoft.com/office/drawing/2014/main" id="{77BEAF22-BB96-726E-C296-C7ABF6DC540C}"/>
              </a:ext>
            </a:extLst>
          </p:cNvPr>
          <p:cNvSpPr/>
          <p:nvPr/>
        </p:nvSpPr>
        <p:spPr>
          <a:xfrm>
            <a:off x="5242753" y="2151207"/>
            <a:ext cx="6614467" cy="3829868"/>
          </a:xfrm>
          <a:prstGeom prst="snip2Diag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5ABEFEFF-183F-2C81-A80C-5900C7D851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4699" y="2471194"/>
            <a:ext cx="7596743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〮 자주색의 비슷한 색은 무엇이 있나요</a:t>
            </a:r>
            <a:r>
              <a: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?</a:t>
            </a:r>
          </a:p>
        </p:txBody>
      </p:sp>
      <p:sp>
        <p:nvSpPr>
          <p:cNvPr id="11" name="Rectangle 14">
            <a:extLst>
              <a:ext uri="{FF2B5EF4-FFF2-40B4-BE49-F238E27FC236}">
                <a16:creationId xmlns:a16="http://schemas.microsoft.com/office/drawing/2014/main" id="{CE891B88-8077-7B9D-A120-22B3F41283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95257" y="4104401"/>
            <a:ext cx="7596743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〮 초록색의 비슷한 색은 무엇이 있나요</a:t>
            </a:r>
            <a:r>
              <a: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?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70681CB-6704-A797-B1D2-BE9C463FC5CA}"/>
              </a:ext>
            </a:extLst>
          </p:cNvPr>
          <p:cNvCxnSpPr/>
          <p:nvPr/>
        </p:nvCxnSpPr>
        <p:spPr>
          <a:xfrm>
            <a:off x="5771213" y="3813558"/>
            <a:ext cx="52165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CB46E3E8-4989-8401-D789-CB8EAD564E15}"/>
              </a:ext>
            </a:extLst>
          </p:cNvPr>
          <p:cNvCxnSpPr/>
          <p:nvPr/>
        </p:nvCxnSpPr>
        <p:spPr>
          <a:xfrm>
            <a:off x="5785339" y="5462917"/>
            <a:ext cx="52165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Rectangle 14">
            <a:extLst>
              <a:ext uri="{FF2B5EF4-FFF2-40B4-BE49-F238E27FC236}">
                <a16:creationId xmlns:a16="http://schemas.microsoft.com/office/drawing/2014/main" id="{58C9AFEB-CB58-0F15-1FB6-0D6259A0EA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0647" y="4921677"/>
            <a:ext cx="7596743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,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20023063-0B63-AC22-26E8-335A42CFA9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325" t="8142" r="8946" b="12440"/>
          <a:stretch/>
        </p:blipFill>
        <p:spPr>
          <a:xfrm>
            <a:off x="798748" y="2022133"/>
            <a:ext cx="4365524" cy="4383197"/>
          </a:xfrm>
          <a:prstGeom prst="rect">
            <a:avLst/>
          </a:prstGeom>
        </p:spPr>
      </p:pic>
      <p:sp>
        <p:nvSpPr>
          <p:cNvPr id="23" name="Rectangle 14">
            <a:extLst>
              <a:ext uri="{FF2B5EF4-FFF2-40B4-BE49-F238E27FC236}">
                <a16:creationId xmlns:a16="http://schemas.microsoft.com/office/drawing/2014/main" id="{7393F386-93AE-0A32-26FF-196EEA3F96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4834" y="28694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빨강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4" name="Rectangle 14">
            <a:extLst>
              <a:ext uri="{FF2B5EF4-FFF2-40B4-BE49-F238E27FC236}">
                <a16:creationId xmlns:a16="http://schemas.microsoft.com/office/drawing/2014/main" id="{7F5083E8-AA5C-AE62-D04A-E30B81AD36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29992" y="30949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주황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5" name="Rectangle 14">
            <a:extLst>
              <a:ext uri="{FF2B5EF4-FFF2-40B4-BE49-F238E27FC236}">
                <a16:creationId xmlns:a16="http://schemas.microsoft.com/office/drawing/2014/main" id="{34F67053-CA26-A607-A9E2-29C9C5ED34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667" y="3718666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노랑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6" name="Rectangle 14">
            <a:extLst>
              <a:ext uri="{FF2B5EF4-FFF2-40B4-BE49-F238E27FC236}">
                <a16:creationId xmlns:a16="http://schemas.microsoft.com/office/drawing/2014/main" id="{476C12E9-9910-CEEC-0E95-2E56049EA4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666" y="4363662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연두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7" name="Rectangle 14">
            <a:extLst>
              <a:ext uri="{FF2B5EF4-FFF2-40B4-BE49-F238E27FC236}">
                <a16:creationId xmlns:a16="http://schemas.microsoft.com/office/drawing/2014/main" id="{7C4C4730-89BD-C73F-54DA-5CC68835D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3983" y="4879954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초록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8" name="Rectangle 14">
            <a:extLst>
              <a:ext uri="{FF2B5EF4-FFF2-40B4-BE49-F238E27FC236}">
                <a16:creationId xmlns:a16="http://schemas.microsoft.com/office/drawing/2014/main" id="{2A206E71-ED34-AA5E-08EF-7A5CD8FB13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4833" y="51194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청록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9" name="Rectangle 14">
            <a:extLst>
              <a:ext uri="{FF2B5EF4-FFF2-40B4-BE49-F238E27FC236}">
                <a16:creationId xmlns:a16="http://schemas.microsoft.com/office/drawing/2014/main" id="{9E30865B-5F1C-A5F7-56C1-6D1F030B12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7319" y="4944055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파랑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0" name="Rectangle 14">
            <a:extLst>
              <a:ext uri="{FF2B5EF4-FFF2-40B4-BE49-F238E27FC236}">
                <a16:creationId xmlns:a16="http://schemas.microsoft.com/office/drawing/2014/main" id="{C497C685-B77F-11B4-5951-E5BF8486D0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0643" y="4380949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남색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1" name="Rectangle 14">
            <a:extLst>
              <a:ext uri="{FF2B5EF4-FFF2-40B4-BE49-F238E27FC236}">
                <a16:creationId xmlns:a16="http://schemas.microsoft.com/office/drawing/2014/main" id="{FCD102D0-E511-C1A0-51E3-D764939053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0643" y="367219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보라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2" name="Rectangle 14">
            <a:extLst>
              <a:ext uri="{FF2B5EF4-FFF2-40B4-BE49-F238E27FC236}">
                <a16:creationId xmlns:a16="http://schemas.microsoft.com/office/drawing/2014/main" id="{F0631910-AC06-F6E9-9D20-7D23398B8C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9003" y="3099694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자주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4" name="Rectangle 14">
            <a:extLst>
              <a:ext uri="{FF2B5EF4-FFF2-40B4-BE49-F238E27FC236}">
                <a16:creationId xmlns:a16="http://schemas.microsoft.com/office/drawing/2014/main" id="{063DC84C-D64E-4041-2A68-F11DBACEB3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0647" y="3212330"/>
            <a:ext cx="7596743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,</a:t>
            </a:r>
          </a:p>
        </p:txBody>
      </p:sp>
    </p:spTree>
    <p:extLst>
      <p:ext uri="{BB962C8B-B14F-4D97-AF65-F5344CB8AC3E}">
        <p14:creationId xmlns:p14="http://schemas.microsoft.com/office/powerpoint/2010/main" val="1066644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4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3400" b="1" spc="0" dirty="0">
                <a:solidFill>
                  <a:schemeClr val="accent2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탐색</a:t>
            </a:r>
            <a:r>
              <a:rPr lang="ko-KR" altLang="en-US" sz="3400" b="1" spc="0" dirty="0">
                <a:solidFill>
                  <a:srgbClr val="404040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하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기 —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비슷한 색 탐구하기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1C6380-ED4B-D0C2-9910-568D3B0470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325" t="8142" r="8946" b="12440"/>
          <a:stretch/>
        </p:blipFill>
        <p:spPr>
          <a:xfrm>
            <a:off x="798748" y="2022133"/>
            <a:ext cx="4365524" cy="4383197"/>
          </a:xfrm>
          <a:prstGeom prst="rect">
            <a:avLst/>
          </a:prstGeom>
        </p:spPr>
      </p:pic>
      <p:sp>
        <p:nvSpPr>
          <p:cNvPr id="10" name="Rectangle 14">
            <a:extLst>
              <a:ext uri="{FF2B5EF4-FFF2-40B4-BE49-F238E27FC236}">
                <a16:creationId xmlns:a16="http://schemas.microsoft.com/office/drawing/2014/main" id="{EA5CC574-CC06-D6D9-EA3E-026DF14B63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4834" y="28694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빨강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" name="Rectangle 14">
            <a:extLst>
              <a:ext uri="{FF2B5EF4-FFF2-40B4-BE49-F238E27FC236}">
                <a16:creationId xmlns:a16="http://schemas.microsoft.com/office/drawing/2014/main" id="{1723CCC4-9B7C-BBEA-BF46-519E95E248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29992" y="30949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주황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75213D8E-0294-1087-9B1E-ECD59BBE7C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667" y="3718666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노랑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3" name="Rectangle 14">
            <a:extLst>
              <a:ext uri="{FF2B5EF4-FFF2-40B4-BE49-F238E27FC236}">
                <a16:creationId xmlns:a16="http://schemas.microsoft.com/office/drawing/2014/main" id="{D3DD4A4E-863A-70CC-9939-851DC61682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666" y="4363662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연두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4" name="Rectangle 14">
            <a:extLst>
              <a:ext uri="{FF2B5EF4-FFF2-40B4-BE49-F238E27FC236}">
                <a16:creationId xmlns:a16="http://schemas.microsoft.com/office/drawing/2014/main" id="{03D5E574-0026-0E81-1E73-DA48D712FB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3983" y="4879954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초록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EAC803-D5B1-5C62-8B9C-C363CAF0AD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4833" y="51194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청록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81822DA-898E-8B46-7044-DE0057B48C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7319" y="4944055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파랑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7" name="Rectangle 14">
            <a:extLst>
              <a:ext uri="{FF2B5EF4-FFF2-40B4-BE49-F238E27FC236}">
                <a16:creationId xmlns:a16="http://schemas.microsoft.com/office/drawing/2014/main" id="{33A7C503-0FB8-7D28-091F-7BB45C5A71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0643" y="4380949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남색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E46ECBC7-E6BE-7F4C-DB54-92ECB4BC6C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0643" y="367219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보라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9" name="Rectangle 14">
            <a:extLst>
              <a:ext uri="{FF2B5EF4-FFF2-40B4-BE49-F238E27FC236}">
                <a16:creationId xmlns:a16="http://schemas.microsoft.com/office/drawing/2014/main" id="{6EF4E160-B9B7-464E-D50E-37FAF9420A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9003" y="3099694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자주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" name="사각형: 잘린 대각선 방향 모서리 5">
            <a:extLst>
              <a:ext uri="{FF2B5EF4-FFF2-40B4-BE49-F238E27FC236}">
                <a16:creationId xmlns:a16="http://schemas.microsoft.com/office/drawing/2014/main" id="{05A58E5D-C63C-0079-6A9A-96F441AD0163}"/>
              </a:ext>
            </a:extLst>
          </p:cNvPr>
          <p:cNvSpPr/>
          <p:nvPr/>
        </p:nvSpPr>
        <p:spPr>
          <a:xfrm>
            <a:off x="5242753" y="2151207"/>
            <a:ext cx="6614467" cy="3829868"/>
          </a:xfrm>
          <a:prstGeom prst="snip2DiagRect">
            <a:avLst/>
          </a:prstGeom>
          <a:solidFill>
            <a:srgbClr val="FF9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1D4359AE-DFDE-6D8F-D2A7-06239DC49E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1614" y="2923185"/>
            <a:ext cx="7596743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10 </a:t>
            </a: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색상환에서 </a:t>
            </a:r>
            <a:r>
              <a:rPr lang="ko-KR" altLang="en-US" sz="2800" b="1" dirty="0">
                <a:solidFill>
                  <a:srgbClr val="FEFEF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서로 이웃하는 </a:t>
            </a:r>
            <a:r>
              <a:rPr lang="ko-KR" altLang="en-US" sz="2800" b="1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색</a:t>
            </a: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을 </a:t>
            </a:r>
            <a:endParaRPr lang="en-US" altLang="ko-KR" sz="2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 eaLnBrk="1" latinLnBrk="0" hangingPunct="1">
              <a:spcBef>
                <a:spcPts val="1600"/>
              </a:spcBef>
            </a:pPr>
            <a:r>
              <a:rPr lang="ko-KR" altLang="en-US" sz="3600" b="1" dirty="0">
                <a:solidFill>
                  <a:srgbClr val="FFFF00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비슷한 색</a:t>
            </a: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이라고 합니다</a:t>
            </a:r>
            <a:r>
              <a: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.</a:t>
            </a:r>
          </a:p>
        </p:txBody>
      </p:sp>
      <p:sp>
        <p:nvSpPr>
          <p:cNvPr id="25" name="Rectangle 14">
            <a:extLst>
              <a:ext uri="{FF2B5EF4-FFF2-40B4-BE49-F238E27FC236}">
                <a16:creationId xmlns:a16="http://schemas.microsoft.com/office/drawing/2014/main" id="{A8B7060F-912A-E6BB-3B97-4BE9D35BBC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36944" y="4558956"/>
            <a:ext cx="4597139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2000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우리 반에서 비슷한 색의 옷을 입은 </a:t>
            </a:r>
            <a:endParaRPr lang="en-US" altLang="ko-KR" sz="2000" dirty="0">
              <a:solidFill>
                <a:schemeClr val="bg1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 eaLnBrk="1" latinLnBrk="0" hangingPunct="1">
              <a:spcBef>
                <a:spcPts val="1600"/>
              </a:spcBef>
            </a:pPr>
            <a:r>
              <a:rPr lang="ko-KR" altLang="en-US" sz="2000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친구는 누구와 누구인가요</a:t>
            </a:r>
            <a:r>
              <a:rPr lang="en-US" altLang="ko-KR" sz="2000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?</a:t>
            </a:r>
          </a:p>
        </p:txBody>
      </p:sp>
      <p:sp>
        <p:nvSpPr>
          <p:cNvPr id="26" name="Shape 17">
            <a:extLst>
              <a:ext uri="{FF2B5EF4-FFF2-40B4-BE49-F238E27FC236}">
                <a16:creationId xmlns:a16="http://schemas.microsoft.com/office/drawing/2014/main" id="{A3B2A9ED-5F04-8F91-DD4D-8336FE660DE2}"/>
              </a:ext>
            </a:extLst>
          </p:cNvPr>
          <p:cNvSpPr/>
          <p:nvPr/>
        </p:nvSpPr>
        <p:spPr>
          <a:xfrm>
            <a:off x="5387340" y="4528234"/>
            <a:ext cx="1417320" cy="34747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Rectangle 14">
            <a:extLst>
              <a:ext uri="{FF2B5EF4-FFF2-40B4-BE49-F238E27FC236}">
                <a16:creationId xmlns:a16="http://schemas.microsoft.com/office/drawing/2014/main" id="{34470549-5587-73C4-B846-CA136CD0FD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2723" y="4590651"/>
            <a:ext cx="1004538" cy="2675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solidFill>
                  <a:srgbClr val="FF999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생각해보기</a:t>
            </a:r>
            <a:endParaRPr lang="en-US" altLang="ko-KR" sz="1400" dirty="0">
              <a:solidFill>
                <a:srgbClr val="FF9999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8" name="Rectangle 14">
            <a:extLst>
              <a:ext uri="{FF2B5EF4-FFF2-40B4-BE49-F238E27FC236}">
                <a16:creationId xmlns:a16="http://schemas.microsoft.com/office/drawing/2014/main" id="{F3AC1422-619A-ECD6-79B7-594C4CD2D7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748" y="1841301"/>
            <a:ext cx="1296737" cy="3174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빨강색과 </a:t>
            </a:r>
            <a:r>
              <a:rPr lang="ko-KR" altLang="en-US" sz="1800" dirty="0">
                <a:solidFill>
                  <a:srgbClr val="ED7D3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비슷한 색</a:t>
            </a:r>
            <a:endParaRPr lang="en-US" altLang="ko-KR" sz="1800" dirty="0">
              <a:solidFill>
                <a:srgbClr val="ED7D31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9" name="Rectangle 14">
            <a:extLst>
              <a:ext uri="{FF2B5EF4-FFF2-40B4-BE49-F238E27FC236}">
                <a16:creationId xmlns:a16="http://schemas.microsoft.com/office/drawing/2014/main" id="{E7144604-C9F0-E258-3BA9-6C01136E7C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50889" y="1849135"/>
            <a:ext cx="1296737" cy="3174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빨강색과 </a:t>
            </a:r>
            <a:r>
              <a:rPr lang="ko-KR" altLang="en-US" sz="1800" dirty="0">
                <a:solidFill>
                  <a:srgbClr val="ED7D3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비슷한 색</a:t>
            </a:r>
            <a:endParaRPr lang="en-US" altLang="ko-KR" sz="1800" dirty="0">
              <a:solidFill>
                <a:srgbClr val="ED7D31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ABD54A08-4E56-0C5B-9C8F-C42FC99DFC42}"/>
              </a:ext>
            </a:extLst>
          </p:cNvPr>
          <p:cNvSpPr/>
          <p:nvPr/>
        </p:nvSpPr>
        <p:spPr>
          <a:xfrm>
            <a:off x="2604833" y="2710744"/>
            <a:ext cx="753352" cy="52653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CB1B6A34-3BB8-1558-0F2D-618BED05168E}"/>
              </a:ext>
            </a:extLst>
          </p:cNvPr>
          <p:cNvSpPr/>
          <p:nvPr/>
        </p:nvSpPr>
        <p:spPr>
          <a:xfrm>
            <a:off x="3799967" y="1670031"/>
            <a:ext cx="1257497" cy="85431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99046C2-AAA1-8D86-1B55-65A9478BDD2C}"/>
              </a:ext>
            </a:extLst>
          </p:cNvPr>
          <p:cNvSpPr/>
          <p:nvPr/>
        </p:nvSpPr>
        <p:spPr>
          <a:xfrm>
            <a:off x="818367" y="1670031"/>
            <a:ext cx="1257497" cy="85431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5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3400" b="1" dirty="0">
                <a:solidFill>
                  <a:srgbClr val="00B050">
                    <a:alpha val="99000"/>
                  </a:srgbClr>
                </a:solidFill>
                <a:latin typeface="+mj-lt"/>
                <a:ea typeface="+mj-ea"/>
              </a:rPr>
              <a:t>제</a:t>
            </a:r>
            <a:r>
              <a:rPr lang="ko-KR" altLang="en-US" sz="34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+mj-ea"/>
              </a:rPr>
              <a:t>작하기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— </a:t>
            </a:r>
            <a:r>
              <a:rPr lang="ko-KR" altLang="en-US" sz="3400" b="1" spc="0" dirty="0">
                <a:solidFill>
                  <a:srgbClr val="404040"/>
                </a:solidFill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꼭꼭 숨어라</a:t>
            </a:r>
            <a:r>
              <a:rPr lang="en-US" altLang="ko-KR" sz="3400" b="1" spc="0" dirty="0">
                <a:solidFill>
                  <a:srgbClr val="404040"/>
                </a:solidFill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! </a:t>
            </a:r>
            <a:r>
              <a:rPr lang="ko-KR" altLang="en-US" sz="3400" b="1" spc="0" dirty="0">
                <a:solidFill>
                  <a:srgbClr val="404040"/>
                </a:solidFill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놀이하기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2EF72766-5A73-62D8-065A-C65ADB4FA48F}"/>
              </a:ext>
            </a:extLst>
          </p:cNvPr>
          <p:cNvGrpSpPr/>
          <p:nvPr/>
        </p:nvGrpSpPr>
        <p:grpSpPr>
          <a:xfrm>
            <a:off x="643901" y="1422855"/>
            <a:ext cx="5312434" cy="379656"/>
            <a:chOff x="643901" y="1422855"/>
            <a:chExt cx="5312434" cy="379656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1B5E2357-40D2-8C3A-E2F0-20B71089E6C8}"/>
                </a:ext>
              </a:extLst>
            </p:cNvPr>
            <p:cNvGrpSpPr/>
            <p:nvPr/>
          </p:nvGrpSpPr>
          <p:grpSpPr>
            <a:xfrm>
              <a:off x="643901" y="1446540"/>
              <a:ext cx="341311" cy="338555"/>
              <a:chOff x="853872" y="1465627"/>
              <a:chExt cx="318649" cy="316075"/>
            </a:xfrm>
          </p:grpSpPr>
          <p:sp>
            <p:nvSpPr>
              <p:cNvPr id="5" name="모서리가 둥근 직사각형 41">
                <a:extLst>
                  <a:ext uri="{FF2B5EF4-FFF2-40B4-BE49-F238E27FC236}">
                    <a16:creationId xmlns:a16="http://schemas.microsoft.com/office/drawing/2014/main" id="{B5CD1855-E762-360A-66D2-BD6E074052A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 dirty="0">
                  <a:latin typeface="+mj-ea"/>
                  <a:ea typeface="+mj-ea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13DECA-CF8C-D3B1-16CD-A534C99466D8}"/>
                  </a:ext>
                </a:extLst>
              </p:cNvPr>
              <p:cNvSpPr txBox="1"/>
              <p:nvPr/>
            </p:nvSpPr>
            <p:spPr>
              <a:xfrm>
                <a:off x="893859" y="1465627"/>
                <a:ext cx="278662" cy="316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EC7A525-71D5-27FC-79F2-D60EDEE080DA}"/>
                </a:ext>
              </a:extLst>
            </p:cNvPr>
            <p:cNvSpPr txBox="1"/>
            <p:nvPr/>
          </p:nvSpPr>
          <p:spPr>
            <a:xfrm>
              <a:off x="986705" y="1422855"/>
              <a:ext cx="4969630" cy="3796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교실을 돌아다니며 그림을 숨길 곳을 정합니다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18" name="Rectangle 14">
            <a:extLst>
              <a:ext uri="{FF2B5EF4-FFF2-40B4-BE49-F238E27FC236}">
                <a16:creationId xmlns:a16="http://schemas.microsoft.com/office/drawing/2014/main" id="{27303591-D85B-5A0F-1678-9D9565AF7F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9099" y="5055490"/>
            <a:ext cx="9185347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eaLnBrk="1" latinLnBrk="0" hangingPunct="1">
              <a:spcBef>
                <a:spcPts val="1600"/>
              </a:spcBef>
            </a:pPr>
            <a:r>
              <a:rPr lang="ko-KR" altLang="en-US" sz="2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〮유의점</a:t>
            </a:r>
            <a:r>
              <a:rPr lang="en-US" altLang="ko-KR" sz="2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:</a:t>
            </a:r>
          </a:p>
          <a:p>
            <a:pPr algn="just" eaLnBrk="1" latinLnBrk="0" hangingPunct="1">
              <a:spcBef>
                <a:spcPts val="1600"/>
              </a:spcBef>
            </a:pPr>
            <a:r>
              <a:rPr lang="ko-KR" altLang="en-US" sz="2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도안을 숨길 때 친구들이 알아차릴 수 있으므로 조심스럽게 숨기기</a:t>
            </a:r>
            <a:endParaRPr lang="en-US" altLang="ko-KR" sz="2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21C8395-E8A4-3ADD-1F20-DDC763B88F65}"/>
              </a:ext>
            </a:extLst>
          </p:cNvPr>
          <p:cNvGrpSpPr/>
          <p:nvPr/>
        </p:nvGrpSpPr>
        <p:grpSpPr>
          <a:xfrm>
            <a:off x="643901" y="2094907"/>
            <a:ext cx="5083204" cy="379656"/>
            <a:chOff x="643901" y="1422855"/>
            <a:chExt cx="5083204" cy="379656"/>
          </a:xfrm>
        </p:grpSpPr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210DC8C-6981-7EA5-EAC4-8421A3A43383}"/>
                </a:ext>
              </a:extLst>
            </p:cNvPr>
            <p:cNvGrpSpPr/>
            <p:nvPr/>
          </p:nvGrpSpPr>
          <p:grpSpPr>
            <a:xfrm>
              <a:off x="643901" y="1446540"/>
              <a:ext cx="341311" cy="338554"/>
              <a:chOff x="853872" y="1465627"/>
              <a:chExt cx="318649" cy="316074"/>
            </a:xfrm>
          </p:grpSpPr>
          <p:sp>
            <p:nvSpPr>
              <p:cNvPr id="25" name="모서리가 둥근 직사각형 41">
                <a:extLst>
                  <a:ext uri="{FF2B5EF4-FFF2-40B4-BE49-F238E27FC236}">
                    <a16:creationId xmlns:a16="http://schemas.microsoft.com/office/drawing/2014/main" id="{C8735C08-0D3B-2A20-5DE1-5492A499CDD2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 dirty="0">
                  <a:latin typeface="+mj-ea"/>
                  <a:ea typeface="+mj-ea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0C87544-36B8-90FB-A7B5-E7CF91C0D1E4}"/>
                  </a:ext>
                </a:extLst>
              </p:cNvPr>
              <p:cNvSpPr txBox="1"/>
              <p:nvPr/>
            </p:nvSpPr>
            <p:spPr>
              <a:xfrm>
                <a:off x="877397" y="1465627"/>
                <a:ext cx="295124" cy="3160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AF3CC98-BC82-9FB8-D1D5-865F6E994233}"/>
                </a:ext>
              </a:extLst>
            </p:cNvPr>
            <p:cNvSpPr txBox="1"/>
            <p:nvPr/>
          </p:nvSpPr>
          <p:spPr>
            <a:xfrm>
              <a:off x="986705" y="1422855"/>
              <a:ext cx="4740400" cy="3796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숨길 곳과 비슷한 색으로 도안을 색칠합니다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6CC431B0-EE5D-51BA-0F0C-6DC1D4C9FCCB}"/>
              </a:ext>
            </a:extLst>
          </p:cNvPr>
          <p:cNvGrpSpPr/>
          <p:nvPr/>
        </p:nvGrpSpPr>
        <p:grpSpPr>
          <a:xfrm>
            <a:off x="643901" y="2833538"/>
            <a:ext cx="4324984" cy="379656"/>
            <a:chOff x="643901" y="1422855"/>
            <a:chExt cx="4324984" cy="379656"/>
          </a:xfrm>
        </p:grpSpPr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9EB2551C-98DB-DDA2-7014-7C95C23B0258}"/>
                </a:ext>
              </a:extLst>
            </p:cNvPr>
            <p:cNvGrpSpPr/>
            <p:nvPr/>
          </p:nvGrpSpPr>
          <p:grpSpPr>
            <a:xfrm>
              <a:off x="643901" y="1446540"/>
              <a:ext cx="341311" cy="338554"/>
              <a:chOff x="853872" y="1465627"/>
              <a:chExt cx="318649" cy="316074"/>
            </a:xfrm>
          </p:grpSpPr>
          <p:sp>
            <p:nvSpPr>
              <p:cNvPr id="30" name="모서리가 둥근 직사각형 41">
                <a:extLst>
                  <a:ext uri="{FF2B5EF4-FFF2-40B4-BE49-F238E27FC236}">
                    <a16:creationId xmlns:a16="http://schemas.microsoft.com/office/drawing/2014/main" id="{E2400EA7-2380-902A-5A0E-3D04E029F2C0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 dirty="0">
                  <a:latin typeface="+mj-ea"/>
                  <a:ea typeface="+mj-ea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402549F-718E-4D63-6A95-869CE2D54B8A}"/>
                  </a:ext>
                </a:extLst>
              </p:cNvPr>
              <p:cNvSpPr txBox="1"/>
              <p:nvPr/>
            </p:nvSpPr>
            <p:spPr>
              <a:xfrm>
                <a:off x="877397" y="1465627"/>
                <a:ext cx="295124" cy="3160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3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03369B-DFE4-9E96-9620-AA858E6F5DB9}"/>
                </a:ext>
              </a:extLst>
            </p:cNvPr>
            <p:cNvSpPr txBox="1"/>
            <p:nvPr/>
          </p:nvSpPr>
          <p:spPr>
            <a:xfrm>
              <a:off x="986705" y="1422855"/>
              <a:ext cx="3982180" cy="3796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완성한 도안을 붙여 그림을 숨깁니다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33" name="그림 32">
            <a:extLst>
              <a:ext uri="{FF2B5EF4-FFF2-40B4-BE49-F238E27FC236}">
                <a16:creationId xmlns:a16="http://schemas.microsoft.com/office/drawing/2014/main" id="{22D3B579-ADDA-1964-251A-2F701ADDA4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408" r="24116"/>
          <a:stretch/>
        </p:blipFill>
        <p:spPr>
          <a:xfrm>
            <a:off x="6096000" y="1779593"/>
            <a:ext cx="3580240" cy="333954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FF74C17-8FE3-A4D1-C968-CA6278A353E9}"/>
              </a:ext>
            </a:extLst>
          </p:cNvPr>
          <p:cNvSpPr txBox="1"/>
          <p:nvPr/>
        </p:nvSpPr>
        <p:spPr>
          <a:xfrm>
            <a:off x="7158064" y="5123627"/>
            <a:ext cx="269638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1" i="0" dirty="0">
                <a:effectLst/>
              </a:rPr>
              <a:t>AI(Google Gemini)</a:t>
            </a:r>
            <a:r>
              <a:rPr lang="ko-KR" altLang="en-US" sz="1000" b="1" i="0" dirty="0">
                <a:effectLst/>
              </a:rPr>
              <a:t>로 생성한 이미지입니다</a:t>
            </a:r>
            <a:r>
              <a:rPr lang="en-US" altLang="ko-KR" sz="1000" b="1" i="0" dirty="0">
                <a:effectLst/>
              </a:rPr>
              <a:t>.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3400" b="1" dirty="0">
                <a:solidFill>
                  <a:srgbClr val="7030A0">
                    <a:alpha val="99000"/>
                  </a:srgbClr>
                </a:solidFill>
                <a:latin typeface="+mj-lt"/>
                <a:ea typeface="+mj-ea"/>
              </a:rPr>
              <a:t>참</a:t>
            </a:r>
            <a:r>
              <a:rPr lang="ko-KR" altLang="en-US" sz="34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+mj-ea"/>
              </a:rPr>
              <a:t>여하기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— 우리 반 숨은그림찾기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95F18C2-2DAB-D329-CE07-781CBFCAF47D}"/>
              </a:ext>
            </a:extLst>
          </p:cNvPr>
          <p:cNvGrpSpPr/>
          <p:nvPr/>
        </p:nvGrpSpPr>
        <p:grpSpPr>
          <a:xfrm>
            <a:off x="686733" y="1422855"/>
            <a:ext cx="6027822" cy="379656"/>
            <a:chOff x="914427" y="1470196"/>
            <a:chExt cx="4520863" cy="28474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413DECA-CF8C-D3B1-16CD-A534C99466D8}"/>
                </a:ext>
              </a:extLst>
            </p:cNvPr>
            <p:cNvSpPr txBox="1"/>
            <p:nvPr/>
          </p:nvSpPr>
          <p:spPr>
            <a:xfrm>
              <a:off x="914427" y="1487959"/>
              <a:ext cx="223861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EC7A525-71D5-27FC-79F2-D60EDEE080DA}"/>
                </a:ext>
              </a:extLst>
            </p:cNvPr>
            <p:cNvSpPr txBox="1"/>
            <p:nvPr/>
          </p:nvSpPr>
          <p:spPr>
            <a:xfrm>
              <a:off x="1139406" y="1470196"/>
              <a:ext cx="4295884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친구들이 숨긴 그림을 찾고 </a:t>
              </a:r>
              <a:r>
                <a:rPr lang="ko-KR" altLang="en-US" sz="1867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태블릿으로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사진 찍습니다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32E1C425-D429-6D6D-F6B5-CB2E420AD99C}"/>
              </a:ext>
            </a:extLst>
          </p:cNvPr>
          <p:cNvGrpSpPr/>
          <p:nvPr/>
        </p:nvGrpSpPr>
        <p:grpSpPr>
          <a:xfrm>
            <a:off x="643901" y="1446540"/>
            <a:ext cx="341311" cy="338555"/>
            <a:chOff x="853872" y="1465627"/>
            <a:chExt cx="318649" cy="316075"/>
          </a:xfrm>
        </p:grpSpPr>
        <p:sp>
          <p:nvSpPr>
            <p:cNvPr id="15" name="모서리가 둥근 직사각형 41">
              <a:extLst>
                <a:ext uri="{FF2B5EF4-FFF2-40B4-BE49-F238E27FC236}">
                  <a16:creationId xmlns:a16="http://schemas.microsoft.com/office/drawing/2014/main" id="{397B7C0B-AF8A-2A09-1C27-F89FBDECB02D}"/>
                </a:ext>
              </a:extLst>
            </p:cNvPr>
            <p:cNvSpPr/>
            <p:nvPr/>
          </p:nvSpPr>
          <p:spPr>
            <a:xfrm>
              <a:off x="853872" y="1487438"/>
              <a:ext cx="289128" cy="289128"/>
            </a:xfrm>
            <a:prstGeom prst="roundRect">
              <a:avLst/>
            </a:prstGeom>
            <a:solidFill>
              <a:srgbClr val="FFD966"/>
            </a:solidFill>
            <a:ln w="12700">
              <a:solidFill>
                <a:schemeClr val="tx1"/>
              </a:solidFill>
            </a:ln>
            <a:effectLst>
              <a:outerShdw dist="38100" dir="2700000" algn="t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67" dirty="0">
                <a:latin typeface="+mj-ea"/>
                <a:ea typeface="+mj-ea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AD5CEBD-B114-DC0D-7AD0-8C988EEE8157}"/>
                </a:ext>
              </a:extLst>
            </p:cNvPr>
            <p:cNvSpPr txBox="1"/>
            <p:nvPr/>
          </p:nvSpPr>
          <p:spPr>
            <a:xfrm>
              <a:off x="893859" y="1465627"/>
              <a:ext cx="278662" cy="316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33FB6787-AA3A-11EE-4E7C-7B47404FBE2F}"/>
              </a:ext>
            </a:extLst>
          </p:cNvPr>
          <p:cNvGrpSpPr/>
          <p:nvPr/>
        </p:nvGrpSpPr>
        <p:grpSpPr>
          <a:xfrm>
            <a:off x="643901" y="2094907"/>
            <a:ext cx="8076011" cy="379656"/>
            <a:chOff x="643901" y="1422855"/>
            <a:chExt cx="8076011" cy="379656"/>
          </a:xfrm>
        </p:grpSpPr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DD57E18E-9841-D922-3B81-CDFA68CC8EE0}"/>
                </a:ext>
              </a:extLst>
            </p:cNvPr>
            <p:cNvGrpSpPr/>
            <p:nvPr/>
          </p:nvGrpSpPr>
          <p:grpSpPr>
            <a:xfrm>
              <a:off x="643901" y="1446540"/>
              <a:ext cx="341311" cy="338554"/>
              <a:chOff x="853872" y="1465627"/>
              <a:chExt cx="318649" cy="316074"/>
            </a:xfrm>
          </p:grpSpPr>
          <p:sp>
            <p:nvSpPr>
              <p:cNvPr id="26" name="모서리가 둥근 직사각형 41">
                <a:extLst>
                  <a:ext uri="{FF2B5EF4-FFF2-40B4-BE49-F238E27FC236}">
                    <a16:creationId xmlns:a16="http://schemas.microsoft.com/office/drawing/2014/main" id="{850DA07F-503F-EC3F-A806-043CC6AECBC3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 dirty="0">
                  <a:latin typeface="+mj-ea"/>
                  <a:ea typeface="+mj-ea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DFDB89C-5865-D421-54D6-244D8A6260A3}"/>
                  </a:ext>
                </a:extLst>
              </p:cNvPr>
              <p:cNvSpPr txBox="1"/>
              <p:nvPr/>
            </p:nvSpPr>
            <p:spPr>
              <a:xfrm>
                <a:off x="877397" y="1465627"/>
                <a:ext cx="295124" cy="3160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274FFD5-28F1-EA53-694C-9FA75E0982E2}"/>
                </a:ext>
              </a:extLst>
            </p:cNvPr>
            <p:cNvSpPr txBox="1"/>
            <p:nvPr/>
          </p:nvSpPr>
          <p:spPr>
            <a:xfrm>
              <a:off x="986705" y="1422855"/>
              <a:ext cx="7733207" cy="3796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자신이 찾은 그림의 사진을 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[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클래스 보드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]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에 올려 정답을 함께 확인합니다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8" name="Rectangle 9">
            <a:extLst>
              <a:ext uri="{FF2B5EF4-FFF2-40B4-BE49-F238E27FC236}">
                <a16:creationId xmlns:a16="http://schemas.microsoft.com/office/drawing/2014/main" id="{04836553-D1B8-352A-5B71-F1716630A4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30532" y="2921992"/>
            <a:ext cx="8490296" cy="20061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eaLnBrk="1" latinLnBrk="0" hangingPunct="1">
              <a:spcBef>
                <a:spcPts val="1400"/>
              </a:spcBef>
              <a:buClr>
                <a:srgbClr val="2C2C2A"/>
              </a:buClr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〮 </a:t>
            </a:r>
            <a:r>
              <a:rPr lang="ko-KR" altLang="en-US" sz="28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준비물:</a:t>
            </a:r>
            <a:endParaRPr lang="en-US" altLang="ko-KR" sz="28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eaLnBrk="1" latinLnBrk="0" hangingPunct="1">
              <a:spcBef>
                <a:spcPts val="1400"/>
              </a:spcBef>
              <a:buClr>
                <a:srgbClr val="2C2C2A"/>
              </a:buClr>
            </a:pPr>
            <a:r>
              <a:rPr lang="ko-KR" altLang="en-US" sz="28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□ 태블릿</a:t>
            </a:r>
            <a:endParaRPr lang="en-US" altLang="ko-KR" sz="28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eaLnBrk="1" latinLnBrk="0" hangingPunct="1">
              <a:spcBef>
                <a:spcPts val="1400"/>
              </a:spcBef>
              <a:buClr>
                <a:srgbClr val="2C2C2A"/>
              </a:buClr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〮 </a:t>
            </a:r>
            <a:r>
              <a:rPr lang="ko-KR" altLang="en-US" sz="28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유의점</a:t>
            </a:r>
            <a:r>
              <a:rPr lang="en-US" altLang="ko-KR" sz="28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:</a:t>
            </a:r>
            <a:endParaRPr lang="ko-KR" altLang="en-US" sz="28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eaLnBrk="1" latinLnBrk="0" hangingPunct="1">
              <a:spcBef>
                <a:spcPts val="1400"/>
              </a:spcBef>
            </a:pPr>
            <a:r>
              <a:rPr lang="ko-KR" altLang="en-US" sz="28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 게시물 평가</a:t>
            </a:r>
            <a:endParaRPr lang="ko-KR" altLang="en-US" sz="28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29872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783C79BC-9644-B814-24DC-B572CAABBB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6937" y="1997075"/>
            <a:ext cx="10030893" cy="3754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457200" indent="-457200" eaLnBrk="1" latinLnBrk="0" hangingPunct="1">
              <a:spcBef>
                <a:spcPts val="1400"/>
              </a:spcBef>
              <a:buFont typeface="Wingdings" panose="05000000000000000000" pitchFamily="2" charset="2"/>
              <a:buChar char="þ"/>
            </a:pP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비슷한 색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: 10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색상환에서 서로 이웃하는 색</a:t>
            </a:r>
            <a:endParaRPr lang="en-US" altLang="ko-KR" sz="26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sym typeface="Wingdings" panose="05000000000000000000" pitchFamily="2" charset="2"/>
            </a:endParaRPr>
          </a:p>
          <a:p>
            <a:pPr marL="457200" indent="-457200" eaLnBrk="1" latinLnBrk="0" hangingPunct="1">
              <a:spcBef>
                <a:spcPts val="1400"/>
              </a:spcBef>
              <a:buFont typeface="Wingdings" panose="05000000000000000000" pitchFamily="2" charset="2"/>
              <a:buChar char="þ"/>
            </a:pPr>
            <a:endParaRPr lang="en-US" altLang="ko-KR" sz="26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sym typeface="Wingdings" panose="05000000000000000000" pitchFamily="2" charset="2"/>
            </a:endParaRPr>
          </a:p>
          <a:p>
            <a:pPr marL="457200" indent="-457200" eaLnBrk="1" latinLnBrk="0" hangingPunct="1">
              <a:spcBef>
                <a:spcPts val="1400"/>
              </a:spcBef>
              <a:buFont typeface="Wingdings" panose="05000000000000000000" pitchFamily="2" charset="2"/>
              <a:buChar char="þ"/>
            </a:pP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비슷한 색이 주는 느낌은 무엇인가요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?</a:t>
            </a:r>
          </a:p>
          <a:p>
            <a:pPr eaLnBrk="1" latinLnBrk="0" hangingPunct="1">
              <a:spcBef>
                <a:spcPts val="1400"/>
              </a:spcBef>
            </a:pP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□ 다음 시간 예고: 반대색으로 표현하기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anose="020F0502020204030204" pitchFamily="34" charset="0"/>
            <a:cs typeface="Calibri" panose="020F050202020403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anose="020F0502020204030204" pitchFamily="34" charset="0"/>
            <a:cs typeface="Calibri" panose="020F0502020204030204" pitchFamily="34" charset="0"/>
          </a:defRPr>
        </a:defPPr>
      </a:lstStyle>
    </a:lnDef>
  </a:objectDefaults>
  <a:extraClrSchemeLst>
    <a:extraClrScheme>
      <a:clrScheme name="내용 4개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375</TotalTime>
  <Words>231</Words>
  <Application>Microsoft Office PowerPoint</Application>
  <PresentationFormat>와이드스크린</PresentationFormat>
  <Paragraphs>79</Paragraphs>
  <Slides>8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8</vt:i4>
      </vt:variant>
    </vt:vector>
  </HeadingPairs>
  <TitlesOfParts>
    <vt:vector size="19" baseType="lpstr">
      <vt:lpstr>에스코어 드림 8 Heavy</vt:lpstr>
      <vt:lpstr>나눔스퀘어 ExtraBold</vt:lpstr>
      <vt:lpstr>땅스부대찌개 Bold</vt:lpstr>
      <vt:lpstr>Noto Sans KR Black</vt:lpstr>
      <vt:lpstr>Wingdings</vt:lpstr>
      <vt:lpstr>굴림</vt:lpstr>
      <vt:lpstr>Arial</vt:lpstr>
      <vt:lpstr>Noto Sans KR Medium</vt:lpstr>
      <vt:lpstr>Calibri</vt:lpstr>
      <vt:lpstr>Office Theme</vt:lpstr>
      <vt:lpstr>내용 4개</vt:lpstr>
      <vt:lpstr>PowerPoint 프레젠테이션</vt:lpstr>
      <vt:lpstr>PowerPoint 프레젠테이션</vt:lpstr>
      <vt:lpstr>탐색하기 — 비슷한 색 탐구하기</vt:lpstr>
      <vt:lpstr>탐색하기 — 비슷한 색 탐구하기</vt:lpstr>
      <vt:lpstr>제작하기 — 꼭꼭 숨어라! 놀이하기</vt:lpstr>
      <vt:lpstr>참여하기 — 우리 반 숨은그림찾기</vt:lpstr>
      <vt:lpstr>정리하기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20</cp:revision>
  <dcterms:created xsi:type="dcterms:W3CDTF">2026-07-09T22:35:37Z</dcterms:created>
  <dcterms:modified xsi:type="dcterms:W3CDTF">2026-10-27T16:14:57Z</dcterms:modified>
</cp:coreProperties>
</file>