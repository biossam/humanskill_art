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6" r:id="rId2"/>
  </p:sldMasterIdLst>
  <p:notesMasterIdLst>
    <p:notesMasterId r:id="rId11"/>
  </p:notesMasterIdLst>
  <p:sldIdLst>
    <p:sldId id="256" r:id="rId3"/>
    <p:sldId id="265" r:id="rId4"/>
    <p:sldId id="277" r:id="rId5"/>
    <p:sldId id="266" r:id="rId6"/>
    <p:sldId id="268" r:id="rId7"/>
    <p:sldId id="273" r:id="rId8"/>
    <p:sldId id="269" r:id="rId9"/>
    <p:sldId id="270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99"/>
    <a:srgbClr val="ED7D31"/>
    <a:srgbClr val="FEFEFE"/>
    <a:srgbClr val="FFD966"/>
    <a:srgbClr val="F6877E"/>
    <a:srgbClr val="073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예나 김" userId="0433a4f5f282d60d" providerId="LiveId" clId="{28915706-D69E-4C14-9EFE-F4886AA60EBF}"/>
    <pc:docChg chg="modSld">
      <pc:chgData name="예나 김" userId="0433a4f5f282d60d" providerId="LiveId" clId="{28915706-D69E-4C14-9EFE-F4886AA60EBF}" dt="2026-09-12T01:14:15.104" v="105"/>
      <pc:docMkLst>
        <pc:docMk/>
      </pc:docMkLst>
      <pc:sldChg chg="modSp mod">
        <pc:chgData name="예나 김" userId="0433a4f5f282d60d" providerId="LiveId" clId="{28915706-D69E-4C14-9EFE-F4886AA60EBF}" dt="2026-09-12T01:07:42.826" v="14"/>
        <pc:sldMkLst>
          <pc:docMk/>
          <pc:sldMk cId="4246831794" sldId="266"/>
        </pc:sldMkLst>
        <pc:spChg chg="mod">
          <ac:chgData name="예나 김" userId="0433a4f5f282d60d" providerId="LiveId" clId="{28915706-D69E-4C14-9EFE-F4886AA60EBF}" dt="2026-09-12T01:07:42.826" v="14"/>
          <ac:spMkLst>
            <pc:docMk/>
            <pc:sldMk cId="4246831794" sldId="266"/>
            <ac:spMk id="2" creationId="{00000000-0000-0000-0000-000000000000}"/>
          </ac:spMkLst>
        </pc:spChg>
      </pc:sldChg>
      <pc:sldChg chg="modSp mod">
        <pc:chgData name="예나 김" userId="0433a4f5f282d60d" providerId="LiveId" clId="{28915706-D69E-4C14-9EFE-F4886AA60EBF}" dt="2026-09-12T01:08:00.734" v="34" actId="20577"/>
        <pc:sldMkLst>
          <pc:docMk/>
          <pc:sldMk cId="3756504613" sldId="268"/>
        </pc:sldMkLst>
        <pc:spChg chg="mod">
          <ac:chgData name="예나 김" userId="0433a4f5f282d60d" providerId="LiveId" clId="{28915706-D69E-4C14-9EFE-F4886AA60EBF}" dt="2026-09-12T01:08:00.734" v="34" actId="20577"/>
          <ac:spMkLst>
            <pc:docMk/>
            <pc:sldMk cId="3756504613" sldId="268"/>
            <ac:spMk id="8" creationId="{00000000-0000-0000-0000-000000000000}"/>
          </ac:spMkLst>
        </pc:spChg>
      </pc:sldChg>
      <pc:sldChg chg="modSp mod">
        <pc:chgData name="예나 김" userId="0433a4f5f282d60d" providerId="LiveId" clId="{28915706-D69E-4C14-9EFE-F4886AA60EBF}" dt="2026-09-12T01:08:46.197" v="85"/>
        <pc:sldMkLst>
          <pc:docMk/>
          <pc:sldMk cId="3974363792" sldId="269"/>
        </pc:sldMkLst>
        <pc:spChg chg="mod">
          <ac:chgData name="예나 김" userId="0433a4f5f282d60d" providerId="LiveId" clId="{28915706-D69E-4C14-9EFE-F4886AA60EBF}" dt="2026-09-12T01:08:46.197" v="85"/>
          <ac:spMkLst>
            <pc:docMk/>
            <pc:sldMk cId="3974363792" sldId="269"/>
            <ac:spMk id="2" creationId="{783C79BC-9644-B814-24DC-B572CAABBBFA}"/>
          </ac:spMkLst>
        </pc:spChg>
      </pc:sldChg>
      <pc:sldChg chg="modSp mod">
        <pc:chgData name="예나 김" userId="0433a4f5f282d60d" providerId="LiveId" clId="{28915706-D69E-4C14-9EFE-F4886AA60EBF}" dt="2026-09-12T01:14:15.104" v="105"/>
        <pc:sldMkLst>
          <pc:docMk/>
          <pc:sldMk cId="3162987268" sldId="273"/>
        </pc:sldMkLst>
        <pc:spChg chg="mod">
          <ac:chgData name="예나 김" userId="0433a4f5f282d60d" providerId="LiveId" clId="{28915706-D69E-4C14-9EFE-F4886AA60EBF}" dt="2026-09-12T01:08:17.036" v="45" actId="20577"/>
          <ac:spMkLst>
            <pc:docMk/>
            <pc:sldMk cId="3162987268" sldId="273"/>
            <ac:spMk id="8" creationId="{00000000-0000-0000-0000-000000000000}"/>
          </ac:spMkLst>
        </pc:spChg>
        <pc:spChg chg="mod">
          <ac:chgData name="예나 김" userId="0433a4f5f282d60d" providerId="LiveId" clId="{28915706-D69E-4C14-9EFE-F4886AA60EBF}" dt="2026-09-12T01:14:15.104" v="105"/>
          <ac:spMkLst>
            <pc:docMk/>
            <pc:sldMk cId="3162987268" sldId="273"/>
            <ac:spMk id="25" creationId="{7274FFD5-28F1-EA53-694C-9FA75E0982E2}"/>
          </ac:spMkLst>
        </pc:spChg>
        <pc:spChg chg="mod">
          <ac:chgData name="예나 김" userId="0433a4f5f282d60d" providerId="LiveId" clId="{28915706-D69E-4C14-9EFE-F4886AA60EBF}" dt="2026-09-12T01:13:51.203" v="99"/>
          <ac:spMkLst>
            <pc:docMk/>
            <pc:sldMk cId="3162987268" sldId="273"/>
            <ac:spMk id="28" creationId="{04836553-D1B8-352A-5B71-F1716630A44C}"/>
          </ac:spMkLst>
        </pc:spChg>
      </pc:sldChg>
      <pc:sldChg chg="addSp modSp mod">
        <pc:chgData name="예나 김" userId="0433a4f5f282d60d" providerId="LiveId" clId="{28915706-D69E-4C14-9EFE-F4886AA60EBF}" dt="2026-09-12T01:07:30.812" v="13"/>
        <pc:sldMkLst>
          <pc:docMk/>
          <pc:sldMk cId="1066644632" sldId="277"/>
        </pc:sldMkLst>
        <pc:spChg chg="mod">
          <ac:chgData name="예나 김" userId="0433a4f5f282d60d" providerId="LiveId" clId="{28915706-D69E-4C14-9EFE-F4886AA60EBF}" dt="2026-09-12T01:07:30.812" v="13"/>
          <ac:spMkLst>
            <pc:docMk/>
            <pc:sldMk cId="1066644632" sldId="277"/>
            <ac:spMk id="8" creationId="{00000000-0000-0000-0000-000000000000}"/>
          </ac:spMkLst>
        </pc:spChg>
        <pc:spChg chg="add mod">
          <ac:chgData name="예나 김" userId="0433a4f5f282d60d" providerId="LiveId" clId="{28915706-D69E-4C14-9EFE-F4886AA60EBF}" dt="2026-09-12T01:07:07.796" v="1" actId="1076"/>
          <ac:spMkLst>
            <pc:docMk/>
            <pc:sldMk cId="1066644632" sldId="277"/>
            <ac:spMk id="14" creationId="{063DC84C-D64E-4041-2A68-F11DBACEB3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1348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9891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042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9200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04963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69DCDE-839F-45A5-BBBA-002CD9F8819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287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타원 7"/>
          <p:cNvSpPr/>
          <p:nvPr userDrawn="1"/>
        </p:nvSpPr>
        <p:spPr>
          <a:xfrm>
            <a:off x="1314979" y="932723"/>
            <a:ext cx="9562043" cy="519542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774"/>
          <a:stretch/>
        </p:blipFill>
        <p:spPr>
          <a:xfrm>
            <a:off x="5232685" y="6213310"/>
            <a:ext cx="1726629" cy="559532"/>
          </a:xfrm>
          <a:prstGeom prst="rect">
            <a:avLst/>
          </a:prstGeom>
        </p:spPr>
      </p:pic>
      <p:grpSp>
        <p:nvGrpSpPr>
          <p:cNvPr id="3" name="그룹 2"/>
          <p:cNvGrpSpPr/>
          <p:nvPr userDrawn="1"/>
        </p:nvGrpSpPr>
        <p:grpSpPr>
          <a:xfrm>
            <a:off x="8380207" y="4128700"/>
            <a:ext cx="3810915" cy="2740004"/>
            <a:chOff x="8380207" y="4128700"/>
            <a:chExt cx="3810915" cy="2740004"/>
          </a:xfrm>
        </p:grpSpPr>
        <p:pic>
          <p:nvPicPr>
            <p:cNvPr id="5" name="그림 4"/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0207" y="4139458"/>
              <a:ext cx="3806750" cy="2729246"/>
            </a:xfrm>
            <a:prstGeom prst="rect">
              <a:avLst/>
            </a:prstGeom>
          </p:spPr>
        </p:pic>
        <p:pic>
          <p:nvPicPr>
            <p:cNvPr id="2" name="그림 1"/>
            <p:cNvPicPr>
              <a:picLocks noChangeAspect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85922" y="4128700"/>
              <a:ext cx="3805200" cy="27318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366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92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0" y="1134884"/>
            <a:ext cx="12192000" cy="53664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5" name="모서리가 둥근 직사각형 14"/>
          <p:cNvSpPr/>
          <p:nvPr userDrawn="1"/>
        </p:nvSpPr>
        <p:spPr>
          <a:xfrm>
            <a:off x="431371" y="1083243"/>
            <a:ext cx="11329259" cy="101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1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85109" y="6499821"/>
            <a:ext cx="28448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1219170" rtl="0" eaLnBrk="1" latinLnBrk="1" hangingPunct="1">
              <a:defRPr lang="ko-KR" altLang="en-US" sz="1067" b="1" kern="1200" smtClean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G마켓 산스 TTF Medium" panose="02000000000000000000" pitchFamily="2" charset="-127"/>
                <a:cs typeface="+mn-cs"/>
              </a:defRPr>
            </a:lvl1pPr>
          </a:lstStyle>
          <a:p>
            <a:fld id="{A73DE1A5-A26C-4936-9EB7-341AE0E9F7ED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519761" y="409647"/>
            <a:ext cx="9525376" cy="641085"/>
          </a:xfrm>
          <a:prstGeom prst="rect">
            <a:avLst/>
          </a:prstGeom>
        </p:spPr>
        <p:txBody>
          <a:bodyPr anchor="ctr"/>
          <a:lstStyle>
            <a:lvl1pPr marL="0" algn="l" defTabSz="1219170" rtl="0" eaLnBrk="1" latinLnBrk="1" hangingPunct="1">
              <a:spcBef>
                <a:spcPct val="0"/>
              </a:spcBef>
              <a:buNone/>
              <a:defRPr lang="ko-KR" altLang="en-US" sz="3733" kern="1200" spc="-147" baseline="0" dirty="0">
                <a:solidFill>
                  <a:schemeClr val="tx1">
                    <a:lumMod val="85000"/>
                    <a:lumOff val="15000"/>
                    <a:alpha val="99000"/>
                  </a:schemeClr>
                </a:solidFill>
                <a:latin typeface="땅스부대찌개 Bold" panose="02020603020101020101" pitchFamily="18" charset="-127"/>
                <a:ea typeface="땅스부대찌개 Bold" panose="02020603020101020101" pitchFamily="18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모서리가 둥근 직사각형 2"/>
          <p:cNvSpPr/>
          <p:nvPr userDrawn="1"/>
        </p:nvSpPr>
        <p:spPr>
          <a:xfrm>
            <a:off x="519762" y="1412776"/>
            <a:ext cx="11144857" cy="4896544"/>
          </a:xfrm>
          <a:prstGeom prst="roundRect">
            <a:avLst>
              <a:gd name="adj" fmla="val 11065"/>
            </a:avLst>
          </a:prstGeom>
          <a:solidFill>
            <a:schemeClr val="bg1"/>
          </a:solidFill>
          <a:ln w="57150">
            <a:solidFill>
              <a:srgbClr val="F687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403"/>
          <a:stretch/>
        </p:blipFill>
        <p:spPr>
          <a:xfrm>
            <a:off x="10180896" y="468166"/>
            <a:ext cx="1579734" cy="51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56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2" name="Google Shape;22;p37"/>
          <p:cNvGrpSpPr/>
          <p:nvPr userDrawn="1"/>
        </p:nvGrpSpPr>
        <p:grpSpPr>
          <a:xfrm>
            <a:off x="335361" y="487206"/>
            <a:ext cx="3834759" cy="722645"/>
            <a:chOff x="0" y="-699"/>
            <a:chExt cx="2876068" cy="541982"/>
          </a:xfrm>
        </p:grpSpPr>
        <p:sp>
          <p:nvSpPr>
            <p:cNvPr id="13" name="Google Shape;23;p37"/>
            <p:cNvSpPr/>
            <p:nvPr/>
          </p:nvSpPr>
          <p:spPr>
            <a:xfrm>
              <a:off x="0" y="0"/>
              <a:ext cx="2876068" cy="541283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18493" y="0"/>
                  </a:moveTo>
                  <a:lnTo>
                    <a:pt x="3107" y="0"/>
                  </a:lnTo>
                  <a:cubicBezTo>
                    <a:pt x="2222" y="0"/>
                    <a:pt x="1691" y="0"/>
                    <a:pt x="1337" y="651"/>
                  </a:cubicBezTo>
                  <a:cubicBezTo>
                    <a:pt x="773" y="1743"/>
                    <a:pt x="328" y="4106"/>
                    <a:pt x="123" y="7106"/>
                  </a:cubicBezTo>
                  <a:cubicBezTo>
                    <a:pt x="41" y="8290"/>
                    <a:pt x="0" y="9540"/>
                    <a:pt x="0" y="10800"/>
                  </a:cubicBezTo>
                  <a:cubicBezTo>
                    <a:pt x="0" y="12060"/>
                    <a:pt x="41" y="13310"/>
                    <a:pt x="123" y="14494"/>
                  </a:cubicBezTo>
                  <a:cubicBezTo>
                    <a:pt x="328" y="17494"/>
                    <a:pt x="773" y="19857"/>
                    <a:pt x="1337" y="20949"/>
                  </a:cubicBezTo>
                  <a:cubicBezTo>
                    <a:pt x="1691" y="21600"/>
                    <a:pt x="2222" y="21600"/>
                    <a:pt x="3107" y="21600"/>
                  </a:cubicBezTo>
                  <a:lnTo>
                    <a:pt x="18493" y="21600"/>
                  </a:lnTo>
                  <a:cubicBezTo>
                    <a:pt x="19378" y="21600"/>
                    <a:pt x="19909" y="21600"/>
                    <a:pt x="20263" y="20949"/>
                  </a:cubicBezTo>
                  <a:cubicBezTo>
                    <a:pt x="20827" y="19857"/>
                    <a:pt x="21272" y="17494"/>
                    <a:pt x="21477" y="14494"/>
                  </a:cubicBezTo>
                  <a:cubicBezTo>
                    <a:pt x="21559" y="13310"/>
                    <a:pt x="21600" y="12060"/>
                    <a:pt x="21600" y="10800"/>
                  </a:cubicBezTo>
                  <a:cubicBezTo>
                    <a:pt x="21600" y="9540"/>
                    <a:pt x="21559" y="8290"/>
                    <a:pt x="21477" y="7106"/>
                  </a:cubicBezTo>
                  <a:cubicBezTo>
                    <a:pt x="21272" y="4106"/>
                    <a:pt x="20827" y="1743"/>
                    <a:pt x="20263" y="651"/>
                  </a:cubicBezTo>
                  <a:cubicBezTo>
                    <a:pt x="19909" y="0"/>
                    <a:pt x="19378" y="0"/>
                    <a:pt x="18493" y="0"/>
                  </a:cubicBezTo>
                  <a:close/>
                </a:path>
              </a:pathLst>
            </a:custGeom>
            <a:solidFill>
              <a:srgbClr val="F6877E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chemeClr val="dk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endParaRPr>
            </a:p>
          </p:txBody>
        </p:sp>
        <p:sp>
          <p:nvSpPr>
            <p:cNvPr id="14" name="Google Shape;24;p37"/>
            <p:cNvSpPr txBox="1"/>
            <p:nvPr/>
          </p:nvSpPr>
          <p:spPr>
            <a:xfrm>
              <a:off x="243287" y="-699"/>
              <a:ext cx="2389494" cy="535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sz="3333" b="1" dirty="0">
                  <a:solidFill>
                    <a:srgbClr val="FFFFFF"/>
                  </a:solidFill>
                  <a:latin typeface="+mj-ea"/>
                  <a:ea typeface="+mj-ea"/>
                  <a:cs typeface="Arial"/>
                  <a:sym typeface="Arial"/>
                </a:rPr>
                <a:t>초등 미술</a:t>
              </a:r>
              <a:endParaRPr sz="2400" dirty="0">
                <a:latin typeface="+mj-ea"/>
                <a:ea typeface="+mj-ea"/>
              </a:endParaRPr>
            </a:p>
          </p:txBody>
        </p:sp>
      </p:grp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158" r="34094" b="5158"/>
          <a:stretch/>
        </p:blipFill>
        <p:spPr>
          <a:xfrm>
            <a:off x="4804125" y="5883883"/>
            <a:ext cx="2346484" cy="764099"/>
          </a:xfrm>
          <a:prstGeom prst="rect">
            <a:avLst/>
          </a:prstGeom>
        </p:spPr>
      </p:pic>
      <p:sp>
        <p:nvSpPr>
          <p:cNvPr id="17" name="모서리가 둥근 직사각형 16"/>
          <p:cNvSpPr/>
          <p:nvPr userDrawn="1"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8" name="Google Shape;125;p45"/>
          <p:cNvSpPr txBox="1"/>
          <p:nvPr userDrawn="1"/>
        </p:nvSpPr>
        <p:spPr>
          <a:xfrm>
            <a:off x="2927648" y="3591209"/>
            <a:ext cx="6387312" cy="3200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0000" b="1" dirty="0">
                <a:latin typeface="+mj-ea"/>
                <a:ea typeface="+mj-ea"/>
                <a:cs typeface="Arial"/>
                <a:sym typeface="Arial"/>
              </a:rPr>
              <a:t>감사합니다</a:t>
            </a:r>
            <a:endParaRPr sz="10000" b="1" dirty="0">
              <a:latin typeface="+mj-ea"/>
              <a:ea typeface="+mj-ea"/>
              <a:cs typeface="Arial"/>
              <a:sym typeface="Arial"/>
            </a:endParaRPr>
          </a:p>
        </p:txBody>
      </p:sp>
      <p:pic>
        <p:nvPicPr>
          <p:cNvPr id="19" name="그림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58" y="1079178"/>
            <a:ext cx="4500000" cy="2533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600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1CDAB1-A1E7-CFB5-4C4F-BF381DEE0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405" y="1123143"/>
            <a:ext cx="9145191" cy="2386082"/>
          </a:xfrm>
        </p:spPr>
        <p:txBody>
          <a:bodyPr anchor="b"/>
          <a:lstStyle>
            <a:lvl1pPr algn="ctr"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D3C9FB5-648E-6CF3-980F-C9A15A1260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405" y="3601363"/>
            <a:ext cx="9145191" cy="1656913"/>
          </a:xfrm>
        </p:spPr>
        <p:txBody>
          <a:bodyPr/>
          <a:lstStyle>
            <a:lvl1pPr marL="0" indent="0" algn="ctr">
              <a:buNone/>
              <a:defRPr sz="2402"/>
            </a:lvl1pPr>
            <a:lvl2pPr marL="457520" indent="0" algn="ctr">
              <a:buNone/>
              <a:defRPr sz="2001"/>
            </a:lvl2pPr>
            <a:lvl3pPr marL="915040" indent="0" algn="ctr">
              <a:buNone/>
              <a:defRPr sz="1801"/>
            </a:lvl3pPr>
            <a:lvl4pPr marL="1372560" indent="0" algn="ctr">
              <a:buNone/>
              <a:defRPr sz="1601"/>
            </a:lvl4pPr>
            <a:lvl5pPr marL="1830080" indent="0" algn="ctr">
              <a:buNone/>
              <a:defRPr sz="1601"/>
            </a:lvl5pPr>
            <a:lvl6pPr marL="2287600" indent="0" algn="ctr">
              <a:buNone/>
              <a:defRPr sz="1601"/>
            </a:lvl6pPr>
            <a:lvl7pPr marL="2745120" indent="0" algn="ctr">
              <a:buNone/>
              <a:defRPr sz="1601"/>
            </a:lvl7pPr>
            <a:lvl8pPr marL="3202640" indent="0" algn="ctr">
              <a:buNone/>
              <a:defRPr sz="1601"/>
            </a:lvl8pPr>
            <a:lvl9pPr marL="3660160" indent="0" algn="ctr">
              <a:buNone/>
              <a:defRPr sz="1601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1B6F74-0D6F-ABA8-D595-2CD7CC7DB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1D5DA0-514B-F0F0-C432-A801FB7C0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B9A905-7FA9-41B4-5F76-78E42BB7D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756695-5394-4275-AF82-FA73A9257D0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7785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FECD42-BBEC-BA18-F276-0C29741A9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264433-1D5A-9D26-6525-F6F65273E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A174-3A58-A6C7-3483-1D27A2111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B7142F9-B37A-147F-0542-12429285C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25B876-F97A-60F2-3F5C-558F22E0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158258-C0FB-4AF9-9D0A-918F61B6CCA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2842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15B40E-BA87-9913-53EB-EEB027AB4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392" y="1709337"/>
            <a:ext cx="10514508" cy="2853131"/>
          </a:xfrm>
        </p:spPr>
        <p:txBody>
          <a:bodyPr anchor="b"/>
          <a:lstStyle>
            <a:lvl1pPr>
              <a:defRPr sz="6004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CDE29B-3827-5235-AF37-A40AE7E8F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2392" y="4589475"/>
            <a:ext cx="10514508" cy="1499641"/>
          </a:xfrm>
        </p:spPr>
        <p:txBody>
          <a:bodyPr/>
          <a:lstStyle>
            <a:lvl1pPr marL="0" indent="0">
              <a:buNone/>
              <a:defRPr sz="2402"/>
            </a:lvl1pPr>
            <a:lvl2pPr marL="457520" indent="0">
              <a:buNone/>
              <a:defRPr sz="2001"/>
            </a:lvl2pPr>
            <a:lvl3pPr marL="915040" indent="0">
              <a:buNone/>
              <a:defRPr sz="1801"/>
            </a:lvl3pPr>
            <a:lvl4pPr marL="1372560" indent="0">
              <a:buNone/>
              <a:defRPr sz="1601"/>
            </a:lvl4pPr>
            <a:lvl5pPr marL="1830080" indent="0">
              <a:buNone/>
              <a:defRPr sz="1601"/>
            </a:lvl5pPr>
            <a:lvl6pPr marL="2287600" indent="0">
              <a:buNone/>
              <a:defRPr sz="1601"/>
            </a:lvl6pPr>
            <a:lvl7pPr marL="2745120" indent="0">
              <a:buNone/>
              <a:defRPr sz="1601"/>
            </a:lvl7pPr>
            <a:lvl8pPr marL="3202640" indent="0">
              <a:buNone/>
              <a:defRPr sz="1601"/>
            </a:lvl8pPr>
            <a:lvl9pPr marL="3660160" indent="0">
              <a:buNone/>
              <a:defRPr sz="16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798EE9-CD2C-BD64-87E5-6C1E702D7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EA3FBA-BE90-B7EA-0105-0D8B8386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71DD27-E0B9-7FE1-95D6-B332B7E731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5E722-5858-45F9-A34C-5F87E08EBAB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7417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6D3E1-F662-D11D-0505-3DA26CC4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722868-4B73-3B60-65D7-CF2BF52D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9" y="1599724"/>
            <a:ext cx="2616315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56467C-B32D-43B9-07BA-240716F0D6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77224" y="1599724"/>
            <a:ext cx="2616316" cy="21970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C927F1-1827-6F0E-7240-107E54AFD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E12205-14A7-B898-1F38-7BD2FCE1A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FF28D1-9CF2-C697-7120-4B8A73472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3BC6E1-510F-40DF-A1EA-766B6895277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46284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98272-7063-4BA0-AC57-96D4E9DAD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365379"/>
            <a:ext cx="10514507" cy="13248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3CC4135-A4EB-0628-35DA-8164B9B01A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335" y="1680743"/>
            <a:ext cx="5157970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D09DDED-7EFB-31B3-2A2B-C2413239A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0335" y="2505228"/>
            <a:ext cx="5157970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F58742-B27A-258B-DCE5-DCC59C1366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1456" y="1680743"/>
            <a:ext cx="5183386" cy="824485"/>
          </a:xfrm>
        </p:spPr>
        <p:txBody>
          <a:bodyPr anchor="b"/>
          <a:lstStyle>
            <a:lvl1pPr marL="0" indent="0">
              <a:buNone/>
              <a:defRPr sz="2402" b="1"/>
            </a:lvl1pPr>
            <a:lvl2pPr marL="457520" indent="0">
              <a:buNone/>
              <a:defRPr sz="2001" b="1"/>
            </a:lvl2pPr>
            <a:lvl3pPr marL="915040" indent="0">
              <a:buNone/>
              <a:defRPr sz="1801" b="1"/>
            </a:lvl3pPr>
            <a:lvl4pPr marL="1372560" indent="0">
              <a:buNone/>
              <a:defRPr sz="1601" b="1"/>
            </a:lvl4pPr>
            <a:lvl5pPr marL="1830080" indent="0">
              <a:buNone/>
              <a:defRPr sz="1601" b="1"/>
            </a:lvl5pPr>
            <a:lvl6pPr marL="2287600" indent="0">
              <a:buNone/>
              <a:defRPr sz="1601" b="1"/>
            </a:lvl6pPr>
            <a:lvl7pPr marL="2745120" indent="0">
              <a:buNone/>
              <a:defRPr sz="1601" b="1"/>
            </a:lvl7pPr>
            <a:lvl8pPr marL="3202640" indent="0">
              <a:buNone/>
              <a:defRPr sz="1601" b="1"/>
            </a:lvl8pPr>
            <a:lvl9pPr marL="3660160" indent="0">
              <a:buNone/>
              <a:defRPr sz="1601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920D058-40BB-A002-D824-9FF3CAA6F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1456" y="2505228"/>
            <a:ext cx="5183386" cy="36839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B24A5-03AC-3BDE-E94E-2B5431C08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69DFF8-FE80-5EB1-6D45-E4B2EA90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E9598D5-1D63-CEF9-BA95-0ED5CBD3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F8083-CC21-4651-B783-250056FB9B2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282293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D719E-E86B-447A-B095-8CD1AE2C2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90DFBA-38A4-A561-EDC6-E2BC22656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647364-AE8F-47A1-48B2-40823D135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D35064-9D56-52BC-3117-C5220E5AD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0D04C5-F145-4DCF-8EA1-D7A522ACD6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36483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8F17AE2-D83D-83A0-8625-1C3476832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447AD5-D2D2-FABD-3736-5CD210C19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6B1909-34F9-6D84-5A6B-4272D99C4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91738-9939-40EF-AC85-9DF4769D5E9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247363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97DF7-573E-B3C5-268A-FCD1D3DA0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76EDD3-5CFA-9762-521B-F923DEB39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>
              <a:defRPr sz="3202"/>
            </a:lvl1pPr>
            <a:lvl2pPr>
              <a:defRPr sz="2802"/>
            </a:lvl2pPr>
            <a:lvl3pPr>
              <a:defRPr sz="2402"/>
            </a:lvl3pPr>
            <a:lvl4pPr>
              <a:defRPr sz="2001"/>
            </a:lvl4pPr>
            <a:lvl5pPr>
              <a:defRPr sz="2001"/>
            </a:lvl5pPr>
            <a:lvl6pPr>
              <a:defRPr sz="2001"/>
            </a:lvl6pPr>
            <a:lvl7pPr>
              <a:defRPr sz="2001"/>
            </a:lvl7pPr>
            <a:lvl8pPr>
              <a:defRPr sz="2001"/>
            </a:lvl8pPr>
            <a:lvl9pPr>
              <a:defRPr sz="2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0851AA-136C-BA18-02A8-8F2D6868BB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85B4B8-ABDE-E4F0-CAA4-F44D4E6F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A696BA-A4EE-E190-1A29-040E12EA1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0B71B5-75D1-6E16-68E0-8894E1F2C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7CE856-5433-40C8-9C6D-BC48ED4C97AF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2485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F684A9-E232-B337-2528-346F015A5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335" y="457518"/>
            <a:ext cx="3931621" cy="1599724"/>
          </a:xfrm>
        </p:spPr>
        <p:txBody>
          <a:bodyPr anchor="b"/>
          <a:lstStyle>
            <a:lvl1pPr>
              <a:defRPr sz="3202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62ADAD-6943-ADCC-3953-D34B72A676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388" y="988112"/>
            <a:ext cx="6171455" cy="4872246"/>
          </a:xfrm>
        </p:spPr>
        <p:txBody>
          <a:bodyPr/>
          <a:lstStyle>
            <a:lvl1pPr marL="0" indent="0">
              <a:buNone/>
              <a:defRPr sz="3202"/>
            </a:lvl1pPr>
            <a:lvl2pPr marL="457520" indent="0">
              <a:buNone/>
              <a:defRPr sz="2802"/>
            </a:lvl2pPr>
            <a:lvl3pPr marL="915040" indent="0">
              <a:buNone/>
              <a:defRPr sz="2402"/>
            </a:lvl3pPr>
            <a:lvl4pPr marL="1372560" indent="0">
              <a:buNone/>
              <a:defRPr sz="2001"/>
            </a:lvl4pPr>
            <a:lvl5pPr marL="1830080" indent="0">
              <a:buNone/>
              <a:defRPr sz="2001"/>
            </a:lvl5pPr>
            <a:lvl6pPr marL="2287600" indent="0">
              <a:buNone/>
              <a:defRPr sz="2001"/>
            </a:lvl6pPr>
            <a:lvl7pPr marL="2745120" indent="0">
              <a:buNone/>
              <a:defRPr sz="2001"/>
            </a:lvl7pPr>
            <a:lvl8pPr marL="3202640" indent="0">
              <a:buNone/>
              <a:defRPr sz="2001"/>
            </a:lvl8pPr>
            <a:lvl9pPr marL="3660160" indent="0">
              <a:buNone/>
              <a:defRPr sz="2001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1501E-95EF-AFA3-9C02-167A68D86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0335" y="2057242"/>
            <a:ext cx="3931621" cy="3811058"/>
          </a:xfrm>
        </p:spPr>
        <p:txBody>
          <a:bodyPr/>
          <a:lstStyle>
            <a:lvl1pPr marL="0" indent="0">
              <a:buNone/>
              <a:defRPr sz="1601"/>
            </a:lvl1pPr>
            <a:lvl2pPr marL="457520" indent="0">
              <a:buNone/>
              <a:defRPr sz="1401"/>
            </a:lvl2pPr>
            <a:lvl3pPr marL="915040" indent="0">
              <a:buNone/>
              <a:defRPr sz="1201"/>
            </a:lvl3pPr>
            <a:lvl4pPr marL="1372560" indent="0">
              <a:buNone/>
              <a:defRPr sz="1001"/>
            </a:lvl4pPr>
            <a:lvl5pPr marL="1830080" indent="0">
              <a:buNone/>
              <a:defRPr sz="1001"/>
            </a:lvl5pPr>
            <a:lvl6pPr marL="2287600" indent="0">
              <a:buNone/>
              <a:defRPr sz="1001"/>
            </a:lvl6pPr>
            <a:lvl7pPr marL="2745120" indent="0">
              <a:buNone/>
              <a:defRPr sz="1001"/>
            </a:lvl7pPr>
            <a:lvl8pPr marL="3202640" indent="0">
              <a:buNone/>
              <a:defRPr sz="1001"/>
            </a:lvl8pPr>
            <a:lvl9pPr marL="3660160" indent="0">
              <a:buNone/>
              <a:defRPr sz="100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17F6C4-0FC7-A46B-D0FB-1CAF0D8D3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BD54F7-8351-1CDE-2D37-AE460D134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B495D-5428-AB12-2AE7-E43C7E6EA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DA364-5BD8-4C76-A283-8A7FC9654CD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11838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F7A77-3B4E-2174-200F-BC2D851BD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CC89926-D218-79F0-9FEE-71DA4CCDBB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609930-B442-232D-09B6-131172C6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F5D24B-8A66-D353-9B5E-D60E566EA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2B18C8-2516-7B04-B1B7-9C8287B60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D7A391-17EC-49D3-95B9-11521C4E911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697783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25621E-9C4E-3696-479D-F3B491B609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8604" y="273240"/>
            <a:ext cx="2743399" cy="352352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77EF1E-7894-D54F-901D-249F822FB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8409" y="273240"/>
            <a:ext cx="8077696" cy="352352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D991E3-09E1-87FA-3E7A-D7A9AC2E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FFAB18-B2BE-C620-D5AF-59366FEFB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704E59-04E4-56AC-E32E-51EE67685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1935ED-A419-4E3E-A01D-307B835363B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9074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8.png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>
            <a:extLst>
              <a:ext uri="{FF2B5EF4-FFF2-40B4-BE49-F238E27FC236}">
                <a16:creationId xmlns:a16="http://schemas.microsoft.com/office/drawing/2014/main" id="{EB9F5CC1-E0ED-A544-3125-1CAF1AA09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3" name="AutoShape 5">
            <a:extLst>
              <a:ext uri="{FF2B5EF4-FFF2-40B4-BE49-F238E27FC236}">
                <a16:creationId xmlns:a16="http://schemas.microsoft.com/office/drawing/2014/main" id="{294D9355-B288-864E-754C-2E4780AC0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4" y="4114482"/>
            <a:ext cx="11332603" cy="101671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DB030153-312A-A6B7-EF4D-5FC29B803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79"/>
          <a:stretch>
            <a:fillRect/>
          </a:stretch>
        </p:blipFill>
        <p:spPr bwMode="auto">
          <a:xfrm>
            <a:off x="4938754" y="5906427"/>
            <a:ext cx="2314494" cy="76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5" name="Freeform 7">
            <a:extLst>
              <a:ext uri="{FF2B5EF4-FFF2-40B4-BE49-F238E27FC236}">
                <a16:creationId xmlns:a16="http://schemas.microsoft.com/office/drawing/2014/main" id="{0761C8CC-20DE-0035-8449-92E31252D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593" y="486113"/>
            <a:ext cx="3836310" cy="722815"/>
          </a:xfrm>
          <a:custGeom>
            <a:avLst/>
            <a:gdLst>
              <a:gd name="T0" fmla="*/ 2066 w 2414"/>
              <a:gd name="T1" fmla="*/ 0 h 454"/>
              <a:gd name="T2" fmla="*/ 346 w 2414"/>
              <a:gd name="T3" fmla="*/ 0 h 454"/>
              <a:gd name="T4" fmla="*/ 148 w 2414"/>
              <a:gd name="T5" fmla="*/ 13 h 454"/>
              <a:gd name="T6" fmla="*/ 13 w 2414"/>
              <a:gd name="T7" fmla="*/ 149 h 454"/>
              <a:gd name="T8" fmla="*/ 0 w 2414"/>
              <a:gd name="T9" fmla="*/ 227 h 454"/>
              <a:gd name="T10" fmla="*/ 13 w 2414"/>
              <a:gd name="T11" fmla="*/ 305 h 454"/>
              <a:gd name="T12" fmla="*/ 148 w 2414"/>
              <a:gd name="T13" fmla="*/ 440 h 454"/>
              <a:gd name="T14" fmla="*/ 346 w 2414"/>
              <a:gd name="T15" fmla="*/ 454 h 454"/>
              <a:gd name="T16" fmla="*/ 2066 w 2414"/>
              <a:gd name="T17" fmla="*/ 454 h 454"/>
              <a:gd name="T18" fmla="*/ 2264 w 2414"/>
              <a:gd name="T19" fmla="*/ 440 h 454"/>
              <a:gd name="T20" fmla="*/ 2400 w 2414"/>
              <a:gd name="T21" fmla="*/ 305 h 454"/>
              <a:gd name="T22" fmla="*/ 2414 w 2414"/>
              <a:gd name="T23" fmla="*/ 227 h 454"/>
              <a:gd name="T24" fmla="*/ 2400 w 2414"/>
              <a:gd name="T25" fmla="*/ 149 h 454"/>
              <a:gd name="T26" fmla="*/ 2264 w 2414"/>
              <a:gd name="T27" fmla="*/ 13 h 454"/>
              <a:gd name="T28" fmla="*/ 2066 w 2414"/>
              <a:gd name="T29" fmla="*/ 0 h 454"/>
              <a:gd name="T30" fmla="*/ 2066 w 2414"/>
              <a:gd name="T31" fmla="*/ 0 h 4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414" h="454">
                <a:moveTo>
                  <a:pt x="2066" y="0"/>
                </a:moveTo>
                <a:lnTo>
                  <a:pt x="346" y="0"/>
                </a:lnTo>
                <a:cubicBezTo>
                  <a:pt x="247" y="0"/>
                  <a:pt x="188" y="0"/>
                  <a:pt x="148" y="13"/>
                </a:cubicBezTo>
                <a:cubicBezTo>
                  <a:pt x="85" y="36"/>
                  <a:pt x="35" y="86"/>
                  <a:pt x="13" y="149"/>
                </a:cubicBezTo>
                <a:cubicBezTo>
                  <a:pt x="4" y="174"/>
                  <a:pt x="0" y="200"/>
                  <a:pt x="0" y="227"/>
                </a:cubicBezTo>
                <a:cubicBezTo>
                  <a:pt x="0" y="253"/>
                  <a:pt x="4" y="280"/>
                  <a:pt x="13" y="305"/>
                </a:cubicBezTo>
                <a:cubicBezTo>
                  <a:pt x="35" y="368"/>
                  <a:pt x="85" y="417"/>
                  <a:pt x="148" y="440"/>
                </a:cubicBezTo>
                <a:cubicBezTo>
                  <a:pt x="188" y="454"/>
                  <a:pt x="247" y="454"/>
                  <a:pt x="346" y="454"/>
                </a:cubicBezTo>
                <a:lnTo>
                  <a:pt x="2066" y="454"/>
                </a:lnTo>
                <a:cubicBezTo>
                  <a:pt x="2165" y="454"/>
                  <a:pt x="2225" y="454"/>
                  <a:pt x="2264" y="440"/>
                </a:cubicBezTo>
                <a:cubicBezTo>
                  <a:pt x="2327" y="417"/>
                  <a:pt x="2377" y="368"/>
                  <a:pt x="2400" y="305"/>
                </a:cubicBezTo>
                <a:cubicBezTo>
                  <a:pt x="2409" y="280"/>
                  <a:pt x="2414" y="253"/>
                  <a:pt x="2414" y="227"/>
                </a:cubicBezTo>
                <a:cubicBezTo>
                  <a:pt x="2414" y="200"/>
                  <a:pt x="2409" y="174"/>
                  <a:pt x="2400" y="149"/>
                </a:cubicBezTo>
                <a:cubicBezTo>
                  <a:pt x="2377" y="86"/>
                  <a:pt x="2327" y="36"/>
                  <a:pt x="2264" y="13"/>
                </a:cubicBezTo>
                <a:cubicBezTo>
                  <a:pt x="2225" y="0"/>
                  <a:pt x="2165" y="0"/>
                  <a:pt x="2066" y="0"/>
                </a:cubicBezTo>
                <a:lnTo>
                  <a:pt x="2066" y="0"/>
                </a:lnTo>
                <a:close/>
              </a:path>
            </a:pathLst>
          </a:cu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eaLnBrk="1" hangingPunct="1"/>
            <a:endParaRPr lang="ko-KR" altLang="en-US" sz="1801">
              <a:ea typeface="굴림" panose="020B0600000101010101" pitchFamily="50" charset="-127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C49B39F2-B4F0-8C62-04EA-2F57BF601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4472" y="1688685"/>
            <a:ext cx="4500317" cy="25354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57" name="Rectangle 9">
            <a:extLst>
              <a:ext uri="{FF2B5EF4-FFF2-40B4-BE49-F238E27FC236}">
                <a16:creationId xmlns:a16="http://schemas.microsoft.com/office/drawing/2014/main" id="{177CB117-7ACD-B139-5737-349E427734A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08409" y="273240"/>
            <a:ext cx="10973594" cy="11437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>
                <a:sym typeface="Calibri" panose="020F0502020204030204" pitchFamily="34" charset="0"/>
              </a:rPr>
              <a:t>마스터 제목 스타일 편집</a:t>
            </a:r>
          </a:p>
        </p:txBody>
      </p:sp>
      <p:sp>
        <p:nvSpPr>
          <p:cNvPr id="2058" name="Rectangle 10">
            <a:extLst>
              <a:ext uri="{FF2B5EF4-FFF2-40B4-BE49-F238E27FC236}">
                <a16:creationId xmlns:a16="http://schemas.microsoft.com/office/drawing/2014/main" id="{94ECE46E-4976-294C-DCC9-56FDD9833CC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8409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59" name="Rectangle 11">
            <a:extLst>
              <a:ext uri="{FF2B5EF4-FFF2-40B4-BE49-F238E27FC236}">
                <a16:creationId xmlns:a16="http://schemas.microsoft.com/office/drawing/2014/main" id="{5C5D9B19-6509-C2CA-89C4-AD117DAD12C8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6873" y="1599724"/>
            <a:ext cx="5385131" cy="219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54D9330A-64FB-2915-ED72-0BCFF0DD70E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06820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61F98E27-46FE-6344-3655-160E078A86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195283" y="3984217"/>
            <a:ext cx="5385131" cy="2195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0"/>
            <a:r>
              <a:rPr lang="ko-KR" altLang="en-US"/>
              <a:t>둘째 수준</a:t>
            </a:r>
          </a:p>
          <a:p>
            <a:pPr lvl="0"/>
            <a:r>
              <a:rPr lang="ko-KR" altLang="en-US"/>
              <a:t>셋째 수준</a:t>
            </a:r>
          </a:p>
          <a:p>
            <a:pPr lvl="0"/>
            <a:r>
              <a:rPr lang="ko-KR" altLang="en-US"/>
              <a:t>넷째 수준</a:t>
            </a:r>
          </a:p>
          <a:p>
            <a:pPr lvl="0"/>
            <a:r>
              <a:rPr lang="ko-KR" altLang="en-US"/>
              <a:t>다섯째 수준</a:t>
            </a:r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00B43360-9002-164A-F3C6-781E213D665F}"/>
              </a:ext>
            </a:extLst>
          </p:cNvPr>
          <p:cNvSpPr>
            <a:spLocks noGrp="1" noChangeArrowheads="1"/>
          </p:cNvSpPr>
          <p:nvPr>
            <p:ph type="dt" sz="half" idx="4294967295"/>
          </p:nvPr>
        </p:nvSpPr>
        <p:spPr bwMode="auto">
          <a:xfrm>
            <a:off x="608409" y="6356002"/>
            <a:ext cx="2845064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CBCEF685-BCA5-236B-5C95-7362F4A18E09}"/>
              </a:ext>
            </a:extLst>
          </p:cNvPr>
          <p:cNvSpPr>
            <a:spLocks noGrp="1" noChangeArrowheads="1"/>
          </p:cNvSpPr>
          <p:nvPr>
            <p:ph type="ftr" sz="quarter" idx="4294967295"/>
          </p:nvPr>
        </p:nvSpPr>
        <p:spPr bwMode="auto">
          <a:xfrm>
            <a:off x="4165137" y="6356002"/>
            <a:ext cx="3861727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2064" name="Rectangle 16">
            <a:extLst>
              <a:ext uri="{FF2B5EF4-FFF2-40B4-BE49-F238E27FC236}">
                <a16:creationId xmlns:a16="http://schemas.microsoft.com/office/drawing/2014/main" id="{0B33B43C-2695-E705-B601-2C22DA2E2EA0}"/>
              </a:ext>
            </a:extLst>
          </p:cNvPr>
          <p:cNvSpPr>
            <a:spLocks noGrp="1" noChangeArrowheads="1"/>
          </p:cNvSpPr>
          <p:nvPr>
            <p:ph type="sldNum" sz="quarter" idx="4294967295"/>
          </p:nvPr>
        </p:nvSpPr>
        <p:spPr bwMode="auto">
          <a:xfrm>
            <a:off x="8736938" y="6356002"/>
            <a:ext cx="2845065" cy="365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>
                <a:ea typeface="굴림" panose="020B0600000101010101" pitchFamily="50" charset="-127"/>
              </a:defRPr>
            </a:lvl1pPr>
          </a:lstStyle>
          <a:p>
            <a:fld id="{E3279B45-B293-4B0A-AE23-BF94EF1E2586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515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 kern="1200">
          <a:solidFill>
            <a:schemeClr val="tx2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2pPr>
      <a:lvl3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3pPr>
      <a:lvl4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4pPr>
      <a:lvl5pPr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5pPr>
      <a:lvl6pPr marL="45752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6pPr>
      <a:lvl7pPr marL="91504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7pPr>
      <a:lvl8pPr marL="137256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8pPr>
      <a:lvl9pPr marL="1830080" algn="ctr" rtl="0" fontAlgn="base" latinLnBrk="1">
        <a:lnSpc>
          <a:spcPct val="110000"/>
        </a:lnSpc>
        <a:spcBef>
          <a:spcPct val="0"/>
        </a:spcBef>
        <a:spcAft>
          <a:spcPct val="0"/>
        </a:spcAft>
        <a:defRPr sz="4403">
          <a:solidFill>
            <a:schemeClr val="tx2"/>
          </a:solidFill>
          <a:latin typeface="Calibri" panose="020F0502020204030204" pitchFamily="34" charset="0"/>
          <a:cs typeface="Calibri" panose="020F0502020204030204" pitchFamily="34" charset="0"/>
          <a:sym typeface="Calibri" panose="020F0502020204030204" pitchFamily="34" charset="0"/>
        </a:defRPr>
      </a:lvl9pPr>
    </p:titleStyle>
    <p:bodyStyle>
      <a:lvl1pPr marL="343140" indent="-34314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32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3470" indent="-28595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8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80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Clr>
          <a:schemeClr val="tx1"/>
        </a:buClr>
        <a:buFont typeface="Calibri" panose="020F0502020204030204" pitchFamily="34" charset="0"/>
        <a:buChar char="•"/>
        <a:defRPr sz="2402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132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–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8840" indent="-228760" algn="l" rtl="0" fontAlgn="base" latinLnBrk="1">
        <a:lnSpc>
          <a:spcPct val="11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»"/>
        <a:defRPr sz="2001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636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388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3140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8920" indent="-228760" algn="l" defTabSz="91504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5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50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25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3008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760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512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264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60160" algn="l" defTabSz="915040" rtl="0" eaLnBrk="1" latinLnBrk="1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AutoShape 5">
            <a:extLst>
              <a:ext uri="{FF2B5EF4-FFF2-40B4-BE49-F238E27FC236}">
                <a16:creationId xmlns:a16="http://schemas.microsoft.com/office/drawing/2014/main" id="{D30265AA-F044-ED79-BF49-9BCB13CB0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4114452"/>
            <a:ext cx="11332603" cy="101666"/>
          </a:xfrm>
          <a:prstGeom prst="roundRect">
            <a:avLst>
              <a:gd name="adj" fmla="val 49995"/>
            </a:avLst>
          </a:prstGeom>
          <a:solidFill>
            <a:srgbClr val="F6877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 cmpd="sng">
                <a:solidFill>
                  <a:srgbClr val="000000"/>
                </a:solidFill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defTabSz="915040" fontAlgn="base" latinLnBrk="1">
              <a:spcBef>
                <a:spcPct val="30000"/>
              </a:spcBef>
              <a:spcAft>
                <a:spcPct val="0"/>
              </a:spcAft>
            </a:pPr>
            <a:endParaRPr kumimoji="1" lang="ko-KR" altLang="en-US" sz="1201">
              <a:solidFill>
                <a:srgbClr val="000000"/>
              </a:solidFill>
              <a:latin typeface="Calibri" panose="020F0502020204030204" pitchFamily="34" charset="0"/>
              <a:ea typeface="굴림" panose="020B0600000101010101" pitchFamily="50" charset="-127"/>
              <a:cs typeface="Calibri" panose="020F0502020204030204" pitchFamily="34" charset="0"/>
            </a:endParaRP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FF65134C-B580-CD8E-1141-8D9526384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05" y="575198"/>
            <a:ext cx="3555140" cy="548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99" tIns="61000" rIns="121999" bIns="61000" anchor="b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2602">
                <a:solidFill>
                  <a:srgbClr val="FFFFFF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초등 미술</a:t>
            </a:r>
          </a:p>
        </p:txBody>
      </p:sp>
      <p:pic>
        <p:nvPicPr>
          <p:cNvPr id="8199" name="Picture 7" descr="이미지">
            <a:extLst>
              <a:ext uri="{FF2B5EF4-FFF2-40B4-BE49-F238E27FC236}">
                <a16:creationId xmlns:a16="http://schemas.microsoft.com/office/drawing/2014/main" id="{255EE14A-AD27-01D3-95C7-BE84703B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630" y="1431287"/>
            <a:ext cx="2068272" cy="1385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0" name="Rectangle 8">
            <a:extLst>
              <a:ext uri="{FF2B5EF4-FFF2-40B4-BE49-F238E27FC236}">
                <a16:creationId xmlns:a16="http://schemas.microsoft.com/office/drawing/2014/main" id="{4AA4FEAA-717A-5DDD-146C-2C87F83215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350" y="1809358"/>
            <a:ext cx="2543244" cy="641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1979" tIns="60973" rIns="121979" bIns="60973"/>
          <a:lstStyle>
            <a:lvl1pPr marL="225425" indent="-225425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225583" indent="-225583" algn="ctr" defTabSz="393976" fontAlgn="base" latinLnBrk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35</a:t>
            </a:r>
            <a:r>
              <a:rPr lang="ko-KR" altLang="en-US" sz="3703" dirty="0">
                <a:solidFill>
                  <a:srgbClr val="FFFFFF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차시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4353A643-0BD2-FB97-998E-683214A73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870" y="3294769"/>
            <a:ext cx="8902146" cy="770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defTabSz="393976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4403" dirty="0">
                <a:solidFill>
                  <a:srgbClr val="F6877E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</a:rPr>
              <a:t>비슷한 색으로 표현하기</a:t>
            </a:r>
            <a:endParaRPr lang="en-US" altLang="ko-KR" sz="4403" dirty="0">
              <a:solidFill>
                <a:srgbClr val="F6877E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3709915" y="836713"/>
            <a:ext cx="4772171" cy="1209013"/>
            <a:chOff x="2699792" y="627534"/>
            <a:chExt cx="3579128" cy="906760"/>
          </a:xfrm>
        </p:grpSpPr>
        <p:sp>
          <p:nvSpPr>
            <p:cNvPr id="10" name="타원 9"/>
            <p:cNvSpPr/>
            <p:nvPr/>
          </p:nvSpPr>
          <p:spPr>
            <a:xfrm>
              <a:off x="30598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5" name="타원 54"/>
            <p:cNvSpPr/>
            <p:nvPr/>
          </p:nvSpPr>
          <p:spPr>
            <a:xfrm>
              <a:off x="37265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6" name="타원 55"/>
            <p:cNvSpPr/>
            <p:nvPr/>
          </p:nvSpPr>
          <p:spPr>
            <a:xfrm>
              <a:off x="439333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7" name="타원 56"/>
            <p:cNvSpPr/>
            <p:nvPr/>
          </p:nvSpPr>
          <p:spPr>
            <a:xfrm>
              <a:off x="5060082" y="627534"/>
              <a:ext cx="906760" cy="906760"/>
            </a:xfrm>
            <a:prstGeom prst="ellipse">
              <a:avLst/>
            </a:prstGeom>
            <a:solidFill>
              <a:srgbClr val="F6877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/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2699792" y="699542"/>
              <a:ext cx="3579128" cy="746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5867" spc="-200" dirty="0">
                  <a:solidFill>
                    <a:schemeClr val="bg1"/>
                  </a:solidFill>
                  <a:latin typeface="+mj-ea"/>
                  <a:ea typeface="+mj-ea"/>
                </a:rPr>
                <a:t>학습목표</a:t>
              </a:r>
            </a:p>
          </p:txBody>
        </p:sp>
      </p:grpSp>
      <p:sp>
        <p:nvSpPr>
          <p:cNvPr id="59" name="직사각형 58"/>
          <p:cNvSpPr/>
          <p:nvPr/>
        </p:nvSpPr>
        <p:spPr>
          <a:xfrm>
            <a:off x="2859414" y="3395322"/>
            <a:ext cx="7095917" cy="507831"/>
          </a:xfrm>
          <a:prstGeom prst="rect">
            <a:avLst/>
          </a:prstGeom>
        </p:spPr>
        <p:txBody>
          <a:bodyPr wrap="none" anchor="ctr" anchorCtr="0">
            <a:spAutoFit/>
          </a:bodyPr>
          <a:lstStyle/>
          <a:p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(                                 )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을 활용하여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 </a:t>
            </a:r>
            <a:r>
              <a:rPr lang="ko-KR" altLang="en-US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대상을 표현할 수 있다</a:t>
            </a:r>
            <a:r>
              <a:rPr lang="en-US" altLang="ko-KR" sz="2700" spc="-147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n-ea"/>
              </a:rPr>
              <a:t>.</a:t>
            </a:r>
            <a:endParaRPr lang="ko-KR" altLang="en-US" sz="2400" spc="-147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283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3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탐색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하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비슷한 색 탐구하기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1B5E2357-40D2-8C3A-E2F0-20B71089E6C8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5" name="모서리가 둥근 직사각형 41">
              <a:extLst>
                <a:ext uri="{FF2B5EF4-FFF2-40B4-BE49-F238E27FC236}">
                  <a16:creationId xmlns:a16="http://schemas.microsoft.com/office/drawing/2014/main" id="{B5CD1855-E762-360A-66D2-BD6E074052A6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EC7A525-71D5-27FC-79F2-D60EDEE080DA}"/>
              </a:ext>
            </a:extLst>
          </p:cNvPr>
          <p:cNvSpPr txBox="1"/>
          <p:nvPr/>
        </p:nvSpPr>
        <p:spPr>
          <a:xfrm>
            <a:off x="986705" y="1422855"/>
            <a:ext cx="8499443" cy="379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[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화이트보드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]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기능을 활용하여 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10 </a:t>
            </a:r>
            <a:r>
              <a: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색상환에서 비슷한 색끼리 묶어 정리해 봅시다</a:t>
            </a:r>
            <a:r>
              <a:rPr lang="en-US" altLang="ko-KR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rPr>
              <a:t>.</a:t>
            </a:r>
            <a:endParaRPr lang="ko-KR" altLang="en-US" sz="1867" dirty="0">
              <a:solidFill>
                <a:schemeClr val="tx1"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" name="사각형: 잘린 대각선 방향 모서리 1">
            <a:extLst>
              <a:ext uri="{FF2B5EF4-FFF2-40B4-BE49-F238E27FC236}">
                <a16:creationId xmlns:a16="http://schemas.microsoft.com/office/drawing/2014/main" id="{77BEAF22-BB96-726E-C296-C7ABF6DC540C}"/>
              </a:ext>
            </a:extLst>
          </p:cNvPr>
          <p:cNvSpPr/>
          <p:nvPr/>
        </p:nvSpPr>
        <p:spPr>
          <a:xfrm>
            <a:off x="5242753" y="2151207"/>
            <a:ext cx="6614467" cy="3829868"/>
          </a:xfrm>
          <a:prstGeom prst="snip2Diag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5ABEFEFF-183F-2C81-A80C-5900C7D851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699" y="2471194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자주색의 비슷한 색은 무엇이 있나요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CE891B88-8077-7B9D-A120-22B3F4128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5257" y="4104401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초록색의 비슷한 색은 무엇이 있나요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70681CB-6704-A797-B1D2-BE9C463FC5CA}"/>
              </a:ext>
            </a:extLst>
          </p:cNvPr>
          <p:cNvCxnSpPr/>
          <p:nvPr/>
        </p:nvCxnSpPr>
        <p:spPr>
          <a:xfrm>
            <a:off x="5771213" y="3813558"/>
            <a:ext cx="52165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CB46E3E8-4989-8401-D789-CB8EAD564E15}"/>
              </a:ext>
            </a:extLst>
          </p:cNvPr>
          <p:cNvCxnSpPr/>
          <p:nvPr/>
        </p:nvCxnSpPr>
        <p:spPr>
          <a:xfrm>
            <a:off x="5785339" y="5462917"/>
            <a:ext cx="5216577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Rectangle 14">
            <a:extLst>
              <a:ext uri="{FF2B5EF4-FFF2-40B4-BE49-F238E27FC236}">
                <a16:creationId xmlns:a16="http://schemas.microsoft.com/office/drawing/2014/main" id="{58C9AFEB-CB58-0F15-1FB6-0D6259A0EA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647" y="4921677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</a:t>
            </a: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0023063-0B63-AC22-26E8-335A42CFA9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5" t="8142" r="8946" b="12440"/>
          <a:stretch/>
        </p:blipFill>
        <p:spPr>
          <a:xfrm>
            <a:off x="798748" y="2022133"/>
            <a:ext cx="4365524" cy="4383197"/>
          </a:xfrm>
          <a:prstGeom prst="rect">
            <a:avLst/>
          </a:prstGeom>
        </p:spPr>
      </p:pic>
      <p:sp>
        <p:nvSpPr>
          <p:cNvPr id="23" name="Rectangle 14">
            <a:extLst>
              <a:ext uri="{FF2B5EF4-FFF2-40B4-BE49-F238E27FC236}">
                <a16:creationId xmlns:a16="http://schemas.microsoft.com/office/drawing/2014/main" id="{7393F386-93AE-0A32-26FF-196EEA3F9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4" y="286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4" name="Rectangle 14">
            <a:extLst>
              <a:ext uri="{FF2B5EF4-FFF2-40B4-BE49-F238E27FC236}">
                <a16:creationId xmlns:a16="http://schemas.microsoft.com/office/drawing/2014/main" id="{7F5083E8-AA5C-AE62-D04A-E30B81AD3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992" y="30949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34F67053-CA26-A607-A9E2-29C9C5ED3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7" y="3718666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6" name="Rectangle 14">
            <a:extLst>
              <a:ext uri="{FF2B5EF4-FFF2-40B4-BE49-F238E27FC236}">
                <a16:creationId xmlns:a16="http://schemas.microsoft.com/office/drawing/2014/main" id="{476C12E9-9910-CEEC-0E95-2E56049EA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6" y="4363662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연두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7C4C4730-89BD-C73F-54DA-5CC68835DB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983" y="487995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2A206E71-ED34-AA5E-08EF-7A5CD8FB13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3" y="511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9E30865B-5F1C-A5F7-56C1-6D1F030B1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19" y="4944055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Rectangle 14">
            <a:extLst>
              <a:ext uri="{FF2B5EF4-FFF2-40B4-BE49-F238E27FC236}">
                <a16:creationId xmlns:a16="http://schemas.microsoft.com/office/drawing/2014/main" id="{C497C685-B77F-11B4-5951-E5BF8486D0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4380949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1" name="Rectangle 14">
            <a:extLst>
              <a:ext uri="{FF2B5EF4-FFF2-40B4-BE49-F238E27FC236}">
                <a16:creationId xmlns:a16="http://schemas.microsoft.com/office/drawing/2014/main" id="{FCD102D0-E511-C1A0-51E3-D76493905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367219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2" name="Rectangle 14">
            <a:extLst>
              <a:ext uri="{FF2B5EF4-FFF2-40B4-BE49-F238E27FC236}">
                <a16:creationId xmlns:a16="http://schemas.microsoft.com/office/drawing/2014/main" id="{F0631910-AC06-F6E9-9D20-7D23398B8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003" y="309969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063DC84C-D64E-4041-2A68-F11DBACEB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0647" y="3212330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0666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양쪽 모서리가 둥근 사각형 2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4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spc="0" dirty="0">
                <a:solidFill>
                  <a:schemeClr val="accent2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탐색</a:t>
            </a:r>
            <a:r>
              <a:rPr lang="ko-KR" altLang="en-US" sz="3400" b="1" spc="0" dirty="0">
                <a:solidFill>
                  <a:srgbClr val="404040"/>
                </a:solidFill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하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Calibri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기 —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비슷한 색 탐구하기</a:t>
            </a:r>
            <a:endParaRPr lang="ko-KR" altLang="en-US" sz="38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10045136" y="1208366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bg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강의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1C6380-ED4B-D0C2-9910-568D3B0470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325" t="8142" r="8946" b="12440"/>
          <a:stretch/>
        </p:blipFill>
        <p:spPr>
          <a:xfrm>
            <a:off x="798748" y="2022133"/>
            <a:ext cx="4365524" cy="4383197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EA5CC574-CC06-D6D9-EA3E-026DF14B6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4" y="286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723CCC4-9B7C-BBEA-BF46-519E95E24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9992" y="30949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주황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75213D8E-0294-1087-9B1E-ECD59BBE7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7" y="3718666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노랑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:a16="http://schemas.microsoft.com/office/drawing/2014/main" id="{D3DD4A4E-863A-70CC-9939-851DC61682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666" y="4363662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연두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03D5E574-0026-0E81-1E73-DA48D712FB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3983" y="487995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초록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EAC803-D5B1-5C62-8B9C-C363CAF0A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4833" y="511943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청록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081822DA-898E-8B46-7044-DE0057B48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7319" y="4944055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파랑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7" name="Rectangle 14">
            <a:extLst>
              <a:ext uri="{FF2B5EF4-FFF2-40B4-BE49-F238E27FC236}">
                <a16:creationId xmlns:a16="http://schemas.microsoft.com/office/drawing/2014/main" id="{33A7C503-0FB8-7D28-091F-7BB45C5A7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4380949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남색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8" name="Rectangle 14">
            <a:extLst>
              <a:ext uri="{FF2B5EF4-FFF2-40B4-BE49-F238E27FC236}">
                <a16:creationId xmlns:a16="http://schemas.microsoft.com/office/drawing/2014/main" id="{E46ECBC7-E6BE-7F4C-DB54-92ECB4BC6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643" y="3672193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보라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19" name="Rectangle 14">
            <a:extLst>
              <a:ext uri="{FF2B5EF4-FFF2-40B4-BE49-F238E27FC236}">
                <a16:creationId xmlns:a16="http://schemas.microsoft.com/office/drawing/2014/main" id="{6EF4E160-B9B7-464E-D50E-37FAF9420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9003" y="3099694"/>
            <a:ext cx="753351" cy="34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자주</a:t>
            </a:r>
            <a:endParaRPr lang="en-US" altLang="ko-KR" sz="1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6" name="사각형: 잘린 대각선 방향 모서리 5">
            <a:extLst>
              <a:ext uri="{FF2B5EF4-FFF2-40B4-BE49-F238E27FC236}">
                <a16:creationId xmlns:a16="http://schemas.microsoft.com/office/drawing/2014/main" id="{05A58E5D-C63C-0079-6A9A-96F441AD0163}"/>
              </a:ext>
            </a:extLst>
          </p:cNvPr>
          <p:cNvSpPr/>
          <p:nvPr/>
        </p:nvSpPr>
        <p:spPr>
          <a:xfrm>
            <a:off x="5242753" y="2151207"/>
            <a:ext cx="6614467" cy="3829868"/>
          </a:xfrm>
          <a:prstGeom prst="snip2DiagRect">
            <a:avLst/>
          </a:prstGeom>
          <a:solidFill>
            <a:srgbClr val="FF99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1D4359AE-DFDE-6D8F-D2A7-06239DC49E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1614" y="2923185"/>
            <a:ext cx="7596743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10 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색상환에서 </a:t>
            </a:r>
            <a:r>
              <a:rPr lang="ko-KR" altLang="en-US" sz="2800" b="1" dirty="0">
                <a:solidFill>
                  <a:srgbClr val="FEFEFE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서로 이웃하는 </a:t>
            </a:r>
            <a:r>
              <a:rPr lang="ko-KR" altLang="en-US" sz="2800" b="1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색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을 </a:t>
            </a:r>
            <a:endParaRPr lang="en-US" altLang="ko-KR" sz="28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3600" b="1" dirty="0">
                <a:solidFill>
                  <a:srgbClr val="FFFF00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비슷한 색</a:t>
            </a: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이라고 합니다</a:t>
            </a:r>
            <a:r>
              <a:rPr lang="en-US" altLang="ko-KR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.</a:t>
            </a:r>
          </a:p>
        </p:txBody>
      </p:sp>
      <p:sp>
        <p:nvSpPr>
          <p:cNvPr id="25" name="Rectangle 14">
            <a:extLst>
              <a:ext uri="{FF2B5EF4-FFF2-40B4-BE49-F238E27FC236}">
                <a16:creationId xmlns:a16="http://schemas.microsoft.com/office/drawing/2014/main" id="{A8B7060F-912A-E6BB-3B97-4BE9D35BB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6944" y="4558956"/>
            <a:ext cx="4597139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우리 반에서 비슷한 색의 옷을 입은 </a:t>
            </a:r>
            <a:endParaRPr lang="en-US" altLang="ko-KR" sz="2000" dirty="0">
              <a:solidFill>
                <a:schemeClr val="bg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algn="ctr" eaLnBrk="1" latinLnBrk="0" hangingPunct="1">
              <a:spcBef>
                <a:spcPts val="1600"/>
              </a:spcBef>
            </a:pPr>
            <a:r>
              <a:rPr lang="ko-KR" altLang="en-US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친구는 누구와 누구인가요</a:t>
            </a:r>
            <a:r>
              <a:rPr lang="en-US" altLang="ko-KR" sz="2000" dirty="0">
                <a:solidFill>
                  <a:schemeClr val="bg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?</a:t>
            </a:r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A3B2A9ED-5F04-8F91-DD4D-8336FE660DE2}"/>
              </a:ext>
            </a:extLst>
          </p:cNvPr>
          <p:cNvSpPr/>
          <p:nvPr/>
        </p:nvSpPr>
        <p:spPr>
          <a:xfrm>
            <a:off x="5387340" y="4528234"/>
            <a:ext cx="1417320" cy="347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34470549-5587-73C4-B846-CA136CD0F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2723" y="4590651"/>
            <a:ext cx="1004538" cy="2675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400" dirty="0">
                <a:solidFill>
                  <a:srgbClr val="FF9999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생각해보기</a:t>
            </a:r>
            <a:endParaRPr lang="en-US" altLang="ko-KR" sz="1400" dirty="0">
              <a:solidFill>
                <a:srgbClr val="FF9999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F3AC1422-619A-ECD6-79B7-594C4CD2D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748" y="1841301"/>
            <a:ext cx="1296737" cy="31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빨강색과 </a:t>
            </a:r>
            <a:r>
              <a:rPr lang="ko-KR" altLang="en-US" sz="1800" dirty="0">
                <a:solidFill>
                  <a:srgbClr val="ED7D3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비슷한 색</a:t>
            </a:r>
            <a:endParaRPr lang="en-US" altLang="ko-KR" sz="1800" dirty="0">
              <a:solidFill>
                <a:srgbClr val="ED7D3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29" name="Rectangle 14">
            <a:extLst>
              <a:ext uri="{FF2B5EF4-FFF2-40B4-BE49-F238E27FC236}">
                <a16:creationId xmlns:a16="http://schemas.microsoft.com/office/drawing/2014/main" id="{E7144604-C9F0-E258-3BA9-6C01136E7C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0889" y="1849135"/>
            <a:ext cx="1296737" cy="317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algn="ctr" eaLnBrk="1" latinLnBrk="0" hangingPunct="1">
              <a:spcBef>
                <a:spcPts val="1600"/>
              </a:spcBef>
            </a:pPr>
            <a:r>
              <a:rPr lang="ko-KR" altLang="en-US" sz="1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빨강색과 </a:t>
            </a:r>
            <a:r>
              <a:rPr lang="ko-KR" altLang="en-US" sz="1800" dirty="0">
                <a:solidFill>
                  <a:srgbClr val="ED7D31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비슷한 색</a:t>
            </a:r>
            <a:endParaRPr lang="en-US" altLang="ko-KR" sz="1800" dirty="0">
              <a:solidFill>
                <a:srgbClr val="ED7D31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BD54A08-4E56-0C5B-9C8F-C42FC99DFC42}"/>
              </a:ext>
            </a:extLst>
          </p:cNvPr>
          <p:cNvSpPr/>
          <p:nvPr/>
        </p:nvSpPr>
        <p:spPr>
          <a:xfrm>
            <a:off x="2604833" y="2710744"/>
            <a:ext cx="753352" cy="52653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B1B6A34-3BB8-1558-0F2D-618BED05168E}"/>
              </a:ext>
            </a:extLst>
          </p:cNvPr>
          <p:cNvSpPr/>
          <p:nvPr/>
        </p:nvSpPr>
        <p:spPr>
          <a:xfrm>
            <a:off x="3799967" y="1670031"/>
            <a:ext cx="1257497" cy="8543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99046C2-AAA1-8D86-1B55-65A9478BDD2C}"/>
              </a:ext>
            </a:extLst>
          </p:cNvPr>
          <p:cNvSpPr/>
          <p:nvPr/>
        </p:nvSpPr>
        <p:spPr>
          <a:xfrm>
            <a:off x="818367" y="1670031"/>
            <a:ext cx="1257497" cy="8543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83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5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dirty="0">
                <a:solidFill>
                  <a:srgbClr val="00B050">
                    <a:alpha val="99000"/>
                  </a:srgbClr>
                </a:solidFill>
                <a:latin typeface="+mj-lt"/>
                <a:ea typeface="+mj-ea"/>
              </a:rPr>
              <a:t>제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작하기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 </a:t>
            </a:r>
            <a:r>
              <a:rPr lang="ko-KR" altLang="en-US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꼭꼭 숨어라</a:t>
            </a:r>
            <a:r>
              <a:rPr lang="en-US" altLang="ko-KR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! </a:t>
            </a:r>
            <a:r>
              <a:rPr lang="ko-KR" altLang="en-US" sz="3400" b="1" spc="0" dirty="0">
                <a:solidFill>
                  <a:srgbClr val="404040"/>
                </a:solidFill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놀이하기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EF72766-5A73-62D8-065A-C65ADB4FA48F}"/>
              </a:ext>
            </a:extLst>
          </p:cNvPr>
          <p:cNvGrpSpPr/>
          <p:nvPr/>
        </p:nvGrpSpPr>
        <p:grpSpPr>
          <a:xfrm>
            <a:off x="643901" y="1422855"/>
            <a:ext cx="5312434" cy="379656"/>
            <a:chOff x="643901" y="1422855"/>
            <a:chExt cx="5312434" cy="379656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1B5E2357-40D2-8C3A-E2F0-20B71089E6C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5"/>
              <a:chOff x="853872" y="1465627"/>
              <a:chExt cx="318649" cy="316075"/>
            </a:xfrm>
          </p:grpSpPr>
          <p:sp>
            <p:nvSpPr>
              <p:cNvPr id="5" name="모서리가 둥근 직사각형 41">
                <a:extLst>
                  <a:ext uri="{FF2B5EF4-FFF2-40B4-BE49-F238E27FC236}">
                    <a16:creationId xmlns:a16="http://schemas.microsoft.com/office/drawing/2014/main" id="{B5CD1855-E762-360A-66D2-BD6E074052A6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413DECA-CF8C-D3B1-16CD-A534C99466D8}"/>
                  </a:ext>
                </a:extLst>
              </p:cNvPr>
              <p:cNvSpPr txBox="1"/>
              <p:nvPr/>
            </p:nvSpPr>
            <p:spPr>
              <a:xfrm>
                <a:off x="893859" y="1465627"/>
                <a:ext cx="278662" cy="3160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1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986705" y="1422855"/>
              <a:ext cx="4969630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교실을 돌아다니며 그림을 숨길 곳을 정합니다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8" name="Rectangle 14">
            <a:extLst>
              <a:ext uri="{FF2B5EF4-FFF2-40B4-BE49-F238E27FC236}">
                <a16:creationId xmlns:a16="http://schemas.microsoft.com/office/drawing/2014/main" id="{27303591-D85B-5A0F-1678-9D9565AF7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099" y="5055490"/>
            <a:ext cx="9185347" cy="967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latinLnBrk="0" hangingPunct="1">
              <a:spcBef>
                <a:spcPts val="1600"/>
              </a:spcBef>
            </a:pPr>
            <a:r>
              <a:rPr lang="ko-KR" altLang="en-US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〮유의점</a:t>
            </a:r>
            <a:r>
              <a:rPr lang="en-US" altLang="ko-KR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</a:p>
          <a:p>
            <a:pPr algn="just" eaLnBrk="1" latinLnBrk="0" hangingPunct="1">
              <a:spcBef>
                <a:spcPts val="1600"/>
              </a:spcBef>
            </a:pPr>
            <a:r>
              <a:rPr lang="ko-KR" altLang="en-US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 도안을 숨길 때 친구들이 알아차릴 수 있으므로 조심스럽게 숨기기</a:t>
            </a:r>
            <a:endParaRPr lang="en-US" altLang="ko-KR" sz="2400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21C8395-E8A4-3ADD-1F20-DDC763B88F65}"/>
              </a:ext>
            </a:extLst>
          </p:cNvPr>
          <p:cNvGrpSpPr/>
          <p:nvPr/>
        </p:nvGrpSpPr>
        <p:grpSpPr>
          <a:xfrm>
            <a:off x="643901" y="2094907"/>
            <a:ext cx="5083204" cy="379656"/>
            <a:chOff x="643901" y="1422855"/>
            <a:chExt cx="5083204" cy="379656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210DC8C-6981-7EA5-EAC4-8421A3A43383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25" name="모서리가 둥근 직사각형 41">
                <a:extLst>
                  <a:ext uri="{FF2B5EF4-FFF2-40B4-BE49-F238E27FC236}">
                    <a16:creationId xmlns:a16="http://schemas.microsoft.com/office/drawing/2014/main" id="{C8735C08-0D3B-2A20-5DE1-5492A499CDD2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0C87544-36B8-90FB-A7B5-E7CF91C0D1E4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8AF3CC98-BC82-9FB8-D1D5-865F6E994233}"/>
                </a:ext>
              </a:extLst>
            </p:cNvPr>
            <p:cNvSpPr txBox="1"/>
            <p:nvPr/>
          </p:nvSpPr>
          <p:spPr>
            <a:xfrm>
              <a:off x="986705" y="1422855"/>
              <a:ext cx="4740400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숨길 곳과 비슷한 색으로 도안을 색칠합니다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6CC431B0-EE5D-51BA-0F0C-6DC1D4C9FCCB}"/>
              </a:ext>
            </a:extLst>
          </p:cNvPr>
          <p:cNvGrpSpPr/>
          <p:nvPr/>
        </p:nvGrpSpPr>
        <p:grpSpPr>
          <a:xfrm>
            <a:off x="643901" y="2833538"/>
            <a:ext cx="4324984" cy="379656"/>
            <a:chOff x="643901" y="1422855"/>
            <a:chExt cx="4324984" cy="379656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9EB2551C-98DB-DDA2-7014-7C95C23B0258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30" name="모서리가 둥근 직사각형 41">
                <a:extLst>
                  <a:ext uri="{FF2B5EF4-FFF2-40B4-BE49-F238E27FC236}">
                    <a16:creationId xmlns:a16="http://schemas.microsoft.com/office/drawing/2014/main" id="{E2400EA7-2380-902A-5A0E-3D04E029F2C0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402549F-718E-4D63-6A95-869CE2D54B8A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3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03369B-DFE4-9E96-9620-AA858E6F5DB9}"/>
                </a:ext>
              </a:extLst>
            </p:cNvPr>
            <p:cNvSpPr txBox="1"/>
            <p:nvPr/>
          </p:nvSpPr>
          <p:spPr>
            <a:xfrm>
              <a:off x="986705" y="1422855"/>
              <a:ext cx="3982180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완성한 도안을 붙여 그림을 숨깁니다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22D3B579-ADDA-1964-251A-2F701ADDA4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408" r="24116"/>
          <a:stretch/>
        </p:blipFill>
        <p:spPr>
          <a:xfrm>
            <a:off x="6096000" y="1779593"/>
            <a:ext cx="3580240" cy="33395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FF74C17-8FE3-A4D1-C968-CA6278A353E9}"/>
              </a:ext>
            </a:extLst>
          </p:cNvPr>
          <p:cNvSpPr txBox="1"/>
          <p:nvPr/>
        </p:nvSpPr>
        <p:spPr>
          <a:xfrm>
            <a:off x="7158064" y="5123627"/>
            <a:ext cx="26963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b="1" i="0" dirty="0">
                <a:effectLst/>
              </a:rPr>
              <a:t>AI(Google Gemini)</a:t>
            </a:r>
            <a:r>
              <a:rPr lang="ko-KR" altLang="en-US" sz="1000" b="1" i="0" dirty="0">
                <a:effectLst/>
              </a:rPr>
              <a:t>로 생성한 이미지입니다</a:t>
            </a:r>
            <a:r>
              <a:rPr lang="en-US" altLang="ko-KR" sz="1000" b="1" i="0" dirty="0">
                <a:effectLst/>
              </a:rPr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756504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6</a:t>
            </a:fld>
            <a:endParaRPr lang="en-US" dirty="0"/>
          </a:p>
        </p:txBody>
      </p:sp>
      <p:sp>
        <p:nvSpPr>
          <p:cNvPr id="10" name="양쪽 모서리가 둥근 사각형 9"/>
          <p:cNvSpPr/>
          <p:nvPr/>
        </p:nvSpPr>
        <p:spPr>
          <a:xfrm rot="10800000">
            <a:off x="10045137" y="1151708"/>
            <a:ext cx="1580852" cy="54504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  <p:sp>
        <p:nvSpPr>
          <p:cNvPr id="12" name="TextBox 11"/>
          <p:cNvSpPr txBox="1"/>
          <p:nvPr/>
        </p:nvSpPr>
        <p:spPr>
          <a:xfrm>
            <a:off x="10045136" y="1223282"/>
            <a:ext cx="1561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spc="-147" dirty="0">
                <a:solidFill>
                  <a:schemeClr val="tx1">
                    <a:alpha val="99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활동</a:t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19761" y="452670"/>
            <a:ext cx="9525376" cy="641085"/>
          </a:xfrm>
        </p:spPr>
        <p:txBody>
          <a:bodyPr>
            <a:normAutofit/>
          </a:bodyPr>
          <a:lstStyle/>
          <a:p>
            <a:r>
              <a:rPr lang="ko-KR" altLang="en-US" sz="3400" b="1" dirty="0">
                <a:solidFill>
                  <a:srgbClr val="7030A0">
                    <a:alpha val="99000"/>
                  </a:srgbClr>
                </a:solidFill>
                <a:latin typeface="+mj-lt"/>
                <a:ea typeface="+mj-ea"/>
              </a:rPr>
              <a:t>참</a:t>
            </a:r>
            <a:r>
              <a:rPr lang="ko-KR" altLang="en-US" sz="3400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lt"/>
                <a:ea typeface="+mj-ea"/>
              </a:rPr>
              <a:t>여하기 </a:t>
            </a:r>
            <a:r>
              <a:rPr kumimoji="0" lang="ko-KR" altLang="en-US" sz="34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+mj-lt"/>
                <a:ea typeface="에스코어 드림 8 Heavy" panose="020B0903030302020204" pitchFamily="34" charset="-127"/>
                <a:cs typeface="Calibri"/>
                <a:sym typeface="Calibri" panose="020F0502020204030204" pitchFamily="34" charset="0"/>
              </a:rPr>
              <a:t>— 우리 반 숨은그림찾기</a:t>
            </a:r>
            <a:endParaRPr lang="ko-KR" altLang="en-US" sz="3400" b="1" dirty="0">
              <a:solidFill>
                <a:schemeClr val="tx1">
                  <a:lumMod val="75000"/>
                  <a:lumOff val="25000"/>
                  <a:alpha val="99000"/>
                </a:schemeClr>
              </a:solidFill>
              <a:latin typeface="+mj-lt"/>
              <a:ea typeface="+mj-ea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95F18C2-2DAB-D329-CE07-781CBFCAF47D}"/>
              </a:ext>
            </a:extLst>
          </p:cNvPr>
          <p:cNvGrpSpPr/>
          <p:nvPr/>
        </p:nvGrpSpPr>
        <p:grpSpPr>
          <a:xfrm>
            <a:off x="686733" y="1422855"/>
            <a:ext cx="6027822" cy="379656"/>
            <a:chOff x="914427" y="1470196"/>
            <a:chExt cx="4520863" cy="28474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413DECA-CF8C-D3B1-16CD-A534C99466D8}"/>
                </a:ext>
              </a:extLst>
            </p:cNvPr>
            <p:cNvSpPr txBox="1"/>
            <p:nvPr/>
          </p:nvSpPr>
          <p:spPr>
            <a:xfrm>
              <a:off x="914427" y="1487959"/>
              <a:ext cx="223861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EC7A525-71D5-27FC-79F2-D60EDEE080DA}"/>
                </a:ext>
              </a:extLst>
            </p:cNvPr>
            <p:cNvSpPr txBox="1"/>
            <p:nvPr/>
          </p:nvSpPr>
          <p:spPr>
            <a:xfrm>
              <a:off x="1139406" y="1470196"/>
              <a:ext cx="4295884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친구들이 숨긴 그림을 찾고 </a:t>
              </a:r>
              <a:r>
                <a:rPr lang="ko-KR" altLang="en-US" sz="1867" dirty="0" err="1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태블릿으로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 사진 찍습니다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2E1C425-D429-6D6D-F6B5-CB2E420AD99C}"/>
              </a:ext>
            </a:extLst>
          </p:cNvPr>
          <p:cNvGrpSpPr/>
          <p:nvPr/>
        </p:nvGrpSpPr>
        <p:grpSpPr>
          <a:xfrm>
            <a:off x="643901" y="1446540"/>
            <a:ext cx="341311" cy="338555"/>
            <a:chOff x="853872" y="1465627"/>
            <a:chExt cx="318649" cy="316075"/>
          </a:xfrm>
        </p:grpSpPr>
        <p:sp>
          <p:nvSpPr>
            <p:cNvPr id="15" name="모서리가 둥근 직사각형 41">
              <a:extLst>
                <a:ext uri="{FF2B5EF4-FFF2-40B4-BE49-F238E27FC236}">
                  <a16:creationId xmlns:a16="http://schemas.microsoft.com/office/drawing/2014/main" id="{397B7C0B-AF8A-2A09-1C27-F89FBDECB02D}"/>
                </a:ext>
              </a:extLst>
            </p:cNvPr>
            <p:cNvSpPr/>
            <p:nvPr/>
          </p:nvSpPr>
          <p:spPr>
            <a:xfrm>
              <a:off x="853872" y="1487438"/>
              <a:ext cx="289128" cy="289128"/>
            </a:xfrm>
            <a:prstGeom prst="roundRect">
              <a:avLst/>
            </a:prstGeom>
            <a:solidFill>
              <a:srgbClr val="FFD966"/>
            </a:solidFill>
            <a:ln w="12700">
              <a:solidFill>
                <a:schemeClr val="tx1"/>
              </a:solidFill>
            </a:ln>
            <a:effectLst>
              <a:outerShdw dist="38100" dir="2700000" algn="tl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67" dirty="0">
                <a:latin typeface="+mj-ea"/>
                <a:ea typeface="+mj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AD5CEBD-B114-DC0D-7AD0-8C988EEE8157}"/>
                </a:ext>
              </a:extLst>
            </p:cNvPr>
            <p:cNvSpPr txBox="1"/>
            <p:nvPr/>
          </p:nvSpPr>
          <p:spPr>
            <a:xfrm>
              <a:off x="893859" y="1465627"/>
              <a:ext cx="278662" cy="3160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1600" dirty="0">
                  <a:latin typeface="+mj-ea"/>
                  <a:ea typeface="+mj-ea"/>
                </a:rPr>
                <a:t>1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3FB6787-AA3A-11EE-4E7C-7B47404FBE2F}"/>
              </a:ext>
            </a:extLst>
          </p:cNvPr>
          <p:cNvGrpSpPr/>
          <p:nvPr/>
        </p:nvGrpSpPr>
        <p:grpSpPr>
          <a:xfrm>
            <a:off x="643901" y="2094907"/>
            <a:ext cx="8076011" cy="379656"/>
            <a:chOff x="643901" y="1422855"/>
            <a:chExt cx="8076011" cy="379656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DD57E18E-9841-D922-3B81-CDFA68CC8EE0}"/>
                </a:ext>
              </a:extLst>
            </p:cNvPr>
            <p:cNvGrpSpPr/>
            <p:nvPr/>
          </p:nvGrpSpPr>
          <p:grpSpPr>
            <a:xfrm>
              <a:off x="643901" y="1446540"/>
              <a:ext cx="341311" cy="338554"/>
              <a:chOff x="853872" y="1465627"/>
              <a:chExt cx="318649" cy="316074"/>
            </a:xfrm>
          </p:grpSpPr>
          <p:sp>
            <p:nvSpPr>
              <p:cNvPr id="26" name="모서리가 둥근 직사각형 41">
                <a:extLst>
                  <a:ext uri="{FF2B5EF4-FFF2-40B4-BE49-F238E27FC236}">
                    <a16:creationId xmlns:a16="http://schemas.microsoft.com/office/drawing/2014/main" id="{850DA07F-503F-EC3F-A806-043CC6AECBC3}"/>
                  </a:ext>
                </a:extLst>
              </p:cNvPr>
              <p:cNvSpPr/>
              <p:nvPr/>
            </p:nvSpPr>
            <p:spPr>
              <a:xfrm>
                <a:off x="853872" y="1487438"/>
                <a:ext cx="289128" cy="289128"/>
              </a:xfrm>
              <a:prstGeom prst="roundRect">
                <a:avLst/>
              </a:prstGeom>
              <a:solidFill>
                <a:srgbClr val="FFD966"/>
              </a:solidFill>
              <a:ln w="12700">
                <a:solidFill>
                  <a:schemeClr val="tx1"/>
                </a:solidFill>
              </a:ln>
              <a:effectLst>
                <a:outerShdw dist="38100" dir="2700000" algn="tl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867" dirty="0">
                  <a:latin typeface="+mj-ea"/>
                  <a:ea typeface="+mj-ea"/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DFDB89C-5865-D421-54D6-244D8A6260A3}"/>
                  </a:ext>
                </a:extLst>
              </p:cNvPr>
              <p:cNvSpPr txBox="1"/>
              <p:nvPr/>
            </p:nvSpPr>
            <p:spPr>
              <a:xfrm>
                <a:off x="877397" y="1465627"/>
                <a:ext cx="295124" cy="3160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en-US" altLang="ko-KR" sz="1600" dirty="0">
                    <a:latin typeface="+mj-ea"/>
                    <a:ea typeface="+mj-ea"/>
                  </a:rPr>
                  <a:t>2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274FFD5-28F1-EA53-694C-9FA75E0982E2}"/>
                </a:ext>
              </a:extLst>
            </p:cNvPr>
            <p:cNvSpPr txBox="1"/>
            <p:nvPr/>
          </p:nvSpPr>
          <p:spPr>
            <a:xfrm>
              <a:off x="986705" y="1422855"/>
              <a:ext cx="7733207" cy="3796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자신이 찾은 그림의 사진을 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[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클래스 보드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]</a:t>
              </a:r>
              <a:r>
                <a:rPr lang="ko-KR" altLang="en-US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에 올려 정답을 함께 확인합니다</a:t>
              </a:r>
              <a:r>
                <a:rPr lang="en-US" altLang="ko-KR" sz="1867" dirty="0">
                  <a:solidFill>
                    <a:schemeClr val="tx1">
                      <a:alpha val="99000"/>
                    </a:schemeClr>
                  </a:solidFill>
                  <a:latin typeface="+mj-ea"/>
                  <a:ea typeface="+mj-ea"/>
                </a:rPr>
                <a:t>.</a:t>
              </a:r>
              <a:endParaRPr lang="ko-KR" altLang="en-US" sz="1867" dirty="0">
                <a:solidFill>
                  <a:schemeClr val="tx1">
                    <a:alpha val="99000"/>
                  </a:schemeClr>
                </a:solidFill>
                <a:latin typeface="+mj-ea"/>
                <a:ea typeface="+mj-ea"/>
              </a:endParaRPr>
            </a:p>
          </p:txBody>
        </p:sp>
      </p:grpSp>
      <p:sp>
        <p:nvSpPr>
          <p:cNvPr id="28" name="Rectangle 9">
            <a:extLst>
              <a:ext uri="{FF2B5EF4-FFF2-40B4-BE49-F238E27FC236}">
                <a16:creationId xmlns:a16="http://schemas.microsoft.com/office/drawing/2014/main" id="{04836553-D1B8-352A-5B71-F1716630A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0532" y="2921992"/>
            <a:ext cx="8490296" cy="20061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latinLnBrk="0" hangingPunct="1">
              <a:spcBef>
                <a:spcPts val="1400"/>
              </a:spcBef>
              <a:buClr>
                <a:srgbClr val="2C2C2A"/>
              </a:buClr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</a:t>
            </a: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준비물:</a:t>
            </a:r>
            <a:endParaRPr lang="en-US" altLang="ko-KR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  <a:buClr>
                <a:srgbClr val="2C2C2A"/>
              </a:buClr>
            </a:pP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□ 태블릿</a:t>
            </a:r>
            <a:endParaRPr lang="en-US" altLang="ko-KR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  <a:buClr>
                <a:srgbClr val="2C2C2A"/>
              </a:buClr>
            </a:pPr>
            <a:r>
              <a:rPr lang="ko-KR" altLang="en-US" sz="28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〮 </a:t>
            </a: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유의점</a:t>
            </a:r>
            <a:r>
              <a:rPr lang="en-US" altLang="ko-KR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:</a:t>
            </a:r>
            <a:endParaRPr lang="ko-KR" altLang="en-US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8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 게시물 평가</a:t>
            </a:r>
            <a:endParaRPr lang="ko-KR" altLang="en-US" sz="28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2987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8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73DE1A5-A26C-4936-9EB7-341AE0E9F7ED}" type="slidenum">
              <a:rPr lang="en-US" altLang="ko-KR" smtClean="0"/>
              <a:pPr/>
              <a:t>7</a:t>
            </a:fld>
            <a:endParaRPr 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  <a:alpha val="99000"/>
                  </a:schemeClr>
                </a:solidFill>
                <a:latin typeface="+mj-ea"/>
                <a:ea typeface="+mj-ea"/>
              </a:rPr>
              <a:t>정리하기</a:t>
            </a:r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83C79BC-9644-B814-24DC-B572CAABB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937" y="1997075"/>
            <a:ext cx="10030893" cy="3754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9890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52876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2068513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609850" defTabSz="393700"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  <a:lvl6pPr marL="30670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6pPr>
            <a:lvl7pPr marL="35242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7pPr>
            <a:lvl8pPr marL="39814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8pPr>
            <a:lvl9pPr marL="4438650" defTabSz="393700" fontAlgn="base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비슷한 색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: 10 </a:t>
            </a: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색상환에서 서로 이웃하는 색</a:t>
            </a:r>
            <a:endParaRPr lang="en-US" altLang="ko-KR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sym typeface="Wingdings" panose="05000000000000000000" pitchFamily="2" charset="2"/>
            </a:endParaRP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endParaRPr lang="en-US" altLang="ko-KR" sz="2600" dirty="0">
              <a:solidFill>
                <a:srgbClr val="2C2C2A"/>
              </a:solidFill>
              <a:latin typeface="Noto Sans KR Medium" panose="020B0200000000000000" pitchFamily="50" charset="-127"/>
              <a:ea typeface="Noto Sans KR Medium" panose="020B0200000000000000" pitchFamily="50" charset="-127"/>
              <a:sym typeface="Wingdings" panose="05000000000000000000" pitchFamily="2" charset="2"/>
            </a:endParaRPr>
          </a:p>
          <a:p>
            <a:pPr marL="457200" indent="-457200" eaLnBrk="1" latinLnBrk="0" hangingPunct="1">
              <a:spcBef>
                <a:spcPts val="1400"/>
              </a:spcBef>
              <a:buFont typeface="Wingdings" panose="05000000000000000000" pitchFamily="2" charset="2"/>
              <a:buChar char="þ"/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비슷한 색이 주는 느낌은 무엇인가요</a:t>
            </a:r>
            <a:r>
              <a:rPr lang="en-US" altLang="ko-KR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  <a:sym typeface="Wingdings" panose="05000000000000000000" pitchFamily="2" charset="2"/>
              </a:rPr>
              <a:t>?</a:t>
            </a:r>
          </a:p>
          <a:p>
            <a:pPr eaLnBrk="1" latinLnBrk="0" hangingPunct="1">
              <a:spcBef>
                <a:spcPts val="1400"/>
              </a:spcBef>
            </a:pPr>
            <a:r>
              <a:rPr lang="ko-KR" altLang="en-US" sz="2600" dirty="0">
                <a:solidFill>
                  <a:srgbClr val="2C2C2A"/>
                </a:solidFill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□ 다음 시간 예고: 반대색으로 표현하기</a:t>
            </a:r>
          </a:p>
        </p:txBody>
      </p:sp>
    </p:spTree>
    <p:extLst>
      <p:ext uri="{BB962C8B-B14F-4D97-AF65-F5344CB8AC3E}">
        <p14:creationId xmlns:p14="http://schemas.microsoft.com/office/powerpoint/2010/main" val="3974363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431371" y="3500604"/>
            <a:ext cx="11329259" cy="101600"/>
          </a:xfrm>
          <a:prstGeom prst="roundRect">
            <a:avLst>
              <a:gd name="adj" fmla="val 50000"/>
            </a:avLst>
          </a:prstGeom>
          <a:solidFill>
            <a:srgbClr val="F687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/>
          </a:p>
        </p:txBody>
      </p:sp>
    </p:spTree>
    <p:extLst>
      <p:ext uri="{BB962C8B-B14F-4D97-AF65-F5344CB8AC3E}">
        <p14:creationId xmlns:p14="http://schemas.microsoft.com/office/powerpoint/2010/main" val="2661022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0">
      <a:majorFont>
        <a:latin typeface="에스코어 드림 8 Heavy"/>
        <a:ea typeface="에스코어 드림 8 Heavy"/>
        <a:cs typeface=""/>
      </a:majorFont>
      <a:minorFont>
        <a:latin typeface="Noto Sans KR Medium"/>
        <a:ea typeface="Noto Sans KR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내용 4개">
  <a:themeElements>
    <a:clrScheme name="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4472C4"/>
      </a:accent1>
      <a:accent2>
        <a:srgbClr val="ED7D31"/>
      </a:accent2>
      <a:accent3>
        <a:srgbClr val="FFFFFF"/>
      </a:accent3>
      <a:accent4>
        <a:srgbClr val="000000"/>
      </a:accent4>
      <a:accent5>
        <a:srgbClr val="B0BCDE"/>
      </a:accent5>
      <a:accent6>
        <a:srgbClr val="D7712B"/>
      </a:accent6>
      <a:hlink>
        <a:srgbClr val="0563C1"/>
      </a:hlink>
      <a:folHlink>
        <a:srgbClr val="954F72"/>
      </a:folHlink>
    </a:clrScheme>
    <a:fontScheme name="내용 4개">
      <a:majorFont>
        <a:latin typeface="Calibri"/>
        <a:ea typeface=""/>
        <a:cs typeface="Calibri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1" hangingPunct="0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cs typeface="Calibri" panose="020F0502020204030204" pitchFamily="34" charset="0"/>
          </a:defRPr>
        </a:defPPr>
      </a:lstStyle>
    </a:lnDef>
  </a:objectDefaults>
  <a:extraClrSchemeLst>
    <a:extraClrScheme>
      <a:clrScheme name="내용 4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내용 4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내용 4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231</Words>
  <Application>Microsoft Office PowerPoint</Application>
  <PresentationFormat>와이드스크린</PresentationFormat>
  <Paragraphs>79</Paragraphs>
  <Slides>8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8" baseType="lpstr">
      <vt:lpstr>Noto Sans KR Black</vt:lpstr>
      <vt:lpstr>Noto Sans KR Medium</vt:lpstr>
      <vt:lpstr>나눔스퀘어 ExtraBold</vt:lpstr>
      <vt:lpstr>땅스부대찌개 Bold</vt:lpstr>
      <vt:lpstr>에스코어 드림 8 Heavy</vt:lpstr>
      <vt:lpstr>Arial</vt:lpstr>
      <vt:lpstr>Calibri</vt:lpstr>
      <vt:lpstr>Wingdings</vt:lpstr>
      <vt:lpstr>Office Theme</vt:lpstr>
      <vt:lpstr>내용 4개</vt:lpstr>
      <vt:lpstr>PowerPoint 프레젠테이션</vt:lpstr>
      <vt:lpstr>PowerPoint 프레젠테이션</vt:lpstr>
      <vt:lpstr>탐색하기 — 비슷한 색 탐구하기</vt:lpstr>
      <vt:lpstr>탐색하기 — 비슷한 색 탐구하기</vt:lpstr>
      <vt:lpstr>제작하기 — 꼭꼭 숨어라! 놀이하기</vt:lpstr>
      <vt:lpstr>참여하기 — 우리 반 숨은그림찾기</vt:lpstr>
      <vt:lpstr>정리하기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예나 김</cp:lastModifiedBy>
  <cp:revision>19</cp:revision>
  <dcterms:created xsi:type="dcterms:W3CDTF">2026-07-09T22:35:37Z</dcterms:created>
  <dcterms:modified xsi:type="dcterms:W3CDTF">2026-10-22T06:21:50Z</dcterms:modified>
</cp:coreProperties>
</file>