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A%B9%8C%EC%B9%98%EC%99%80+%ED%98%B8%EB%9E%91%EC%9D%B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A%B9%8C%EC%B9%98%EC%99%80+%ED%98%B8%EB%9E%91%EC%9D%B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%EB%AC%B8%EC%9E%90%EB%8F%84+%ED%9A%A8&amp;pageNum=14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B%AA%A8%EB%9E%80%EB%8F%84&amp;pageNum=10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AA%A8%EB%9E%80%EB%8F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%EC%B1%85%EA%B0%80%EB%8F%84&amp;pageNum=5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B1%85%EA%B0%80%EB%8F%84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71" y="2609387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민화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 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보기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생각하기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궁금해하기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8차시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2421449" y="3003064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2421449" y="4100344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2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921569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21569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B972399-C531-C3BC-04CE-1E9436CE6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71" y="1400175"/>
            <a:ext cx="8508274" cy="47859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0944FF-96D8-E0BE-F809-2DF7C1AB6D16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호랑이와 까치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를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133700"/>
              </p:ext>
            </p:extLst>
          </p:nvPr>
        </p:nvGraphicFramePr>
        <p:xfrm>
          <a:off x="519760" y="1910600"/>
          <a:ext cx="10252743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937914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6314829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호랑이와 까치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dirty="0"/>
                        <a:t>호랑이는 무섭고 용맹스러운 모습이 아닌 바보스럽고 친근한 표정으로 묘사했다</a:t>
                      </a:r>
                      <a:r>
                        <a:rPr lang="en-US" altLang="ko-KR" dirty="0"/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dirty="0"/>
                        <a:t>까치는 호랑이 바로 위 소나무 가지에 앉아 호랑이를 향해 짖는    </a:t>
                      </a:r>
                      <a:endParaRPr lang="en-US" altLang="ko-KR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     </a:t>
                      </a:r>
                      <a:r>
                        <a:rPr lang="ko-KR" altLang="en-US" dirty="0"/>
                        <a:t>듯한 포즈를 취하고 있다</a:t>
                      </a:r>
                      <a:r>
                        <a:rPr lang="en-US" altLang="ko-KR" dirty="0"/>
                        <a:t>.</a:t>
                      </a:r>
                      <a:endParaRPr lang="en-US" altLang="ko-KR" sz="180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altLang="ko-KR" sz="180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dirty="0"/>
                        <a:t>권력자나 탐관오리를 상징하는 거대한 호랑이가 작고 약하지만 바른 말을 하는 까치 앞에서 어쩔 줄 몰라 하는 모습을 통해</a:t>
                      </a:r>
                      <a:r>
                        <a:rPr lang="en-US" altLang="ko-KR" dirty="0"/>
                        <a:t>,   </a:t>
                      </a:r>
                      <a:r>
                        <a:rPr lang="ko-KR" altLang="en-US" b="1" dirty="0"/>
                        <a:t>민중의 속시원한 풍자와 해학</a:t>
                      </a:r>
                      <a:r>
                        <a:rPr lang="ko-KR" altLang="en-US" dirty="0"/>
                        <a:t>을 담아냈다</a:t>
                      </a:r>
                      <a:r>
                        <a:rPr lang="en-US" altLang="ko-KR" dirty="0"/>
                        <a:t>.</a:t>
                      </a: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5" name="그림 4">
            <a:hlinkClick r:id="rId3"/>
            <a:extLst>
              <a:ext uri="{FF2B5EF4-FFF2-40B4-BE49-F238E27FC236}">
                <a16:creationId xmlns:a16="http://schemas.microsoft.com/office/drawing/2014/main" id="{DD811741-5839-91E5-97E1-B89ABF0D1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8310" y="2656114"/>
            <a:ext cx="1816650" cy="29478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0230CA-9BF8-7F23-D691-229492D15492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호랑이와 까치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4" name="Picture 2" descr="1유형">
            <a:extLst>
              <a:ext uri="{FF2B5EF4-FFF2-40B4-BE49-F238E27FC236}">
                <a16:creationId xmlns:a16="http://schemas.microsoft.com/office/drawing/2014/main" id="{1F2DD266-8324-81E5-2B63-4CC1FEC194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828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보기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(See) -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생각하기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(Think) -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궁금해하기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(Wonder)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보기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무엇이 보이나요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생각하기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내가 생각하기에는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궁금해하기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이런 점이 궁금해요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!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122492"/>
              </p:ext>
            </p:extLst>
          </p:nvPr>
        </p:nvGraphicFramePr>
        <p:xfrm>
          <a:off x="301895" y="1754701"/>
          <a:ext cx="11553372" cy="40760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호랑이와 까치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보기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무엇이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생각하기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내가 생각하기에는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궁금해하기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이런 점이 궁금해요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!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67ECE845-09A4-D9F9-9C83-E7E53FFA5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419" y="2656114"/>
            <a:ext cx="1816650" cy="29478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9C03DA-C44F-A441-4E0E-7A59EE95A9C7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호랑이와 까치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6" name="Picture 2" descr="1유형">
            <a:extLst>
              <a:ext uri="{FF2B5EF4-FFF2-40B4-BE49-F238E27FC236}">
                <a16:creationId xmlns:a16="http://schemas.microsoft.com/office/drawing/2014/main" id="{C1DD9CBC-C10A-B094-1261-1FEF482A4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828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183449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문자도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모란 병풍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책가도 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8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폭 병풍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6" name="그림 5">
            <a:hlinkClick r:id="rId3"/>
            <a:extLst>
              <a:ext uri="{FF2B5EF4-FFF2-40B4-BE49-F238E27FC236}">
                <a16:creationId xmlns:a16="http://schemas.microsoft.com/office/drawing/2014/main" id="{8FD1085A-85F5-1BF4-21EF-67F69FFEA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3075" y="2837314"/>
            <a:ext cx="1331211" cy="3108395"/>
          </a:xfrm>
          <a:prstGeom prst="rect">
            <a:avLst/>
          </a:prstGeom>
        </p:spPr>
      </p:pic>
      <p:pic>
        <p:nvPicPr>
          <p:cNvPr id="13" name="그림 12">
            <a:hlinkClick r:id="rId5"/>
            <a:extLst>
              <a:ext uri="{FF2B5EF4-FFF2-40B4-BE49-F238E27FC236}">
                <a16:creationId xmlns:a16="http://schemas.microsoft.com/office/drawing/2014/main" id="{598C351B-54B6-0574-3C50-7BCC25CCCA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9560" y="3535559"/>
            <a:ext cx="3491880" cy="1441166"/>
          </a:xfrm>
          <a:prstGeom prst="rect">
            <a:avLst/>
          </a:prstGeom>
        </p:spPr>
      </p:pic>
      <p:pic>
        <p:nvPicPr>
          <p:cNvPr id="17" name="그림 16">
            <a:hlinkClick r:id="rId7"/>
            <a:extLst>
              <a:ext uri="{FF2B5EF4-FFF2-40B4-BE49-F238E27FC236}">
                <a16:creationId xmlns:a16="http://schemas.microsoft.com/office/drawing/2014/main" id="{57FEF8AA-0CDA-80E0-39D7-B1A3AE0425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0976" y="2837314"/>
            <a:ext cx="1790047" cy="30471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609ACD-7F64-083E-68C4-C8447104AA5A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62C175D-04A6-7119-423E-EC97B0978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12802"/>
              </p:ext>
            </p:extLst>
          </p:nvPr>
        </p:nvGraphicFramePr>
        <p:xfrm>
          <a:off x="301895" y="1754701"/>
          <a:ext cx="11553372" cy="4350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보기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무엇이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생각하기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내가 생각하기에는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궁금해하기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이런 점이 궁금해요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!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민화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풍속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618</Words>
  <Application>Microsoft Office PowerPoint</Application>
  <PresentationFormat>와이드스크린</PresentationFormat>
  <Paragraphs>140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Noto Sans KR</vt:lpstr>
      <vt:lpstr>Noto Sans KR Black</vt:lpstr>
      <vt:lpstr>Noto Sans KR Medium</vt:lpstr>
      <vt:lpstr>고양덕양 B</vt:lpstr>
      <vt:lpstr>나눔바른고딕 Light</vt:lpstr>
      <vt:lpstr>나눔스퀘어 ExtraBold</vt:lpstr>
      <vt:lpstr>땅스부대찌개 Bold</vt:lpstr>
      <vt:lpstr>Arial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&lt;민화&gt;를 알아봅시다(영상제목: 민화)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54</cp:revision>
  <dcterms:created xsi:type="dcterms:W3CDTF">2026-07-09T22:35:37Z</dcterms:created>
  <dcterms:modified xsi:type="dcterms:W3CDTF">2026-10-21T06:27:06Z</dcterms:modified>
  <cp:version/>
</cp:coreProperties>
</file>