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6" r:id="rId2"/>
  </p:sldMasterIdLst>
  <p:notesMasterIdLst>
    <p:notesMasterId r:id="rId10"/>
  </p:notesMasterIdLst>
  <p:sldIdLst>
    <p:sldId id="256" r:id="rId3"/>
    <p:sldId id="265" r:id="rId4"/>
    <p:sldId id="277" r:id="rId5"/>
    <p:sldId id="266" r:id="rId6"/>
    <p:sldId id="268" r:id="rId7"/>
    <p:sldId id="269" r:id="rId8"/>
    <p:sldId id="270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877E"/>
    <a:srgbClr val="FEFEFE"/>
    <a:srgbClr val="FF9999"/>
    <a:srgbClr val="FFD966"/>
    <a:srgbClr val="ED7D31"/>
    <a:srgbClr val="0732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756" y="9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49891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2000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13" Type="http://schemas.openxmlformats.org/officeDocument/2006/relationships/image" Target="../media/image6.jpeg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1.xml"/><Relationship Id="rId15" Type="http://schemas.openxmlformats.org/officeDocument/2006/relationships/image" Target="../media/image8.png"/><Relationship Id="rId10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Relationship Id="rId14" Type="http://schemas.openxmlformats.org/officeDocument/2006/relationships/image" Target="../media/image7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:a16="http://schemas.microsoft.com/office/drawing/2014/main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2659355"/>
            <a:ext cx="9086287" cy="14474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4403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색을 활용해서 </a:t>
            </a:r>
            <a:endParaRPr lang="en-US" altLang="ko-KR" sz="4403" dirty="0">
              <a:solidFill>
                <a:srgbClr val="F6877E"/>
              </a:solidFill>
              <a:latin typeface="에스코어 드림 8 Heavy" panose="020B0903030302020204" pitchFamily="34" charset="-127"/>
              <a:ea typeface="에스코어 드림 8 Heavy" panose="020B0903030302020204" pitchFamily="34" charset="-127"/>
            </a:endParaRP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4403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나의 마음 표현하기</a:t>
            </a:r>
            <a:endParaRPr lang="en-US" altLang="ko-KR" sz="4403" dirty="0">
              <a:solidFill>
                <a:srgbClr val="F6877E"/>
              </a:solidFill>
              <a:latin typeface="에스코어 드림 8 Heavy" panose="020B0903030302020204" pitchFamily="34" charset="-127"/>
              <a:ea typeface="에스코어 드림 8 Heavy" panose="020B0903030302020204" pitchFamily="34" charset="-127"/>
            </a:endParaRPr>
          </a:p>
        </p:txBody>
      </p:sp>
      <p:sp>
        <p:nvSpPr>
          <p:cNvPr id="8197" name="AutoShape 5">
            <a:extLst>
              <a:ext uri="{FF2B5EF4-FFF2-40B4-BE49-F238E27FC236}">
                <a16:creationId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39</a:t>
            </a:r>
            <a:r>
              <a:rPr lang="ko-KR" altLang="en-US" sz="3703" dirty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569703" y="3295734"/>
            <a:ext cx="7761677" cy="507831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r>
              <a:rPr lang="en-US" altLang="ko-KR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               ) </a:t>
            </a:r>
            <a:r>
              <a:rPr lang="ko-KR" altLang="en-US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을 활용하여  </a:t>
            </a:r>
            <a:r>
              <a:rPr lang="en-US" altLang="ko-KR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                              ) </a:t>
            </a:r>
            <a:r>
              <a:rPr lang="ko-KR" altLang="en-US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을 표현할 수 있다</a:t>
            </a:r>
            <a:r>
              <a:rPr lang="en-US" altLang="ko-KR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0" y="452670"/>
            <a:ext cx="9918885" cy="641085"/>
          </a:xfrm>
        </p:spPr>
        <p:txBody>
          <a:bodyPr>
            <a:normAutofit/>
          </a:bodyPr>
          <a:lstStyle/>
          <a:p>
            <a:r>
              <a:rPr lang="ko-KR" altLang="en-US" sz="3400" b="1" spc="0" dirty="0" err="1">
                <a:solidFill>
                  <a:schemeClr val="accent2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떠</a:t>
            </a:r>
            <a:r>
              <a:rPr lang="ko-KR" altLang="en-US" sz="3400" b="1" spc="0" dirty="0" err="1">
                <a:solidFill>
                  <a:srgbClr val="404040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올리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기 —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나의 마음 들여다보기</a:t>
            </a:r>
            <a:endParaRPr lang="ko-KR" altLang="en-US" sz="34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  <a:ea typeface="+mj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1B5E2357-40D2-8C3A-E2F0-20B71089E6C8}"/>
              </a:ext>
            </a:extLst>
          </p:cNvPr>
          <p:cNvGrpSpPr/>
          <p:nvPr/>
        </p:nvGrpSpPr>
        <p:grpSpPr>
          <a:xfrm>
            <a:off x="643901" y="1446540"/>
            <a:ext cx="341311" cy="338555"/>
            <a:chOff x="853872" y="1465627"/>
            <a:chExt cx="318649" cy="316075"/>
          </a:xfrm>
        </p:grpSpPr>
        <p:sp>
          <p:nvSpPr>
            <p:cNvPr id="5" name="모서리가 둥근 직사각형 41">
              <a:extLst>
                <a:ext uri="{FF2B5EF4-FFF2-40B4-BE49-F238E27FC236}">
                  <a16:creationId xmlns:a16="http://schemas.microsoft.com/office/drawing/2014/main" id="{B5CD1855-E762-360A-66D2-BD6E074052A6}"/>
                </a:ext>
              </a:extLst>
            </p:cNvPr>
            <p:cNvSpPr/>
            <p:nvPr/>
          </p:nvSpPr>
          <p:spPr>
            <a:xfrm>
              <a:off x="853872" y="1487438"/>
              <a:ext cx="289128" cy="289128"/>
            </a:xfrm>
            <a:prstGeom prst="roundRect">
              <a:avLst/>
            </a:prstGeom>
            <a:solidFill>
              <a:srgbClr val="FFD966"/>
            </a:solidFill>
            <a:ln w="12700">
              <a:solidFill>
                <a:schemeClr val="tx1"/>
              </a:solidFill>
            </a:ln>
            <a:effectLst>
              <a:outerShdw dist="38100" dir="2700000" algn="t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67" dirty="0">
                <a:latin typeface="+mj-ea"/>
                <a:ea typeface="+mj-ea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413DECA-CF8C-D3B1-16CD-A534C99466D8}"/>
                </a:ext>
              </a:extLst>
            </p:cNvPr>
            <p:cNvSpPr txBox="1"/>
            <p:nvPr/>
          </p:nvSpPr>
          <p:spPr>
            <a:xfrm>
              <a:off x="893859" y="1465627"/>
              <a:ext cx="278662" cy="316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600" dirty="0">
                  <a:latin typeface="+mj-ea"/>
                  <a:ea typeface="+mj-ea"/>
                </a:rPr>
                <a:t>1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3EC7A525-71D5-27FC-79F2-D60EDEE080DA}"/>
              </a:ext>
            </a:extLst>
          </p:cNvPr>
          <p:cNvSpPr txBox="1"/>
          <p:nvPr/>
        </p:nvSpPr>
        <p:spPr>
          <a:xfrm>
            <a:off x="986705" y="1422855"/>
            <a:ext cx="6627135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내 마음에 담겨 있는 여러 생각이나 감정을 단어로 적어봅시다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1867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58C9AFEB-CB58-0F15-1FB6-0D6259A0EA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50647" y="4921677"/>
            <a:ext cx="7596743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endParaRPr lang="en-US" altLang="ko-KR" sz="28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76" name="그림 75">
            <a:extLst>
              <a:ext uri="{FF2B5EF4-FFF2-40B4-BE49-F238E27FC236}">
                <a16:creationId xmlns:a16="http://schemas.microsoft.com/office/drawing/2014/main" id="{489A7965-AFEC-4777-EEAB-B11AFB85B2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9242" y="1819045"/>
            <a:ext cx="5220604" cy="4642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644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4</a:t>
            </a:fld>
            <a:endParaRPr lang="en-US" dirty="0"/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43496D17-0B57-1D91-9627-76AB7548B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0" y="452670"/>
            <a:ext cx="9918885" cy="641085"/>
          </a:xfrm>
        </p:spPr>
        <p:txBody>
          <a:bodyPr>
            <a:normAutofit/>
          </a:bodyPr>
          <a:lstStyle/>
          <a:p>
            <a:r>
              <a:rPr lang="ko-KR" altLang="en-US" sz="3400" b="1" spc="0" dirty="0" err="1">
                <a:solidFill>
                  <a:schemeClr val="accent2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떠</a:t>
            </a:r>
            <a:r>
              <a:rPr lang="ko-KR" altLang="en-US" sz="3400" b="1" spc="0" dirty="0" err="1">
                <a:solidFill>
                  <a:srgbClr val="404040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올리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기 —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나의 마음 들여다보기</a:t>
            </a:r>
            <a:endParaRPr lang="ko-KR" altLang="en-US" sz="34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  <a:ea typeface="+mj-ea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23410688-EF3F-58BC-6B07-74FDD1262A19}"/>
              </a:ext>
            </a:extLst>
          </p:cNvPr>
          <p:cNvGrpSpPr/>
          <p:nvPr/>
        </p:nvGrpSpPr>
        <p:grpSpPr>
          <a:xfrm>
            <a:off x="643902" y="1463957"/>
            <a:ext cx="323127" cy="338555"/>
            <a:chOff x="853872" y="1481888"/>
            <a:chExt cx="301672" cy="316075"/>
          </a:xfrm>
        </p:grpSpPr>
        <p:sp>
          <p:nvSpPr>
            <p:cNvPr id="7" name="모서리가 둥근 직사각형 41">
              <a:extLst>
                <a:ext uri="{FF2B5EF4-FFF2-40B4-BE49-F238E27FC236}">
                  <a16:creationId xmlns:a16="http://schemas.microsoft.com/office/drawing/2014/main" id="{8E63C504-A330-C844-5A57-F3E236EF55FD}"/>
                </a:ext>
              </a:extLst>
            </p:cNvPr>
            <p:cNvSpPr/>
            <p:nvPr/>
          </p:nvSpPr>
          <p:spPr>
            <a:xfrm>
              <a:off x="853872" y="1487438"/>
              <a:ext cx="289128" cy="289128"/>
            </a:xfrm>
            <a:prstGeom prst="roundRect">
              <a:avLst/>
            </a:prstGeom>
            <a:solidFill>
              <a:srgbClr val="F6877E"/>
            </a:solidFill>
            <a:ln w="12700">
              <a:solidFill>
                <a:schemeClr val="tx1"/>
              </a:solidFill>
            </a:ln>
            <a:effectLst>
              <a:outerShdw dist="38100" dir="2700000" algn="t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67" dirty="0">
                <a:latin typeface="+mj-ea"/>
                <a:ea typeface="+mj-ea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B6B5921-61D9-1258-37AD-947CDAEBFFC8}"/>
                </a:ext>
              </a:extLst>
            </p:cNvPr>
            <p:cNvSpPr txBox="1"/>
            <p:nvPr/>
          </p:nvSpPr>
          <p:spPr>
            <a:xfrm>
              <a:off x="876882" y="1481888"/>
              <a:ext cx="278662" cy="316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600" dirty="0">
                  <a:latin typeface="+mj-ea"/>
                  <a:ea typeface="+mj-ea"/>
                </a:rPr>
                <a:t>1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47A1CE92-A080-58B2-E80E-2DC80C2ACC18}"/>
              </a:ext>
            </a:extLst>
          </p:cNvPr>
          <p:cNvSpPr txBox="1"/>
          <p:nvPr/>
        </p:nvSpPr>
        <p:spPr>
          <a:xfrm>
            <a:off x="986705" y="1422855"/>
            <a:ext cx="7795724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모둠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/</a:t>
            </a:r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발표 수업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] </a:t>
            </a:r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기능을 활용하여 자신이 채워 넣은 마음을 발표해 봅시다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1867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0C36D326-AC8E-39E9-BC5F-CF1EB44233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9242" y="1819045"/>
            <a:ext cx="5220604" cy="4642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5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964152" cy="641085"/>
          </a:xfrm>
        </p:spPr>
        <p:txBody>
          <a:bodyPr>
            <a:noAutofit/>
          </a:bodyPr>
          <a:lstStyle/>
          <a:p>
            <a:r>
              <a:rPr lang="ko-KR" altLang="en-US" sz="3400" b="1" dirty="0">
                <a:solidFill>
                  <a:srgbClr val="00B050">
                    <a:alpha val="99000"/>
                  </a:srgbClr>
                </a:solidFill>
                <a:latin typeface="+mj-lt"/>
                <a:ea typeface="+mj-ea"/>
              </a:rPr>
              <a:t>제</a:t>
            </a:r>
            <a:r>
              <a:rPr lang="ko-KR" altLang="en-US" sz="34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+mj-ea"/>
              </a:rPr>
              <a:t>작하기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—</a:t>
            </a:r>
            <a:r>
              <a:rPr lang="ko-KR" altLang="en-US" sz="3400" b="1" spc="0" dirty="0">
                <a:solidFill>
                  <a:srgbClr val="404040"/>
                </a:solidFill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색을 활용하여 나의 마음 표현하기</a:t>
            </a:r>
            <a:endParaRPr lang="ko-KR" altLang="en-US" sz="34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  <a:ea typeface="+mj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2EF72766-5A73-62D8-065A-C65ADB4FA48F}"/>
              </a:ext>
            </a:extLst>
          </p:cNvPr>
          <p:cNvGrpSpPr/>
          <p:nvPr/>
        </p:nvGrpSpPr>
        <p:grpSpPr>
          <a:xfrm>
            <a:off x="643901" y="1422855"/>
            <a:ext cx="5911957" cy="379656"/>
            <a:chOff x="643901" y="1422855"/>
            <a:chExt cx="5911957" cy="379656"/>
          </a:xfrm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1B5E2357-40D2-8C3A-E2F0-20B71089E6C8}"/>
                </a:ext>
              </a:extLst>
            </p:cNvPr>
            <p:cNvGrpSpPr/>
            <p:nvPr/>
          </p:nvGrpSpPr>
          <p:grpSpPr>
            <a:xfrm>
              <a:off x="643901" y="1446540"/>
              <a:ext cx="341311" cy="338555"/>
              <a:chOff x="853872" y="1465627"/>
              <a:chExt cx="318649" cy="316075"/>
            </a:xfrm>
          </p:grpSpPr>
          <p:sp>
            <p:nvSpPr>
              <p:cNvPr id="5" name="모서리가 둥근 직사각형 41">
                <a:extLst>
                  <a:ext uri="{FF2B5EF4-FFF2-40B4-BE49-F238E27FC236}">
                    <a16:creationId xmlns:a16="http://schemas.microsoft.com/office/drawing/2014/main" id="{B5CD1855-E762-360A-66D2-BD6E074052A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 dirty="0">
                  <a:latin typeface="+mj-ea"/>
                  <a:ea typeface="+mj-ea"/>
                </a:endParaRP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13DECA-CF8C-D3B1-16CD-A534C99466D8}"/>
                  </a:ext>
                </a:extLst>
              </p:cNvPr>
              <p:cNvSpPr txBox="1"/>
              <p:nvPr/>
            </p:nvSpPr>
            <p:spPr>
              <a:xfrm>
                <a:off x="893859" y="1465627"/>
                <a:ext cx="278662" cy="316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EC7A525-71D5-27FC-79F2-D60EDEE080DA}"/>
                </a:ext>
              </a:extLst>
            </p:cNvPr>
            <p:cNvSpPr txBox="1"/>
            <p:nvPr/>
          </p:nvSpPr>
          <p:spPr>
            <a:xfrm>
              <a:off x="986705" y="1422855"/>
              <a:ext cx="5569153" cy="3796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방금 적은 단어와 어울리는 색을 각각 떠올려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121C8395-E8A4-3ADD-1F20-DDC763B88F65}"/>
              </a:ext>
            </a:extLst>
          </p:cNvPr>
          <p:cNvGrpSpPr/>
          <p:nvPr/>
        </p:nvGrpSpPr>
        <p:grpSpPr>
          <a:xfrm>
            <a:off x="643901" y="2020648"/>
            <a:ext cx="8874307" cy="666977"/>
            <a:chOff x="643901" y="1422855"/>
            <a:chExt cx="8874307" cy="666977"/>
          </a:xfrm>
        </p:grpSpPr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F210DC8C-6981-7EA5-EAC4-8421A3A43383}"/>
                </a:ext>
              </a:extLst>
            </p:cNvPr>
            <p:cNvGrpSpPr/>
            <p:nvPr/>
          </p:nvGrpSpPr>
          <p:grpSpPr>
            <a:xfrm>
              <a:off x="643901" y="1446540"/>
              <a:ext cx="341311" cy="338554"/>
              <a:chOff x="853872" y="1465627"/>
              <a:chExt cx="318649" cy="316074"/>
            </a:xfrm>
          </p:grpSpPr>
          <p:sp>
            <p:nvSpPr>
              <p:cNvPr id="25" name="모서리가 둥근 직사각형 41">
                <a:extLst>
                  <a:ext uri="{FF2B5EF4-FFF2-40B4-BE49-F238E27FC236}">
                    <a16:creationId xmlns:a16="http://schemas.microsoft.com/office/drawing/2014/main" id="{C8735C08-0D3B-2A20-5DE1-5492A499CDD2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 dirty="0">
                  <a:latin typeface="+mj-ea"/>
                  <a:ea typeface="+mj-ea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0C87544-36B8-90FB-A7B5-E7CF91C0D1E4}"/>
                  </a:ext>
                </a:extLst>
              </p:cNvPr>
              <p:cNvSpPr txBox="1"/>
              <p:nvPr/>
            </p:nvSpPr>
            <p:spPr>
              <a:xfrm>
                <a:off x="877397" y="1465627"/>
                <a:ext cx="295124" cy="3160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AF3CC98-BC82-9FB8-D1D5-865F6E994233}"/>
                </a:ext>
              </a:extLst>
            </p:cNvPr>
            <p:cNvSpPr txBox="1"/>
            <p:nvPr/>
          </p:nvSpPr>
          <p:spPr>
            <a:xfrm>
              <a:off x="986705" y="1422855"/>
              <a:ext cx="8531503" cy="6669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하나씩 꽃잎을 채색하며 마음을 표현해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</a:p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비슷한 색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,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반대색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,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따뜻한 느낌의 색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,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차가운 느낌의 색을 적절히 활용해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F8309307-41EA-7063-7541-AE386684C13B}"/>
              </a:ext>
            </a:extLst>
          </p:cNvPr>
          <p:cNvGrpSpPr/>
          <p:nvPr/>
        </p:nvGrpSpPr>
        <p:grpSpPr>
          <a:xfrm>
            <a:off x="2207893" y="1612683"/>
            <a:ext cx="7776213" cy="5806239"/>
            <a:chOff x="978789" y="1469902"/>
            <a:chExt cx="7776213" cy="5806239"/>
          </a:xfrm>
        </p:grpSpPr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B475AD14-28A6-CBA3-12B5-52E8027A05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10000" r="9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78789" y="1469902"/>
              <a:ext cx="7776213" cy="5806239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4D22569-C019-E6AB-DCAA-9ACC210BEA2C}"/>
                </a:ext>
              </a:extLst>
            </p:cNvPr>
            <p:cNvSpPr txBox="1"/>
            <p:nvPr/>
          </p:nvSpPr>
          <p:spPr>
            <a:xfrm>
              <a:off x="4308215" y="2926349"/>
              <a:ext cx="111735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dirty="0"/>
                <a:t>배고픔을 색으로 표현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961D66E-6D8C-A70F-EC69-24DE61CF1617}"/>
                </a:ext>
              </a:extLst>
            </p:cNvPr>
            <p:cNvSpPr txBox="1"/>
            <p:nvPr/>
          </p:nvSpPr>
          <p:spPr>
            <a:xfrm>
              <a:off x="5320694" y="3708711"/>
              <a:ext cx="111735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dirty="0"/>
                <a:t>기대됨을 색으로 표현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A7ABC4A-112D-12AA-EC96-2CEFC76C017B}"/>
                </a:ext>
              </a:extLst>
            </p:cNvPr>
            <p:cNvSpPr txBox="1"/>
            <p:nvPr/>
          </p:nvSpPr>
          <p:spPr>
            <a:xfrm>
              <a:off x="4812576" y="4926433"/>
              <a:ext cx="138905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dirty="0"/>
                <a:t>스트레스를 색으로 표현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C8947DC-47F2-BA46-5AFE-FF0CB9B76978}"/>
                </a:ext>
              </a:extLst>
            </p:cNvPr>
            <p:cNvSpPr txBox="1"/>
            <p:nvPr/>
          </p:nvSpPr>
          <p:spPr>
            <a:xfrm>
              <a:off x="3522441" y="4982372"/>
              <a:ext cx="138905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/>
                <a:t>감사함을 </a:t>
              </a:r>
              <a:r>
                <a:rPr lang="ko-KR" altLang="en-US" dirty="0"/>
                <a:t>색으로 표현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4C39FB4-2641-C1EA-638C-F97DA1874503}"/>
                </a:ext>
              </a:extLst>
            </p:cNvPr>
            <p:cNvSpPr txBox="1"/>
            <p:nvPr/>
          </p:nvSpPr>
          <p:spPr>
            <a:xfrm>
              <a:off x="3082273" y="3793167"/>
              <a:ext cx="138905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dirty="0"/>
                <a:t>편안함을 색으로 표현</a:t>
              </a:r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C1C17C5F-9F35-3746-0395-DB6C7F9D7881}"/>
              </a:ext>
            </a:extLst>
          </p:cNvPr>
          <p:cNvSpPr txBox="1"/>
          <p:nvPr/>
        </p:nvSpPr>
        <p:spPr>
          <a:xfrm>
            <a:off x="1734372" y="2907314"/>
            <a:ext cx="1117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예시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783C79BC-9644-B814-24DC-B572CAABBB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6937" y="1997075"/>
            <a:ext cx="10030893" cy="3754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457200" indent="-457200" eaLnBrk="1" latinLnBrk="0" hangingPunct="1">
              <a:spcBef>
                <a:spcPts val="1400"/>
              </a:spcBef>
              <a:buFont typeface="Wingdings" panose="05000000000000000000" pitchFamily="2" charset="2"/>
              <a:buChar char="þ"/>
            </a:pP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반대색을 활용하면 특정 감정을 강조할 때 효과적이다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.</a:t>
            </a:r>
          </a:p>
          <a:p>
            <a:pPr marL="457200" indent="-457200" eaLnBrk="1" latinLnBrk="0" hangingPunct="1">
              <a:spcBef>
                <a:spcPts val="1400"/>
              </a:spcBef>
              <a:buFont typeface="Wingdings" panose="05000000000000000000" pitchFamily="2" charset="2"/>
              <a:buChar char="þ"/>
            </a:pP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비슷한 색을 활용하면 비슷한 감정을 나타내기에 효과적이다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.</a:t>
            </a:r>
          </a:p>
          <a:p>
            <a:pPr eaLnBrk="1" latinLnBrk="0" hangingPunct="1">
              <a:spcBef>
                <a:spcPts val="1400"/>
              </a:spcBef>
            </a:pP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□ 다음 시간 예고: 우리 반 마음 정원 감상하기</a:t>
            </a:r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anose="020F0502020204030204" pitchFamily="34" charset="0"/>
            <a:cs typeface="Calibri" panose="020F050202020403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anose="020F0502020204030204" pitchFamily="34" charset="0"/>
            <a:cs typeface="Calibri" panose="020F0502020204030204" pitchFamily="34" charset="0"/>
          </a:defRPr>
        </a:defPPr>
      </a:lstStyle>
    </a:lnDef>
  </a:objectDefaults>
  <a:extraClrSchemeLst>
    <a:extraClrScheme>
      <a:clrScheme name="내용 4개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426</TotalTime>
  <Words>154</Words>
  <Application>Microsoft Office PowerPoint</Application>
  <PresentationFormat>와이드스크린</PresentationFormat>
  <Paragraphs>39</Paragraphs>
  <Slides>7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7</vt:i4>
      </vt:variant>
    </vt:vector>
  </HeadingPairs>
  <TitlesOfParts>
    <vt:vector size="17" baseType="lpstr">
      <vt:lpstr>Noto Sans KR Black</vt:lpstr>
      <vt:lpstr>Noto Sans KR Medium</vt:lpstr>
      <vt:lpstr>나눔스퀘어 ExtraBold</vt:lpstr>
      <vt:lpstr>땅스부대찌개 Bold</vt:lpstr>
      <vt:lpstr>에스코어 드림 8 Heavy</vt:lpstr>
      <vt:lpstr>Arial</vt:lpstr>
      <vt:lpstr>Calibri</vt:lpstr>
      <vt:lpstr>Wingdings</vt:lpstr>
      <vt:lpstr>Office Theme</vt:lpstr>
      <vt:lpstr>내용 4개</vt:lpstr>
      <vt:lpstr>PowerPoint 프레젠테이션</vt:lpstr>
      <vt:lpstr>PowerPoint 프레젠테이션</vt:lpstr>
      <vt:lpstr>떠올리기 — 나의 마음 들여다보기</vt:lpstr>
      <vt:lpstr>떠올리기 — 나의 마음 들여다보기</vt:lpstr>
      <vt:lpstr>제작하기 —색을 활용하여 나의 마음 표현하기</vt:lpstr>
      <vt:lpstr>정리하기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예나 김</cp:lastModifiedBy>
  <cp:revision>22</cp:revision>
  <dcterms:created xsi:type="dcterms:W3CDTF">2026-07-09T22:35:37Z</dcterms:created>
  <dcterms:modified xsi:type="dcterms:W3CDTF">2026-10-22T06:08:21Z</dcterms:modified>
</cp:coreProperties>
</file>