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10"/>
  </p:notesMasterIdLst>
  <p:sldIdLst>
    <p:sldId id="256" r:id="rId3"/>
    <p:sldId id="265" r:id="rId4"/>
    <p:sldId id="277" r:id="rId5"/>
    <p:sldId id="266" r:id="rId6"/>
    <p:sldId id="268" r:id="rId7"/>
    <p:sldId id="269" r:id="rId8"/>
    <p:sldId id="270" r:id="rId9"/>
  </p:sldIdLst>
  <p:sldSz cx="12192000" cy="6858000"/>
  <p:notesSz cx="6858000" cy="12192000"/>
  <p:embeddedFontLst>
    <p:embeddedFont>
      <p:font typeface="Noto Sans KR Black" panose="020B0200000000000000" pitchFamily="50" charset="-127"/>
      <p:bold r:id="rId11"/>
    </p:embeddedFont>
    <p:embeddedFont>
      <p:font typeface="Noto Sans KR Medium" panose="020B0200000000000000" pitchFamily="50" charset="-127"/>
      <p:regular r:id="rId12"/>
    </p:embeddedFont>
    <p:embeddedFont>
      <p:font typeface="나눔스퀘어 ExtraBold" panose="020B0600000101010101" pitchFamily="50" charset="-127"/>
      <p:bold r:id="rId13"/>
    </p:embeddedFont>
    <p:embeddedFont>
      <p:font typeface="땅스부대찌개 Bold" panose="02020603020101020101" pitchFamily="18" charset="-127"/>
      <p:bold r:id="rId14"/>
    </p:embeddedFont>
    <p:embeddedFont>
      <p:font typeface="에스코어 드림 8 Heavy" panose="020B0903030302020204" pitchFamily="34" charset="-127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77E"/>
    <a:srgbClr val="FEFEFE"/>
    <a:srgbClr val="FF9999"/>
    <a:srgbClr val="FFD966"/>
    <a:srgbClr val="ED7D31"/>
    <a:srgbClr val="073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8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2659355"/>
            <a:ext cx="9086287" cy="144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색을 활용해서 </a:t>
            </a:r>
            <a:endParaRPr lang="en-US" altLang="ko-KR" sz="4403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나의 마음 표현하기</a:t>
            </a:r>
            <a:endParaRPr lang="en-US" altLang="ko-KR" sz="4403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39</a:t>
            </a:r>
            <a:r>
              <a:rPr lang="ko-KR" altLang="en-US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569703" y="3295734"/>
            <a:ext cx="7761677" cy="50783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)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활용하여  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               )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표현할 수 있다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 err="1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떠</a:t>
            </a:r>
            <a:r>
              <a:rPr lang="ko-KR" altLang="en-US" sz="3400" b="1" spc="0" dirty="0" err="1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올리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나의 마음 들여다보기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6627135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내 마음에 담겨 있는 여러 생각이나 감정을 단어로 적어봅시다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58C9AFEB-CB58-0F15-1FB6-0D6259A0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4921677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489A7965-AFEC-4777-EEAB-B11AFB85B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242" y="1819045"/>
            <a:ext cx="5220604" cy="464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43496D17-0B57-1D91-9627-76AB7548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 err="1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떠</a:t>
            </a:r>
            <a:r>
              <a:rPr lang="ko-KR" altLang="en-US" sz="3400" b="1" spc="0" dirty="0" err="1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올리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나의 마음 들여다보기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3410688-EF3F-58BC-6B07-74FDD1262A19}"/>
              </a:ext>
            </a:extLst>
          </p:cNvPr>
          <p:cNvGrpSpPr/>
          <p:nvPr/>
        </p:nvGrpSpPr>
        <p:grpSpPr>
          <a:xfrm>
            <a:off x="643902" y="1463957"/>
            <a:ext cx="323127" cy="338555"/>
            <a:chOff x="853872" y="1481888"/>
            <a:chExt cx="301672" cy="316075"/>
          </a:xfrm>
        </p:grpSpPr>
        <p:sp>
          <p:nvSpPr>
            <p:cNvPr id="7" name="모서리가 둥근 직사각형 41">
              <a:extLst>
                <a:ext uri="{FF2B5EF4-FFF2-40B4-BE49-F238E27FC236}">
                  <a16:creationId xmlns:a16="http://schemas.microsoft.com/office/drawing/2014/main" id="{8E63C504-A330-C844-5A57-F3E236EF55F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6877E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6B5921-61D9-1258-37AD-947CDAEBFFC8}"/>
                </a:ext>
              </a:extLst>
            </p:cNvPr>
            <p:cNvSpPr txBox="1"/>
            <p:nvPr/>
          </p:nvSpPr>
          <p:spPr>
            <a:xfrm>
              <a:off x="876882" y="1481888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7A1CE92-A080-58B2-E80E-2DC80C2ACC18}"/>
              </a:ext>
            </a:extLst>
          </p:cNvPr>
          <p:cNvSpPr txBox="1"/>
          <p:nvPr/>
        </p:nvSpPr>
        <p:spPr>
          <a:xfrm>
            <a:off x="986705" y="1422855"/>
            <a:ext cx="779572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모둠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발표 수업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기능을 활용하여 자신이 채워 넣은 마음을 발표해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C36D326-AC8E-39E9-BC5F-CF1EB4423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242" y="1819045"/>
            <a:ext cx="5220604" cy="464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964152" cy="641085"/>
          </a:xfrm>
        </p:spPr>
        <p:txBody>
          <a:bodyPr>
            <a:no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작하기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색을 활용하여 나의 마음 표현하기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EF72766-5A73-62D8-065A-C65ADB4FA48F}"/>
              </a:ext>
            </a:extLst>
          </p:cNvPr>
          <p:cNvGrpSpPr/>
          <p:nvPr/>
        </p:nvGrpSpPr>
        <p:grpSpPr>
          <a:xfrm>
            <a:off x="643901" y="1422855"/>
            <a:ext cx="5911957" cy="379656"/>
            <a:chOff x="643901" y="1422855"/>
            <a:chExt cx="5911957" cy="37965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B5E2357-40D2-8C3A-E2F0-20B71089E6C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5"/>
              <a:chOff x="853872" y="1465627"/>
              <a:chExt cx="318649" cy="316075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B5CD1855-E762-360A-66D2-BD6E074052A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13DECA-CF8C-D3B1-16CD-A534C99466D8}"/>
                  </a:ext>
                </a:extLst>
              </p:cNvPr>
              <p:cNvSpPr txBox="1"/>
              <p:nvPr/>
            </p:nvSpPr>
            <p:spPr>
              <a:xfrm>
                <a:off x="893859" y="1465627"/>
                <a:ext cx="278662" cy="316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986705" y="1422855"/>
              <a:ext cx="5569153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방금 적은 단어와 어울리는 색을 각각 떠올려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1C8395-E8A4-3ADD-1F20-DDC763B88F65}"/>
              </a:ext>
            </a:extLst>
          </p:cNvPr>
          <p:cNvGrpSpPr/>
          <p:nvPr/>
        </p:nvGrpSpPr>
        <p:grpSpPr>
          <a:xfrm>
            <a:off x="643901" y="2020648"/>
            <a:ext cx="8874307" cy="666977"/>
            <a:chOff x="643901" y="1422855"/>
            <a:chExt cx="8874307" cy="66697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210DC8C-6981-7EA5-EAC4-8421A3A43383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C8735C08-0D3B-2A20-5DE1-5492A499CDD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C87544-36B8-90FB-A7B5-E7CF91C0D1E4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F3CC98-BC82-9FB8-D1D5-865F6E994233}"/>
                </a:ext>
              </a:extLst>
            </p:cNvPr>
            <p:cNvSpPr txBox="1"/>
            <p:nvPr/>
          </p:nvSpPr>
          <p:spPr>
            <a:xfrm>
              <a:off x="986705" y="1422855"/>
              <a:ext cx="8531503" cy="6669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하나씩 꽃잎을 채색하며 마음을 표현해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비슷한 색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반대색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따뜻한 느낌의 색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차가운 느낌의 색을 적절히 활용해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8309307-41EA-7063-7541-AE386684C13B}"/>
              </a:ext>
            </a:extLst>
          </p:cNvPr>
          <p:cNvGrpSpPr/>
          <p:nvPr/>
        </p:nvGrpSpPr>
        <p:grpSpPr>
          <a:xfrm>
            <a:off x="2207893" y="1612683"/>
            <a:ext cx="7776213" cy="5806239"/>
            <a:chOff x="978789" y="1469902"/>
            <a:chExt cx="7776213" cy="5806239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475AD14-28A6-CBA3-12B5-52E8027A0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78789" y="1469902"/>
              <a:ext cx="7776213" cy="580623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D22569-C019-E6AB-DCAA-9ACC210BEA2C}"/>
                </a:ext>
              </a:extLst>
            </p:cNvPr>
            <p:cNvSpPr txBox="1"/>
            <p:nvPr/>
          </p:nvSpPr>
          <p:spPr>
            <a:xfrm>
              <a:off x="4308215" y="2926349"/>
              <a:ext cx="11173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배고픔을 색으로 표현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61D66E-6D8C-A70F-EC69-24DE61CF1617}"/>
                </a:ext>
              </a:extLst>
            </p:cNvPr>
            <p:cNvSpPr txBox="1"/>
            <p:nvPr/>
          </p:nvSpPr>
          <p:spPr>
            <a:xfrm>
              <a:off x="5320694" y="3708711"/>
              <a:ext cx="11173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기대됨을 색으로 표현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A7ABC4A-112D-12AA-EC96-2CEFC76C017B}"/>
                </a:ext>
              </a:extLst>
            </p:cNvPr>
            <p:cNvSpPr txBox="1"/>
            <p:nvPr/>
          </p:nvSpPr>
          <p:spPr>
            <a:xfrm>
              <a:off x="4812576" y="4926433"/>
              <a:ext cx="13890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스트레스를 색으로 표현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C8947DC-47F2-BA46-5AFE-FF0CB9B76978}"/>
                </a:ext>
              </a:extLst>
            </p:cNvPr>
            <p:cNvSpPr txBox="1"/>
            <p:nvPr/>
          </p:nvSpPr>
          <p:spPr>
            <a:xfrm>
              <a:off x="3522441" y="4982372"/>
              <a:ext cx="13890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/>
                <a:t>감사함을 </a:t>
              </a:r>
              <a:r>
                <a:rPr lang="ko-KR" altLang="en-US" dirty="0"/>
                <a:t>색으로 표현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4C39FB4-2641-C1EA-638C-F97DA1874503}"/>
                </a:ext>
              </a:extLst>
            </p:cNvPr>
            <p:cNvSpPr txBox="1"/>
            <p:nvPr/>
          </p:nvSpPr>
          <p:spPr>
            <a:xfrm>
              <a:off x="3082273" y="3793167"/>
              <a:ext cx="138905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/>
                <a:t>편안함을 색으로 표현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1C17C5F-9F35-3746-0395-DB6C7F9D7881}"/>
              </a:ext>
            </a:extLst>
          </p:cNvPr>
          <p:cNvSpPr txBox="1"/>
          <p:nvPr/>
        </p:nvSpPr>
        <p:spPr>
          <a:xfrm>
            <a:off x="1734372" y="2907314"/>
            <a:ext cx="1117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83C79BC-9644-B814-24DC-B572CAAB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7" y="1997075"/>
            <a:ext cx="10030893" cy="375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반대색을 활용하면 특정 감정을 강조할 때 효과적이다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비슷한 색을 활용하면 비슷한 감정을 나타내기에 효과적이다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다음 시간 예고: 우리 반 마음 정원 감상하기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154</Words>
  <Application>Microsoft Office PowerPoint</Application>
  <PresentationFormat>와이드스크린</PresentationFormat>
  <Paragraphs>39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에스코어 드림 8 Heavy</vt:lpstr>
      <vt:lpstr>나눔스퀘어 ExtraBold</vt:lpstr>
      <vt:lpstr>땅스부대찌개 Bold</vt:lpstr>
      <vt:lpstr>Noto Sans KR Black</vt:lpstr>
      <vt:lpstr>Wingdings</vt:lpstr>
      <vt:lpstr>굴림</vt:lpstr>
      <vt:lpstr>Arial</vt:lpstr>
      <vt:lpstr>Noto Sans KR Medium</vt:lpstr>
      <vt:lpstr>Calibri</vt:lpstr>
      <vt:lpstr>Office Theme</vt:lpstr>
      <vt:lpstr>내용 4개</vt:lpstr>
      <vt:lpstr>PowerPoint 프레젠테이션</vt:lpstr>
      <vt:lpstr>PowerPoint 프레젠테이션</vt:lpstr>
      <vt:lpstr>떠올리기 — 나의 마음 들여다보기</vt:lpstr>
      <vt:lpstr>떠올리기 — 나의 마음 들여다보기</vt:lpstr>
      <vt:lpstr>제작하기 —색을 활용하여 나의 마음 표현하기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23</cp:revision>
  <dcterms:created xsi:type="dcterms:W3CDTF">2026-07-09T22:35:37Z</dcterms:created>
  <dcterms:modified xsi:type="dcterms:W3CDTF">2026-10-27T16:16:04Z</dcterms:modified>
</cp:coreProperties>
</file>