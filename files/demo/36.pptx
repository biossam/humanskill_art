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11"/>
  </p:notesMasterIdLst>
  <p:sldIdLst>
    <p:sldId id="256" r:id="rId3"/>
    <p:sldId id="265" r:id="rId4"/>
    <p:sldId id="277" r:id="rId5"/>
    <p:sldId id="266" r:id="rId6"/>
    <p:sldId id="268" r:id="rId7"/>
    <p:sldId id="273" r:id="rId8"/>
    <p:sldId id="269" r:id="rId9"/>
    <p:sldId id="270" r:id="rId10"/>
  </p:sldIdLst>
  <p:sldSz cx="12192000" cy="6858000"/>
  <p:notesSz cx="6858000" cy="12192000"/>
  <p:embeddedFontLst>
    <p:embeddedFont>
      <p:font typeface="Noto Sans KR Black" panose="020B0200000000000000" pitchFamily="50" charset="-127"/>
      <p:bold r:id="rId12"/>
    </p:embeddedFont>
    <p:embeddedFont>
      <p:font typeface="Noto Sans KR Medium" panose="020B0200000000000000" pitchFamily="50" charset="-127"/>
      <p:regular r:id="rId13"/>
    </p:embeddedFont>
    <p:embeddedFont>
      <p:font typeface="나눔스퀘어 ExtraBold" panose="020B0600000101010101" pitchFamily="50" charset="-127"/>
      <p:bold r:id="rId14"/>
    </p:embeddedFont>
    <p:embeddedFont>
      <p:font typeface="땅스부대찌개 Bold" panose="02020603020101020101" pitchFamily="18" charset="-127"/>
      <p:bold r:id="rId15"/>
    </p:embeddedFont>
    <p:embeddedFont>
      <p:font typeface="에스코어 드림 8 Heavy" panose="020B0903030302020204" pitchFamily="34" charset="-127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D966"/>
    <a:srgbClr val="ED7D31"/>
    <a:srgbClr val="FEFEFE"/>
    <a:srgbClr val="F6877E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나 김" userId="0433a4f5f282d60d" providerId="LiveId" clId="{1BB02DD1-8840-4BAC-B953-EAAD7AE2DFDB}"/>
    <pc:docChg chg="custSel modSld">
      <pc:chgData name="예나 김" userId="0433a4f5f282d60d" providerId="LiveId" clId="{1BB02DD1-8840-4BAC-B953-EAAD7AE2DFDB}" dt="2026-09-12T04:58:56.367" v="121"/>
      <pc:docMkLst>
        <pc:docMk/>
      </pc:docMkLst>
      <pc:sldChg chg="addSp delSp modSp mod">
        <pc:chgData name="예나 김" userId="0433a4f5f282d60d" providerId="LiveId" clId="{1BB02DD1-8840-4BAC-B953-EAAD7AE2DFDB}" dt="2026-09-12T04:57:37.862" v="16"/>
        <pc:sldMkLst>
          <pc:docMk/>
          <pc:sldMk cId="4246831794" sldId="266"/>
        </pc:sldMkLst>
        <pc:spChg chg="del">
          <ac:chgData name="예나 김" userId="0433a4f5f282d60d" providerId="LiveId" clId="{1BB02DD1-8840-4BAC-B953-EAAD7AE2DFDB}" dt="2026-09-12T04:57:29.952" v="12" actId="478"/>
          <ac:spMkLst>
            <pc:docMk/>
            <pc:sldMk cId="4246831794" sldId="266"/>
            <ac:spMk id="2" creationId="{00000000-0000-0000-0000-000000000000}"/>
          </ac:spMkLst>
        </pc:spChg>
        <pc:spChg chg="add del mod">
          <ac:chgData name="예나 김" userId="0433a4f5f282d60d" providerId="LiveId" clId="{1BB02DD1-8840-4BAC-B953-EAAD7AE2DFDB}" dt="2026-09-12T04:57:37.461" v="15" actId="478"/>
          <ac:spMkLst>
            <pc:docMk/>
            <pc:sldMk cId="4246831794" sldId="266"/>
            <ac:spMk id="7" creationId="{359E22C9-ACB1-3082-38F9-B3073B5AB13E}"/>
          </ac:spMkLst>
        </pc:spChg>
        <pc:spChg chg="add mod">
          <ac:chgData name="예나 김" userId="0433a4f5f282d60d" providerId="LiveId" clId="{1BB02DD1-8840-4BAC-B953-EAAD7AE2DFDB}" dt="2026-09-12T04:57:33.697" v="14"/>
          <ac:spMkLst>
            <pc:docMk/>
            <pc:sldMk cId="4246831794" sldId="266"/>
            <ac:spMk id="20" creationId="{4F73F9A3-FFD3-1C30-D4DA-F22D0847AC6C}"/>
          </ac:spMkLst>
        </pc:spChg>
        <pc:spChg chg="add mod">
          <ac:chgData name="예나 김" userId="0433a4f5f282d60d" providerId="LiveId" clId="{1BB02DD1-8840-4BAC-B953-EAAD7AE2DFDB}" dt="2026-09-12T04:57:37.862" v="16"/>
          <ac:spMkLst>
            <pc:docMk/>
            <pc:sldMk cId="4246831794" sldId="266"/>
            <ac:spMk id="21" creationId="{43496D17-0B57-1D91-9627-76AB7548BA67}"/>
          </ac:spMkLst>
        </pc:spChg>
      </pc:sldChg>
      <pc:sldChg chg="modSp mod">
        <pc:chgData name="예나 김" userId="0433a4f5f282d60d" providerId="LiveId" clId="{1BB02DD1-8840-4BAC-B953-EAAD7AE2DFDB}" dt="2026-09-12T04:58:56.367" v="121"/>
        <pc:sldMkLst>
          <pc:docMk/>
          <pc:sldMk cId="3756504613" sldId="268"/>
        </pc:sldMkLst>
        <pc:spChg chg="mod">
          <ac:chgData name="예나 김" userId="0433a4f5f282d60d" providerId="LiveId" clId="{1BB02DD1-8840-4BAC-B953-EAAD7AE2DFDB}" dt="2026-09-12T04:58:51.835" v="114"/>
          <ac:spMkLst>
            <pc:docMk/>
            <pc:sldMk cId="3756504613" sldId="268"/>
            <ac:spMk id="4" creationId="{3EC7A525-71D5-27FC-79F2-D60EDEE080DA}"/>
          </ac:spMkLst>
        </pc:spChg>
        <pc:spChg chg="mod">
          <ac:chgData name="예나 김" userId="0433a4f5f282d60d" providerId="LiveId" clId="{1BB02DD1-8840-4BAC-B953-EAAD7AE2DFDB}" dt="2026-09-12T04:57:52.927" v="35" actId="20577"/>
          <ac:spMkLst>
            <pc:docMk/>
            <pc:sldMk cId="3756504613" sldId="268"/>
            <ac:spMk id="8" creationId="{00000000-0000-0000-0000-000000000000}"/>
          </ac:spMkLst>
        </pc:spChg>
        <pc:spChg chg="mod">
          <ac:chgData name="예나 김" userId="0433a4f5f282d60d" providerId="LiveId" clId="{1BB02DD1-8840-4BAC-B953-EAAD7AE2DFDB}" dt="2026-09-12T04:58:56.367" v="121"/>
          <ac:spMkLst>
            <pc:docMk/>
            <pc:sldMk cId="3756504613" sldId="268"/>
            <ac:spMk id="35" creationId="{167C6968-99BF-554F-9E82-5669FADF5588}"/>
          </ac:spMkLst>
        </pc:spChg>
      </pc:sldChg>
      <pc:sldChg chg="modSp mod">
        <pc:chgData name="예나 김" userId="0433a4f5f282d60d" providerId="LiveId" clId="{1BB02DD1-8840-4BAC-B953-EAAD7AE2DFDB}" dt="2026-09-12T04:58:25.988" v="91"/>
        <pc:sldMkLst>
          <pc:docMk/>
          <pc:sldMk cId="3974363792" sldId="269"/>
        </pc:sldMkLst>
        <pc:spChg chg="mod">
          <ac:chgData name="예나 김" userId="0433a4f5f282d60d" providerId="LiveId" clId="{1BB02DD1-8840-4BAC-B953-EAAD7AE2DFDB}" dt="2026-09-12T04:58:25.988" v="91"/>
          <ac:spMkLst>
            <pc:docMk/>
            <pc:sldMk cId="3974363792" sldId="269"/>
            <ac:spMk id="2" creationId="{783C79BC-9644-B814-24DC-B572CAABBBFA}"/>
          </ac:spMkLst>
        </pc:spChg>
      </pc:sldChg>
      <pc:sldChg chg="modSp mod">
        <pc:chgData name="예나 김" userId="0433a4f5f282d60d" providerId="LiveId" clId="{1BB02DD1-8840-4BAC-B953-EAAD7AE2DFDB}" dt="2026-09-12T04:58:36.579" v="105"/>
        <pc:sldMkLst>
          <pc:docMk/>
          <pc:sldMk cId="3162987268" sldId="273"/>
        </pc:sldMkLst>
        <pc:spChg chg="mod">
          <ac:chgData name="예나 김" userId="0433a4f5f282d60d" providerId="LiveId" clId="{1BB02DD1-8840-4BAC-B953-EAAD7AE2DFDB}" dt="2026-09-12T04:58:11.804" v="69" actId="20577"/>
          <ac:spMkLst>
            <pc:docMk/>
            <pc:sldMk cId="3162987268" sldId="273"/>
            <ac:spMk id="8" creationId="{00000000-0000-0000-0000-000000000000}"/>
          </ac:spMkLst>
        </pc:spChg>
        <pc:spChg chg="mod">
          <ac:chgData name="예나 김" userId="0433a4f5f282d60d" providerId="LiveId" clId="{1BB02DD1-8840-4BAC-B953-EAAD7AE2DFDB}" dt="2026-09-12T04:58:36.579" v="105"/>
          <ac:spMkLst>
            <pc:docMk/>
            <pc:sldMk cId="3162987268" sldId="273"/>
            <ac:spMk id="28" creationId="{04836553-D1B8-352A-5B71-F1716630A44C}"/>
          </ac:spMkLst>
        </pc:spChg>
      </pc:sldChg>
      <pc:sldChg chg="modSp mod">
        <pc:chgData name="예나 김" userId="0433a4f5f282d60d" providerId="LiveId" clId="{1BB02DD1-8840-4BAC-B953-EAAD7AE2DFDB}" dt="2026-09-12T04:57:21.911" v="11" actId="20577"/>
        <pc:sldMkLst>
          <pc:docMk/>
          <pc:sldMk cId="1066644632" sldId="277"/>
        </pc:sldMkLst>
        <pc:spChg chg="mod">
          <ac:chgData name="예나 김" userId="0433a4f5f282d60d" providerId="LiveId" clId="{1BB02DD1-8840-4BAC-B953-EAAD7AE2DFDB}" dt="2026-09-12T04:57:21.911" v="11" actId="20577"/>
          <ac:spMkLst>
            <pc:docMk/>
            <pc:sldMk cId="1066644632" sldId="27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96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32498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170305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36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C74240B5-611E-8CB7-3CB6-F0A6D8603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1" y="4448045"/>
            <a:ext cx="4954308" cy="523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r"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2" dirty="0">
                <a:solidFill>
                  <a:srgbClr val="4472C4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색</a:t>
            </a:r>
            <a:r>
              <a:rPr lang="en-US" altLang="ko-KR" sz="2802" dirty="0">
                <a:solidFill>
                  <a:srgbClr val="4472C4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 </a:t>
            </a:r>
            <a:r>
              <a:rPr lang="ko-KR" altLang="en-US" sz="2802" dirty="0">
                <a:solidFill>
                  <a:srgbClr val="4472C4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이런 느낌 저런 느낌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3DC7D1C-5D8C-A0F9-1F7B-BD0ECA3B1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870" y="3294769"/>
            <a:ext cx="8902146" cy="77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반대색으로 표현하기</a:t>
            </a:r>
            <a:endParaRPr lang="en-US" altLang="ko-KR" sz="4403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859414" y="3395322"/>
            <a:ext cx="7095917" cy="50783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활용하여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대상을 표현할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반대색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819968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화이트보드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기능을 활용하여 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색상환에서 반대색끼리 묶어 정리해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사각형: 잘린 대각선 방향 모서리 1">
            <a:extLst>
              <a:ext uri="{FF2B5EF4-FFF2-40B4-BE49-F238E27FC236}">
                <a16:creationId xmlns:a16="http://schemas.microsoft.com/office/drawing/2014/main" id="{77BEAF22-BB96-726E-C296-C7ABF6DC540C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ABEFEFF-183F-2C81-A80C-5900C7D85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9" y="2471194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빨강색의 반대색은 무엇인가요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CE891B88-8077-7B9D-A120-22B3F4128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257" y="4104401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노랑색의 반대색은 무엇인가요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0681CB-6704-A797-B1D2-BE9C463FC5CA}"/>
              </a:ext>
            </a:extLst>
          </p:cNvPr>
          <p:cNvCxnSpPr>
            <a:cxnSpLocks/>
          </p:cNvCxnSpPr>
          <p:nvPr/>
        </p:nvCxnSpPr>
        <p:spPr>
          <a:xfrm>
            <a:off x="7045377" y="3813558"/>
            <a:ext cx="27581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023063-0B63-AC22-26E8-335A42C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7393F386-93AE-0A32-26FF-196EEA3F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7F5083E8-AA5C-AE62-D04A-E30B81AD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34F67053-CA26-A607-A9E2-29C9C5ED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476C12E9-9910-CEEC-0E95-2E56049E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7C4C4730-89BD-C73F-54DA-5CC68835D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2A206E71-ED34-AA5E-08EF-7A5CD8FB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9E30865B-5F1C-A5F7-56C1-6D1F030B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C497C685-B77F-11B4-5951-E5BF8486D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CD102D0-E511-C1A0-51E3-D7649390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F0631910-AC06-F6E9-9D20-7D23398B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756D535-53A9-A90D-F414-478D07EC8CE6}"/>
              </a:ext>
            </a:extLst>
          </p:cNvPr>
          <p:cNvCxnSpPr>
            <a:cxnSpLocks/>
          </p:cNvCxnSpPr>
          <p:nvPr/>
        </p:nvCxnSpPr>
        <p:spPr>
          <a:xfrm>
            <a:off x="7045377" y="5462917"/>
            <a:ext cx="27581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1C6380-ED4B-D0C2-9910-568D3B04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EA5CC574-CC06-D6D9-EA3E-026DF14B6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723CCC4-9B7C-BBEA-BF46-519E95E2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5213D8E-0294-1087-9B1E-ECD59BBE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3DD4A4E-863A-70CC-9939-851DC616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3D5E574-0026-0E81-1E73-DA48D712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C803-D5B1-5C62-8B9C-C363CAF0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81822DA-898E-8B46-7044-DE0057B4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33A7C503-0FB8-7D28-091F-7BB45C5A7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46ECBC7-E6BE-7F4C-DB54-92ECB4BC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6EF4E160-B9B7-464E-D50E-37FAF942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05A58E5D-C63C-0079-6A9A-96F441AD0163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D4359AE-DFDE-6D8F-D2A7-06239DC4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14" y="2923185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색상환에서 </a:t>
            </a:r>
            <a:r>
              <a:rPr lang="ko-KR" altLang="en-US" sz="2800" b="1" dirty="0">
                <a:solidFill>
                  <a:srgbClr val="FEFEF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서로 마주 보고 있는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3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반대색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이라고 합니다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A8B7060F-912A-E6BB-3B97-4BE9D35BB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944" y="4558956"/>
            <a:ext cx="45971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우리 반에서 반대색의 옷을 입은 </a:t>
            </a:r>
            <a:endParaRPr lang="en-US" altLang="ko-KR" sz="20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친구는 누구와 누구인가요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A3B2A9ED-5F04-8F91-DD4D-8336FE660DE2}"/>
              </a:ext>
            </a:extLst>
          </p:cNvPr>
          <p:cNvSpPr/>
          <p:nvPr/>
        </p:nvSpPr>
        <p:spPr>
          <a:xfrm>
            <a:off x="5387340" y="452823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4470549-5587-73C4-B846-CA136CD0F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2723" y="4590651"/>
            <a:ext cx="1004538" cy="26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solidFill>
                  <a:srgbClr val="FF999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생각해보기</a:t>
            </a:r>
            <a:endParaRPr lang="en-US" altLang="ko-KR" sz="1400" dirty="0">
              <a:solidFill>
                <a:srgbClr val="FF999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F3AC1422-619A-ECD6-79B7-594C4CD2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5241" y="4539555"/>
            <a:ext cx="1296737" cy="31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빨강색과 </a:t>
            </a:r>
            <a:r>
              <a:rPr lang="ko-KR" altLang="en-US" sz="1800" dirty="0">
                <a:solidFill>
                  <a:srgbClr val="ED7D3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반대색</a:t>
            </a:r>
            <a:endParaRPr lang="en-US" altLang="ko-KR" sz="1800" dirty="0">
              <a:solidFill>
                <a:srgbClr val="ED7D3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D54A08-4E56-0C5B-9C8F-C42FC99DFC42}"/>
              </a:ext>
            </a:extLst>
          </p:cNvPr>
          <p:cNvSpPr/>
          <p:nvPr/>
        </p:nvSpPr>
        <p:spPr>
          <a:xfrm>
            <a:off x="2604833" y="2710744"/>
            <a:ext cx="753352" cy="5265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9046C2-AAA1-8D86-1B55-65A9478BDD2C}"/>
              </a:ext>
            </a:extLst>
          </p:cNvPr>
          <p:cNvSpPr/>
          <p:nvPr/>
        </p:nvSpPr>
        <p:spPr>
          <a:xfrm>
            <a:off x="2374481" y="4369124"/>
            <a:ext cx="1257497" cy="8543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43496D17-0B57-1D91-9627-76AB7548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색하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반대색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작하기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반대색을 활용하여 꽃밭 그리기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F72766-5A73-62D8-065A-C65ADB4FA48F}"/>
              </a:ext>
            </a:extLst>
          </p:cNvPr>
          <p:cNvGrpSpPr/>
          <p:nvPr/>
        </p:nvGrpSpPr>
        <p:grpSpPr>
          <a:xfrm>
            <a:off x="643901" y="1422855"/>
            <a:ext cx="5979283" cy="379656"/>
            <a:chOff x="643901" y="1422855"/>
            <a:chExt cx="5979283" cy="3796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5E2357-40D2-8C3A-E2F0-20B71089E6C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5"/>
              <a:chOff x="853872" y="1465627"/>
              <a:chExt cx="318649" cy="316075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5CD1855-E762-360A-66D2-BD6E074052A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13DECA-CF8C-D3B1-16CD-A534C99466D8}"/>
                  </a:ext>
                </a:extLst>
              </p:cNvPr>
              <p:cNvSpPr txBox="1"/>
              <p:nvPr/>
            </p:nvSpPr>
            <p:spPr>
              <a:xfrm>
                <a:off x="893859" y="1465627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986705" y="1422855"/>
              <a:ext cx="5636479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웹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URL]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기능을 활용하여 미리 캔버스에 접속합니다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1C8395-E8A4-3ADD-1F20-DDC763B88F65}"/>
              </a:ext>
            </a:extLst>
          </p:cNvPr>
          <p:cNvGrpSpPr/>
          <p:nvPr/>
        </p:nvGrpSpPr>
        <p:grpSpPr>
          <a:xfrm>
            <a:off x="643901" y="2662807"/>
            <a:ext cx="4254452" cy="379656"/>
            <a:chOff x="643901" y="1422855"/>
            <a:chExt cx="4254452" cy="37965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10DC8C-6981-7EA5-EAC4-8421A3A43383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C8735C08-0D3B-2A20-5DE1-5492A499CDD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C87544-36B8-90FB-A7B5-E7CF91C0D1E4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F3CC98-BC82-9FB8-D1D5-865F6E994233}"/>
                </a:ext>
              </a:extLst>
            </p:cNvPr>
            <p:cNvSpPr txBox="1"/>
            <p:nvPr/>
          </p:nvSpPr>
          <p:spPr>
            <a:xfrm>
              <a:off x="986705" y="1422855"/>
              <a:ext cx="3911648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반대색을 활용하여 꽃밭을 그립니다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C431B0-EE5D-51BA-0F0C-6DC1D4C9FCCB}"/>
              </a:ext>
            </a:extLst>
          </p:cNvPr>
          <p:cNvGrpSpPr/>
          <p:nvPr/>
        </p:nvGrpSpPr>
        <p:grpSpPr>
          <a:xfrm>
            <a:off x="643901" y="3401438"/>
            <a:ext cx="2508782" cy="379656"/>
            <a:chOff x="643901" y="1422855"/>
            <a:chExt cx="2508782" cy="379656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EB2551C-98DB-DDA2-7014-7C95C23B025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E2400EA7-2380-902A-5A0E-3D04E029F2C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02549F-718E-4D63-6A95-869CE2D54B8A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03369B-DFE4-9E96-9620-AA858E6F5DB9}"/>
                </a:ext>
              </a:extLst>
            </p:cNvPr>
            <p:cNvSpPr txBox="1"/>
            <p:nvPr/>
          </p:nvSpPr>
          <p:spPr>
            <a:xfrm>
              <a:off x="986705" y="1422855"/>
              <a:ext cx="2165978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작품을 저장합니다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4" name="Shape 17">
            <a:extLst>
              <a:ext uri="{FF2B5EF4-FFF2-40B4-BE49-F238E27FC236}">
                <a16:creationId xmlns:a16="http://schemas.microsoft.com/office/drawing/2014/main" id="{F946960C-67ED-5DB3-0065-A756B674800F}"/>
              </a:ext>
            </a:extLst>
          </p:cNvPr>
          <p:cNvSpPr/>
          <p:nvPr/>
        </p:nvSpPr>
        <p:spPr>
          <a:xfrm>
            <a:off x="986705" y="2011963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Rectangle 14">
            <a:extLst>
              <a:ext uri="{FF2B5EF4-FFF2-40B4-BE49-F238E27FC236}">
                <a16:creationId xmlns:a16="http://schemas.microsoft.com/office/drawing/2014/main" id="{167C6968-99BF-554F-9E82-5669FADF5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088" y="2074380"/>
            <a:ext cx="1004538" cy="26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웹</a:t>
            </a:r>
            <a:r>
              <a:rPr lang="en-US" altLang="ko-KR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823452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7030A0">
                    <a:alpha val="99000"/>
                  </a:srgbClr>
                </a:solidFill>
                <a:latin typeface="+mj-lt"/>
                <a:ea typeface="+mj-ea"/>
              </a:rPr>
              <a:t>질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문하기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작가와의 만남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1" y="1422855"/>
            <a:ext cx="8095695" cy="379656"/>
            <a:chOff x="914427" y="1470196"/>
            <a:chExt cx="6071781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584680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발표 수업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기능을 활용하여 작품을 공유하고 이야기 나누어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8" name="Rectangle 9">
            <a:extLst>
              <a:ext uri="{FF2B5EF4-FFF2-40B4-BE49-F238E27FC236}">
                <a16:creationId xmlns:a16="http://schemas.microsoft.com/office/drawing/2014/main" id="{04836553-D1B8-352A-5B71-F1716630A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881" y="4659714"/>
            <a:ext cx="8490296" cy="100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유의점</a:t>
            </a:r>
            <a:r>
              <a:rPr lang="en-US" altLang="ko-KR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 게시물 평가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사각형: 잘린 대각선 방향 모서리 28">
            <a:extLst>
              <a:ext uri="{FF2B5EF4-FFF2-40B4-BE49-F238E27FC236}">
                <a16:creationId xmlns:a16="http://schemas.microsoft.com/office/drawing/2014/main" id="{17FED4DC-F943-786B-56AE-22593AFFE10A}"/>
              </a:ext>
            </a:extLst>
          </p:cNvPr>
          <p:cNvSpPr/>
          <p:nvPr/>
        </p:nvSpPr>
        <p:spPr>
          <a:xfrm>
            <a:off x="1089881" y="2596348"/>
            <a:ext cx="10169267" cy="1665304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15164AF1-02F8-9742-4A02-088CB9F3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94" y="2945388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반대색을 활용했을 때와 그렇지 않았을 때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꽃밭의 느낌이 어떻게 달라지나요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298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반대색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: 10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색상환에서 서로 마주 보고 있는 색</a:t>
            </a: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반대색을 활용하면 어떤 느낌을 줄 수 있나요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?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다음 시간 예고: 따뜻한 느낌의 색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차가운 느낌의 색으로 대상 표현하기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207</Words>
  <Application>Microsoft Office PowerPoint</Application>
  <PresentationFormat>와이드스크린</PresentationFormat>
  <Paragraphs>74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에스코어 드림 8 Heavy</vt:lpstr>
      <vt:lpstr>나눔스퀘어 ExtraBold</vt:lpstr>
      <vt:lpstr>땅스부대찌개 Bold</vt:lpstr>
      <vt:lpstr>Noto Sans KR Black</vt:lpstr>
      <vt:lpstr>Wingdings</vt:lpstr>
      <vt:lpstr>굴림</vt:lpstr>
      <vt:lpstr>Arial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탐색하기 — 반대색 탐구하기</vt:lpstr>
      <vt:lpstr>탐색하기 — 반대색 탐구하기</vt:lpstr>
      <vt:lpstr>제작하기 — 반대색을 활용하여 꽃밭 그리기</vt:lpstr>
      <vt:lpstr>질문하기 — 작가와의 만남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22</cp:revision>
  <dcterms:created xsi:type="dcterms:W3CDTF">2026-07-09T22:35:37Z</dcterms:created>
  <dcterms:modified xsi:type="dcterms:W3CDTF">2026-10-27T16:15:13Z</dcterms:modified>
</cp:coreProperties>
</file>