
<file path=[Content_Types].xml><?xml version="1.0" encoding="utf-8"?>
<Types xmlns="http://schemas.openxmlformats.org/package/2006/content-types">
  <Default Extension="bmp" ContentType="image/bmp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30"/>
  </p:notesMasterIdLst>
  <p:sldIdLst>
    <p:sldId id="256" r:id="rId3"/>
    <p:sldId id="265" r:id="rId4"/>
    <p:sldId id="326" r:id="rId5"/>
    <p:sldId id="328" r:id="rId6"/>
    <p:sldId id="327" r:id="rId7"/>
    <p:sldId id="334" r:id="rId8"/>
    <p:sldId id="345" r:id="rId9"/>
    <p:sldId id="335" r:id="rId10"/>
    <p:sldId id="330" r:id="rId11"/>
    <p:sldId id="336" r:id="rId12"/>
    <p:sldId id="338" r:id="rId13"/>
    <p:sldId id="339" r:id="rId14"/>
    <p:sldId id="340" r:id="rId15"/>
    <p:sldId id="341" r:id="rId16"/>
    <p:sldId id="278" r:id="rId17"/>
    <p:sldId id="266" r:id="rId18"/>
    <p:sldId id="322" r:id="rId19"/>
    <p:sldId id="290" r:id="rId20"/>
    <p:sldId id="293" r:id="rId21"/>
    <p:sldId id="343" r:id="rId22"/>
    <p:sldId id="344" r:id="rId23"/>
    <p:sldId id="294" r:id="rId24"/>
    <p:sldId id="295" r:id="rId25"/>
    <p:sldId id="342" r:id="rId26"/>
    <p:sldId id="297" r:id="rId27"/>
    <p:sldId id="300" r:id="rId28"/>
    <p:sldId id="270" r:id="rId29"/>
  </p:sldIdLst>
  <p:sldSz cx="12192000" cy="6858000"/>
  <p:notesSz cx="6858000" cy="12192000"/>
  <p:embeddedFontLst>
    <p:embeddedFont>
      <p:font typeface="Noto Sans KR Black" panose="020B0200000000000000" pitchFamily="50" charset="-127"/>
      <p:bold r:id="rId31"/>
    </p:embeddedFont>
    <p:embeddedFont>
      <p:font typeface="Noto Sans KR Medium" panose="020B0200000000000000" pitchFamily="50" charset="-127"/>
      <p:regular r:id="rId32"/>
    </p:embeddedFont>
    <p:embeddedFont>
      <p:font typeface="나눔스퀘어 ExtraBold" panose="020B0600000101010101" pitchFamily="50" charset="-127"/>
      <p:bold r:id="rId33"/>
    </p:embeddedFont>
    <p:embeddedFont>
      <p:font typeface="땅스부대찌개 Bold" panose="02020603020101020101" pitchFamily="18" charset="-127"/>
      <p:bold r:id="rId34"/>
    </p:embeddedFont>
    <p:embeddedFont>
      <p:font typeface="에스코어 드림 8 Heavy" panose="020B0903030302020204" pitchFamily="34" charset="-127"/>
      <p:bold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4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3043652"/>
            <a:ext cx="890214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안녕</a:t>
            </a:r>
            <a:r>
              <a:rPr lang="en-US" altLang="ko-KR" sz="3200" b="1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 </a:t>
            </a:r>
            <a:r>
              <a:rPr lang="ko-KR" altLang="en-US" sz="3200" b="1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우리 동네</a:t>
            </a:r>
            <a:r>
              <a:rPr lang="en-US" altLang="ko-KR" sz="3200" b="1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!</a:t>
            </a: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400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내가 사는 곳을 어떻게 아끼고 사랑할 수 있을까요</a:t>
            </a:r>
            <a:r>
              <a:rPr lang="en-US" altLang="ko-KR" sz="2400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 dirty="0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17</a:t>
            </a:r>
            <a:r>
              <a:rPr lang="ko-KR" altLang="en-US" sz="3703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ko-KR" altLang="en-US" sz="3703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3600" spc="-200" dirty="0">
                  <a:solidFill>
                    <a:schemeClr val="bg1"/>
                  </a:solidFill>
                  <a:latin typeface="+mj-ea"/>
                  <a:ea typeface="+mj-ea"/>
                </a:rPr>
                <a:t>여러 동네 살펴보기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168661" y="3049075"/>
            <a:ext cx="7667292" cy="1200329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여러분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오늘은 선생님이 다녀온 여러 동네 사진을 함께 볼 거예요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algn="ctr"/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가본 적 있는 동네라면 어디인지 맞혀보고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</a:p>
          <a:p>
            <a:pPr algn="ctr"/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처음 보는 동네라면 어떤 점이 특별한지 이야기해보세요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85750"/>
            <a:ext cx="7645400" cy="57340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26" y="485775"/>
            <a:ext cx="4838700" cy="3629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842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285750"/>
            <a:ext cx="7645400" cy="57340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226" y="485775"/>
            <a:ext cx="4838700" cy="362902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8201025" y="4486275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경기도 </a:t>
            </a:r>
            <a:r>
              <a:rPr lang="ko-KR" altLang="en-US" dirty="0" err="1"/>
              <a:t>포천시</a:t>
            </a:r>
            <a:endParaRPr lang="en-US" altLang="ko-KR" dirty="0"/>
          </a:p>
          <a:p>
            <a:pPr algn="ctr"/>
            <a:r>
              <a:rPr lang="ko-KR" altLang="en-US" dirty="0"/>
              <a:t>산정호수</a:t>
            </a:r>
          </a:p>
        </p:txBody>
      </p:sp>
    </p:spTree>
    <p:extLst>
      <p:ext uri="{BB962C8B-B14F-4D97-AF65-F5344CB8AC3E}">
        <p14:creationId xmlns:p14="http://schemas.microsoft.com/office/powerpoint/2010/main" val="165635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5" y="257174"/>
            <a:ext cx="5943600" cy="59436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0" y="257174"/>
            <a:ext cx="3990975" cy="39909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9187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5" y="257174"/>
            <a:ext cx="5943600" cy="59436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0" y="257174"/>
            <a:ext cx="3990975" cy="39909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8201025" y="4486275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경기도 과천시</a:t>
            </a:r>
            <a:endParaRPr lang="en-US" altLang="ko-KR" dirty="0"/>
          </a:p>
          <a:p>
            <a:pPr algn="ctr"/>
            <a:r>
              <a:rPr lang="ko-KR" altLang="en-US" dirty="0"/>
              <a:t>국립과천과학관</a:t>
            </a:r>
          </a:p>
        </p:txBody>
      </p:sp>
    </p:spTree>
    <p:extLst>
      <p:ext uri="{BB962C8B-B14F-4D97-AF65-F5344CB8AC3E}">
        <p14:creationId xmlns:p14="http://schemas.microsoft.com/office/powerpoint/2010/main" val="2229797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209550"/>
            <a:ext cx="8661400" cy="64960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86570" y="1809754"/>
            <a:ext cx="5943598" cy="44576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9316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" y="209550"/>
            <a:ext cx="8661400" cy="64960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86570" y="1809754"/>
            <a:ext cx="5943598" cy="44576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8515350" y="209550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경기도 안양시</a:t>
            </a:r>
            <a:endParaRPr lang="en-US" altLang="ko-KR" dirty="0"/>
          </a:p>
          <a:p>
            <a:pPr algn="ctr"/>
            <a:r>
              <a:rPr lang="ko-KR" altLang="en-US" dirty="0"/>
              <a:t>안양예술공원</a:t>
            </a:r>
          </a:p>
        </p:txBody>
      </p:sp>
    </p:spTree>
    <p:extLst>
      <p:ext uri="{BB962C8B-B14F-4D97-AF65-F5344CB8AC3E}">
        <p14:creationId xmlns:p14="http://schemas.microsoft.com/office/powerpoint/2010/main" val="108149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122" y="214311"/>
            <a:ext cx="5340351" cy="40052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03201" y="941387"/>
            <a:ext cx="6578600" cy="49339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9928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122" y="214311"/>
            <a:ext cx="5340351" cy="40052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03201" y="941387"/>
            <a:ext cx="6578600" cy="49339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/>
          <p:cNvSpPr txBox="1"/>
          <p:nvPr/>
        </p:nvSpPr>
        <p:spPr>
          <a:xfrm>
            <a:off x="6343650" y="4943475"/>
            <a:ext cx="1695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경기도 </a:t>
            </a:r>
            <a:r>
              <a:rPr lang="ko-KR" altLang="en-US" dirty="0" err="1"/>
              <a:t>여주시</a:t>
            </a:r>
            <a:endParaRPr lang="en-US" altLang="ko-KR" dirty="0"/>
          </a:p>
          <a:p>
            <a:pPr algn="ctr"/>
            <a:r>
              <a:rPr lang="ko-KR" altLang="en-US" dirty="0"/>
              <a:t>벽화마을</a:t>
            </a:r>
          </a:p>
        </p:txBody>
      </p:sp>
    </p:spTree>
    <p:extLst>
      <p:ext uri="{BB962C8B-B14F-4D97-AF65-F5344CB8AC3E}">
        <p14:creationId xmlns:p14="http://schemas.microsoft.com/office/powerpoint/2010/main" val="349860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323850"/>
            <a:ext cx="7988300" cy="59912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466725"/>
            <a:ext cx="4762500" cy="35718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74158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323850"/>
            <a:ext cx="7988300" cy="59912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466725"/>
            <a:ext cx="4762500" cy="357187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8248650" y="4467225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전라북도 전주시 자만벽화마을</a:t>
            </a:r>
          </a:p>
        </p:txBody>
      </p:sp>
    </p:spTree>
    <p:extLst>
      <p:ext uri="{BB962C8B-B14F-4D97-AF65-F5344CB8AC3E}">
        <p14:creationId xmlns:p14="http://schemas.microsoft.com/office/powerpoint/2010/main" val="1299378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39884" y="1308370"/>
            <a:ext cx="5875506" cy="44066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80052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0"/>
            <a:ext cx="9144000" cy="6858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539884" y="1308370"/>
            <a:ext cx="5875506" cy="44066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003428" y="5842904"/>
            <a:ext cx="2562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제주특별자치도 제주시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bg1"/>
                </a:solidFill>
              </a:rPr>
              <a:t>두멩이</a:t>
            </a:r>
            <a:r>
              <a:rPr lang="ko-KR" altLang="en-US" dirty="0">
                <a:solidFill>
                  <a:schemeClr val="bg1"/>
                </a:solidFill>
              </a:rPr>
              <a:t> 골목</a:t>
            </a:r>
          </a:p>
        </p:txBody>
      </p:sp>
    </p:spTree>
    <p:extLst>
      <p:ext uri="{BB962C8B-B14F-4D97-AF65-F5344CB8AC3E}">
        <p14:creationId xmlns:p14="http://schemas.microsoft.com/office/powerpoint/2010/main" val="4095098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698661" y="2702690"/>
            <a:ext cx="8794678" cy="170816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algn="ctr"/>
            <a:r>
              <a:rPr lang="ko-KR" altLang="en-US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내가 사는 동네의 좋은 점을 발표하고 친구들과 생각을 나누며</a:t>
            </a:r>
            <a:r>
              <a:rPr lang="en-US" altLang="ko-KR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</a:t>
            </a:r>
          </a:p>
          <a:p>
            <a:pPr algn="ctr"/>
            <a:r>
              <a:rPr lang="en-US" altLang="ko-KR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‘</a:t>
            </a:r>
            <a:r>
              <a:rPr lang="ko-KR" altLang="en-US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사랑하는 우리 동네</a:t>
            </a:r>
            <a:r>
              <a:rPr lang="en-US" altLang="ko-KR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’</a:t>
            </a:r>
            <a:r>
              <a:rPr lang="ko-KR" altLang="en-US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를 주제로 시를 쓸 수 있다</a:t>
            </a:r>
            <a:r>
              <a:rPr lang="en-US" altLang="ko-KR" sz="35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5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920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805339" cy="641085"/>
          </a:xfrm>
        </p:spPr>
        <p:txBody>
          <a:bodyPr>
            <a:no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안양시 풍경과 </a:t>
            </a:r>
            <a:r>
              <a:rPr lang="ko-KR" altLang="en-US" sz="32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쿠사마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2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야요이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작가 시 감상하기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089171" y="1888826"/>
            <a:ext cx="7102829" cy="353943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경기도 안양시에서는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2005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년부터 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‘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안양공공예술프로젝트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(APAP)’</a:t>
            </a:r>
            <a:r>
              <a:rPr lang="ko-KR" altLang="en-US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개최해 왔어요</a:t>
            </a:r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  <a:p>
            <a:r>
              <a:rPr lang="en-US" altLang="ko-KR" sz="2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</a:p>
          <a:p>
            <a:r>
              <a:rPr lang="en-US" altLang="ko-KR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2007</a:t>
            </a:r>
            <a:r>
              <a:rPr lang="ko-KR" altLang="en-US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년 </a:t>
            </a:r>
            <a:r>
              <a:rPr lang="ko-KR" altLang="en-US" sz="2800" b="1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쿠사마</a:t>
            </a:r>
            <a:r>
              <a:rPr lang="ko-KR" altLang="en-US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2800" b="1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야요이</a:t>
            </a:r>
            <a:r>
              <a:rPr lang="ko-KR" altLang="en-US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작가가 이 프로젝트에 참여하면서 안양의 풍경을 보고 영감을 받아 시를 써서 안양으로 보내왔어요</a:t>
            </a:r>
            <a:r>
              <a:rPr lang="en-US" altLang="ko-KR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</a:t>
            </a:r>
          </a:p>
          <a:p>
            <a:r>
              <a:rPr lang="ko-KR" altLang="en-US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 함께 시를 감상해볼까요</a:t>
            </a:r>
            <a:r>
              <a:rPr lang="en-US" altLang="ko-KR" sz="28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?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83" t="8889" r="21309" b="29861"/>
          <a:stretch/>
        </p:blipFill>
        <p:spPr>
          <a:xfrm>
            <a:off x="1107721" y="1341939"/>
            <a:ext cx="3895725" cy="5023435"/>
          </a:xfrm>
          <a:prstGeom prst="rect">
            <a:avLst/>
          </a:prstGeom>
        </p:spPr>
      </p:pic>
      <p:sp>
        <p:nvSpPr>
          <p:cNvPr id="6" name="모서리가 둥근 직사각형 5"/>
          <p:cNvSpPr/>
          <p:nvPr/>
        </p:nvSpPr>
        <p:spPr>
          <a:xfrm>
            <a:off x="838200" y="1277939"/>
            <a:ext cx="3977336" cy="515143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내가 사는 동네의 좋은 점 발표하기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발표하기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253061" y="1318882"/>
            <a:ext cx="9525376" cy="341632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4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쿠사마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</a:t>
            </a:r>
            <a:r>
              <a:rPr lang="ko-KR" altLang="en-US" sz="24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야요이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작가는 작품 제작 의뢰를 받고 잠시 안양을 방문했었고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안양에서 오래 살지는 않았어요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그런데도 안양에 대한 깊은 사랑을 담아 시를 썼고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그 시를 통해 커다란 꽃과 </a:t>
            </a:r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lt"/>
              </a:rPr>
              <a:t>꽃을 향해 행복하게 짖고 있는 다섯 마리 강아지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가 떠오른다고 했답니다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여러분은 지금 살고 있는 동네를 천천히 살펴본 적이 있나요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  <a:p>
            <a:r>
              <a:rPr lang="ko-KR" altLang="en-US" sz="2400" spc="-147" dirty="0">
                <a:solidFill>
                  <a:srgbClr val="C00000">
                    <a:alpha val="99000"/>
                  </a:srgbClr>
                </a:solidFill>
                <a:latin typeface="+mj-lt"/>
              </a:rPr>
              <a:t>동네를 생각할 때 마음에 떠오르는 장면이나 단어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는 무엇인가요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  <a:p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동네를 천천히 떠올려보고 내가 사는 동네의 좋은 점을 발표해봅시다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8411" y="4970906"/>
            <a:ext cx="8320276" cy="143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060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평가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‘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우리 동네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’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를 떠올리며 시 쓰기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 쓰기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50" y="1351701"/>
            <a:ext cx="8837559" cy="497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011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726372" y="2740135"/>
            <a:ext cx="6777368" cy="1815882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사진을 보고 안양시의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9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경 중 어느 장소인지 </a:t>
            </a:r>
            <a:endParaRPr lang="en-US" altLang="ko-KR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보기에서 골라 맞혀 보세요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모두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3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문제 준비되어 있습니다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재미있게 참여해주세요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148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637344" y="2419350"/>
            <a:ext cx="2857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보기</a:t>
            </a:r>
            <a:r>
              <a:rPr lang="en-US" altLang="ko-KR" dirty="0"/>
              <a:t>]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안양예술공원 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안양천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평촌 중앙공원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망해암</a:t>
            </a:r>
            <a:r>
              <a:rPr lang="ko-KR" altLang="en-US" dirty="0"/>
              <a:t> 일몰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안양</a:t>
            </a:r>
            <a:r>
              <a:rPr lang="en-US" altLang="ko-KR" dirty="0"/>
              <a:t>1</a:t>
            </a:r>
            <a:r>
              <a:rPr lang="ko-KR" altLang="en-US" dirty="0"/>
              <a:t>번가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수리산</a:t>
            </a:r>
            <a:r>
              <a:rPr lang="ko-KR" altLang="en-US" dirty="0"/>
              <a:t> 성지</a:t>
            </a:r>
            <a:r>
              <a:rPr lang="en-US" altLang="ko-KR" dirty="0"/>
              <a:t>(</a:t>
            </a:r>
            <a:r>
              <a:rPr lang="ko-KR" altLang="en-US" dirty="0"/>
              <a:t>최경환 성인</a:t>
            </a:r>
            <a:r>
              <a:rPr lang="en-US" altLang="ko-KR" dirty="0"/>
              <a:t>)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평촌</a:t>
            </a:r>
            <a:r>
              <a:rPr lang="en-US" altLang="ko-KR" dirty="0"/>
              <a:t>1</a:t>
            </a:r>
            <a:r>
              <a:rPr lang="ko-KR" altLang="en-US" dirty="0"/>
              <a:t>번가 문화의 거리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병목안</a:t>
            </a:r>
            <a:r>
              <a:rPr lang="ko-KR" altLang="en-US" dirty="0"/>
              <a:t> 시민공원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만안교</a:t>
            </a:r>
            <a:endParaRPr lang="ko-KR" altLang="en-US" dirty="0"/>
          </a:p>
        </p:txBody>
      </p:sp>
      <p:pic>
        <p:nvPicPr>
          <p:cNvPr id="13" name="Picture 3"/>
          <p:cNvPicPr>
            <a:picLocks noChangeAspect="1"/>
          </p:cNvPicPr>
          <p:nvPr/>
        </p:nvPicPr>
        <p:blipFill>
          <a:blip r:embed="rId2"/>
          <a:srcRect l="11992" t="19001" r="46061" b="20476"/>
          <a:stretch>
            <a:fillRect/>
          </a:stretch>
        </p:blipFill>
        <p:spPr>
          <a:xfrm>
            <a:off x="1912061" y="2119606"/>
            <a:ext cx="4555813" cy="36049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/>
          <p:cNvSpPr txBox="1"/>
          <p:nvPr/>
        </p:nvSpPr>
        <p:spPr>
          <a:xfrm>
            <a:off x="3400824" y="5724525"/>
            <a:ext cx="306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+mj-lt"/>
                <a:ea typeface="바탕"/>
              </a:rPr>
              <a:t>* </a:t>
            </a:r>
            <a:r>
              <a:rPr lang="ko-KR" altLang="en-US" sz="1400" dirty="0">
                <a:latin typeface="+mj-lt"/>
                <a:ea typeface="바탕"/>
              </a:rPr>
              <a:t>사진 출처</a:t>
            </a:r>
            <a:r>
              <a:rPr lang="en-US" altLang="ko-KR" sz="1400" dirty="0">
                <a:latin typeface="+mj-lt"/>
                <a:ea typeface="바탕"/>
              </a:rPr>
              <a:t>: </a:t>
            </a:r>
            <a:r>
              <a:rPr lang="ko-KR" altLang="en-US" sz="1400" dirty="0">
                <a:latin typeface="+mj-lt"/>
                <a:ea typeface="바탕"/>
              </a:rPr>
              <a:t>안양시청 </a:t>
            </a:r>
            <a:r>
              <a:rPr lang="ko-KR" altLang="en-US" sz="1400" dirty="0" err="1">
                <a:latin typeface="+mj-lt"/>
                <a:ea typeface="바탕"/>
              </a:rPr>
              <a:t>누리집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00148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258158" y="3459414"/>
            <a:ext cx="1666162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⑨ </a:t>
            </a:r>
            <a:r>
              <a:rPr lang="ko-KR" altLang="en-US" sz="30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만안교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61588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9" name="Picture 1"/>
          <p:cNvPicPr>
            <a:picLocks noChangeAspect="1"/>
          </p:cNvPicPr>
          <p:nvPr/>
        </p:nvPicPr>
        <p:blipFill>
          <a:blip r:embed="rId2"/>
          <a:srcRect l="11514" t="32292" r="46784" b="5993"/>
          <a:stretch>
            <a:fillRect/>
          </a:stretch>
        </p:blipFill>
        <p:spPr>
          <a:xfrm>
            <a:off x="1280101" y="2045726"/>
            <a:ext cx="5007880" cy="4020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/>
          <p:cNvSpPr txBox="1"/>
          <p:nvPr/>
        </p:nvSpPr>
        <p:spPr>
          <a:xfrm>
            <a:off x="6637344" y="2419350"/>
            <a:ext cx="2857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보기</a:t>
            </a:r>
            <a:r>
              <a:rPr lang="en-US" altLang="ko-KR" dirty="0"/>
              <a:t>]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안양예술공원 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안양천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평촌 중앙공원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망해암</a:t>
            </a:r>
            <a:r>
              <a:rPr lang="ko-KR" altLang="en-US" dirty="0"/>
              <a:t> 일몰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안양</a:t>
            </a:r>
            <a:r>
              <a:rPr lang="en-US" altLang="ko-KR" dirty="0"/>
              <a:t>1</a:t>
            </a:r>
            <a:r>
              <a:rPr lang="ko-KR" altLang="en-US" dirty="0"/>
              <a:t>번가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수리산</a:t>
            </a:r>
            <a:r>
              <a:rPr lang="ko-KR" altLang="en-US" dirty="0"/>
              <a:t> 성지</a:t>
            </a:r>
            <a:r>
              <a:rPr lang="en-US" altLang="ko-KR" dirty="0"/>
              <a:t>(</a:t>
            </a:r>
            <a:r>
              <a:rPr lang="ko-KR" altLang="en-US" dirty="0"/>
              <a:t>최경환 성인</a:t>
            </a:r>
            <a:r>
              <a:rPr lang="en-US" altLang="ko-KR" dirty="0"/>
              <a:t>)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평촌</a:t>
            </a:r>
            <a:r>
              <a:rPr lang="en-US" altLang="ko-KR" dirty="0"/>
              <a:t>1</a:t>
            </a:r>
            <a:r>
              <a:rPr lang="ko-KR" altLang="en-US" dirty="0"/>
              <a:t>번가 문화의 거리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병목안</a:t>
            </a:r>
            <a:r>
              <a:rPr lang="ko-KR" altLang="en-US" dirty="0"/>
              <a:t> 시민공원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만안교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16156" y="6040258"/>
            <a:ext cx="306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+mj-lt"/>
                <a:ea typeface="바탕"/>
              </a:rPr>
              <a:t>* </a:t>
            </a:r>
            <a:r>
              <a:rPr lang="ko-KR" altLang="en-US" sz="1400" dirty="0">
                <a:latin typeface="+mj-lt"/>
                <a:ea typeface="바탕"/>
              </a:rPr>
              <a:t>사진 출처</a:t>
            </a:r>
            <a:r>
              <a:rPr lang="en-US" altLang="ko-KR" sz="1400" dirty="0">
                <a:latin typeface="+mj-lt"/>
                <a:ea typeface="바탕"/>
              </a:rPr>
              <a:t>: </a:t>
            </a:r>
            <a:r>
              <a:rPr lang="ko-KR" altLang="en-US" sz="1400" dirty="0">
                <a:latin typeface="+mj-lt"/>
                <a:ea typeface="바탕"/>
              </a:rPr>
              <a:t>안양시청 </a:t>
            </a:r>
            <a:r>
              <a:rPr lang="ko-KR" altLang="en-US" sz="1400" dirty="0" err="1">
                <a:latin typeface="+mj-lt"/>
                <a:ea typeface="바탕"/>
              </a:rPr>
              <a:t>누리집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8891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258159" y="3459414"/>
            <a:ext cx="1666162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① </a:t>
            </a:r>
            <a:r>
              <a:rPr lang="ko-KR" altLang="en-US" sz="30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안양천</a:t>
            </a:r>
            <a:endParaRPr lang="ko-KR" altLang="en-US" sz="3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57547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637344" y="2419350"/>
            <a:ext cx="2857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보기</a:t>
            </a:r>
            <a:r>
              <a:rPr lang="en-US" altLang="ko-KR" dirty="0"/>
              <a:t>]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안양예술공원 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안양천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평촌 중앙공원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망해암</a:t>
            </a:r>
            <a:r>
              <a:rPr lang="ko-KR" altLang="en-US" dirty="0"/>
              <a:t> 일몰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안양</a:t>
            </a:r>
            <a:r>
              <a:rPr lang="en-US" altLang="ko-KR" dirty="0"/>
              <a:t>1</a:t>
            </a:r>
            <a:r>
              <a:rPr lang="ko-KR" altLang="en-US" dirty="0"/>
              <a:t>번가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수리산</a:t>
            </a:r>
            <a:r>
              <a:rPr lang="ko-KR" altLang="en-US" dirty="0"/>
              <a:t> 성지</a:t>
            </a:r>
            <a:r>
              <a:rPr lang="en-US" altLang="ko-KR" dirty="0"/>
              <a:t>(</a:t>
            </a:r>
            <a:r>
              <a:rPr lang="ko-KR" altLang="en-US" dirty="0"/>
              <a:t>최경환 성인</a:t>
            </a:r>
            <a:r>
              <a:rPr lang="en-US" altLang="ko-KR" dirty="0"/>
              <a:t>)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/>
              <a:t>평촌</a:t>
            </a:r>
            <a:r>
              <a:rPr lang="en-US" altLang="ko-KR" dirty="0"/>
              <a:t>1</a:t>
            </a:r>
            <a:r>
              <a:rPr lang="ko-KR" altLang="en-US" dirty="0"/>
              <a:t>번가 문화의 거리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병목안</a:t>
            </a:r>
            <a:r>
              <a:rPr lang="ko-KR" altLang="en-US" dirty="0"/>
              <a:t> 시민공원</a:t>
            </a:r>
            <a:endParaRPr lang="en-US" altLang="ko-KR" dirty="0"/>
          </a:p>
          <a:p>
            <a:pPr marL="342900" indent="-342900">
              <a:buFont typeface="+mj-ea"/>
              <a:buAutoNum type="circleNumDbPlain"/>
            </a:pPr>
            <a:r>
              <a:rPr lang="ko-KR" altLang="en-US" dirty="0" err="1"/>
              <a:t>만안교</a:t>
            </a:r>
            <a:endParaRPr lang="en-US" altLang="ko-KR" dirty="0"/>
          </a:p>
        </p:txBody>
      </p:sp>
      <p:pic>
        <p:nvPicPr>
          <p:cNvPr id="12" name="Picture 2"/>
          <p:cNvPicPr>
            <a:picLocks noChangeAspect="1"/>
          </p:cNvPicPr>
          <p:nvPr/>
        </p:nvPicPr>
        <p:blipFill>
          <a:blip r:embed="rId2"/>
          <a:srcRect l="12237" t="18855" r="46061" b="19611"/>
          <a:stretch>
            <a:fillRect/>
          </a:stretch>
        </p:blipFill>
        <p:spPr>
          <a:xfrm>
            <a:off x="1775443" y="2081739"/>
            <a:ext cx="4607788" cy="37094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/>
          <p:cNvSpPr txBox="1"/>
          <p:nvPr/>
        </p:nvSpPr>
        <p:spPr>
          <a:xfrm>
            <a:off x="3220931" y="5756073"/>
            <a:ext cx="306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+mj-lt"/>
                <a:ea typeface="바탕"/>
              </a:rPr>
              <a:t>* </a:t>
            </a:r>
            <a:r>
              <a:rPr lang="ko-KR" altLang="en-US" sz="1400" dirty="0">
                <a:latin typeface="+mj-lt"/>
                <a:ea typeface="바탕"/>
              </a:rPr>
              <a:t>사진 출처</a:t>
            </a:r>
            <a:r>
              <a:rPr lang="en-US" altLang="ko-KR" sz="1400" dirty="0">
                <a:latin typeface="+mj-lt"/>
                <a:ea typeface="바탕"/>
              </a:rPr>
              <a:t>: </a:t>
            </a:r>
            <a:r>
              <a:rPr lang="ko-KR" altLang="en-US" sz="1400" dirty="0">
                <a:latin typeface="+mj-lt"/>
                <a:ea typeface="바탕"/>
              </a:rPr>
              <a:t>안양시청 </a:t>
            </a:r>
            <a:r>
              <a:rPr lang="ko-KR" altLang="en-US" sz="1400" dirty="0" err="1">
                <a:latin typeface="+mj-lt"/>
                <a:ea typeface="바탕"/>
              </a:rPr>
              <a:t>누리집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8096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4898417" y="3459414"/>
            <a:ext cx="2404696" cy="553998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바탕"/>
                <a:ea typeface="바탕"/>
              </a:rPr>
              <a:t>④ </a:t>
            </a:r>
            <a:r>
              <a:rPr lang="ko-KR" altLang="en-US" sz="30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망해암</a:t>
            </a:r>
            <a:r>
              <a:rPr lang="ko-KR" altLang="en-US" sz="30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일몰</a:t>
            </a:r>
          </a:p>
        </p:txBody>
      </p:sp>
    </p:spTree>
    <p:extLst>
      <p:ext uri="{BB962C8B-B14F-4D97-AF65-F5344CB8AC3E}">
        <p14:creationId xmlns:p14="http://schemas.microsoft.com/office/powerpoint/2010/main" val="530242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err="1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예고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19757" y="1503313"/>
            <a:ext cx="9348143" cy="230832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시간에는 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&lt;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미술 여행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공공미술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&gt;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다섯 번째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시간으로 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‘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더하기 빼기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! 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우리 동네에 무엇을 더하고 빼면 좋을지 함께 생각해볼까요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?’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라는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주제로 수업을 진행합니다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편안한 마음으로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열린 자세로 수업에 참여해 주세요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 만나요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758" y="2997198"/>
            <a:ext cx="4505327" cy="30035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25" y="5389597"/>
            <a:ext cx="1110224" cy="1110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6933" y="6038949"/>
            <a:ext cx="47529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latin typeface="+mj-lt"/>
                <a:ea typeface="바탕"/>
              </a:rPr>
              <a:t>* </a:t>
            </a:r>
            <a:r>
              <a:rPr lang="ko-KR" altLang="en-US" sz="1400" dirty="0">
                <a:latin typeface="+mj-lt"/>
                <a:ea typeface="바탕"/>
              </a:rPr>
              <a:t>사진 출처</a:t>
            </a:r>
            <a:r>
              <a:rPr lang="en-US" altLang="ko-KR" sz="1400" dirty="0">
                <a:latin typeface="+mj-lt"/>
                <a:ea typeface="바탕"/>
              </a:rPr>
              <a:t>: APAP </a:t>
            </a:r>
            <a:r>
              <a:rPr lang="ko-KR" altLang="en-US" sz="1400" dirty="0">
                <a:latin typeface="+mj-lt"/>
                <a:ea typeface="바탕"/>
              </a:rPr>
              <a:t>홈페이지</a:t>
            </a:r>
            <a:r>
              <a:rPr lang="en-US" altLang="ko-KR" sz="1400" dirty="0">
                <a:latin typeface="+mj-lt"/>
                <a:ea typeface="바탕"/>
              </a:rPr>
              <a:t>, </a:t>
            </a:r>
            <a:r>
              <a:rPr lang="ko-KR" altLang="en-US" sz="1400" dirty="0">
                <a:latin typeface="+mj-lt"/>
                <a:ea typeface="바탕"/>
              </a:rPr>
              <a:t>안양문화예술재단 제공</a:t>
            </a:r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89948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432</Words>
  <Application>Microsoft Office PowerPoint</Application>
  <PresentationFormat>와이드스크린</PresentationFormat>
  <Paragraphs>102</Paragraphs>
  <Slides>27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27</vt:i4>
      </vt:variant>
    </vt:vector>
  </HeadingPairs>
  <TitlesOfParts>
    <vt:vector size="38" baseType="lpstr">
      <vt:lpstr>에스코어 드림 8 Heavy</vt:lpstr>
      <vt:lpstr>나눔스퀘어 ExtraBold</vt:lpstr>
      <vt:lpstr>땅스부대찌개 Bold</vt:lpstr>
      <vt:lpstr>Noto Sans KR Black</vt:lpstr>
      <vt:lpstr>Arial</vt:lpstr>
      <vt:lpstr>굴림</vt:lpstr>
      <vt:lpstr>Noto Sans KR Medium</vt:lpstr>
      <vt:lpstr>바탕</vt:lpstr>
      <vt:lpstr>Calibri</vt:lpstr>
      <vt:lpstr>Office Theme</vt:lpstr>
      <vt:lpstr>내용 4개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활동 1. 안양시 풍경과 쿠사마 야요이 작가 시 감상하기</vt:lpstr>
      <vt:lpstr>활동 2. 내가 사는 동네의 좋은 점 발표하기</vt:lpstr>
      <vt:lpstr>평가. ‘우리 동네’를 떠올리며 시 쓰기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86</cp:revision>
  <dcterms:created xsi:type="dcterms:W3CDTF">2026-07-09T22:35:37Z</dcterms:created>
  <dcterms:modified xsi:type="dcterms:W3CDTF">2026-10-27T16:03:03Z</dcterms:modified>
  <cp:version/>
</cp:coreProperties>
</file>