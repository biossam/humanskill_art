
<file path=[Content_Types].xml><?xml version="1.0" encoding="utf-8"?>
<Types xmlns="http://schemas.openxmlformats.org/package/2006/content-types">
  <Default Extension="png" ContentType="image/png"/>
  <Default Extension="bmp" ContentType="image/bmp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0"/>
  </p:notesMasterIdLst>
  <p:sldIdLst>
    <p:sldId id="256" r:id="rId3"/>
    <p:sldId id="265" r:id="rId4"/>
    <p:sldId id="326" r:id="rId5"/>
    <p:sldId id="328" r:id="rId6"/>
    <p:sldId id="327" r:id="rId7"/>
    <p:sldId id="334" r:id="rId8"/>
    <p:sldId id="345" r:id="rId9"/>
    <p:sldId id="335" r:id="rId10"/>
    <p:sldId id="330" r:id="rId11"/>
    <p:sldId id="336" r:id="rId12"/>
    <p:sldId id="338" r:id="rId13"/>
    <p:sldId id="339" r:id="rId14"/>
    <p:sldId id="340" r:id="rId15"/>
    <p:sldId id="341" r:id="rId16"/>
    <p:sldId id="278" r:id="rId17"/>
    <p:sldId id="266" r:id="rId18"/>
    <p:sldId id="322" r:id="rId19"/>
    <p:sldId id="290" r:id="rId20"/>
    <p:sldId id="293" r:id="rId21"/>
    <p:sldId id="343" r:id="rId22"/>
    <p:sldId id="344" r:id="rId23"/>
    <p:sldId id="294" r:id="rId24"/>
    <p:sldId id="295" r:id="rId25"/>
    <p:sldId id="342" r:id="rId26"/>
    <p:sldId id="297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bmp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bmp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bmp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안녕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내가 사는 곳을 어떻게 아끼고 사랑할 수 있을까요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17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여러 동네 살펴보기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68661" y="3049075"/>
            <a:ext cx="7667292" cy="120032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선생님이 다녀온 여러 동네 사진을 함께 볼 거예요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가본 적 있는 동네라면 어디인지 맞혀보고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처음 보는 동네라면 어떤 점이 특별한지 이야기해보세요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84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포천시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산정호</a:t>
            </a:r>
            <a:r>
              <a:rPr lang="ko-KR" altLang="en-US" dirty="0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65635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9187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과천시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국립과천과학</a:t>
            </a:r>
            <a:r>
              <a:rPr lang="ko-KR" altLang="en-US" dirty="0"/>
              <a:t>관</a:t>
            </a:r>
          </a:p>
        </p:txBody>
      </p:sp>
    </p:spTree>
    <p:extLst>
      <p:ext uri="{BB962C8B-B14F-4D97-AF65-F5344CB8AC3E}">
        <p14:creationId xmlns:p14="http://schemas.microsoft.com/office/powerpoint/2010/main" val="2229797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93164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8515350" y="209550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안양시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안양예술공원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149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9928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/>
          <p:cNvSpPr txBox="1"/>
          <p:nvPr/>
        </p:nvSpPr>
        <p:spPr>
          <a:xfrm>
            <a:off x="6343650" y="49434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여주시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860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7415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48650" y="4467225"/>
            <a:ext cx="186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전라북도 전주시 자만벽화마을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9378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00525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5003428" y="5842904"/>
            <a:ext cx="2562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/>
                </a:solidFill>
              </a:rPr>
              <a:t>제주특별자치</a:t>
            </a:r>
            <a:r>
              <a:rPr lang="ko-KR" altLang="en-US" dirty="0">
                <a:solidFill>
                  <a:schemeClr val="bg1"/>
                </a:solidFill>
              </a:rPr>
              <a:t>도</a:t>
            </a:r>
            <a:r>
              <a:rPr lang="ko-KR" altLang="en-US" dirty="0" smtClean="0">
                <a:solidFill>
                  <a:schemeClr val="bg1"/>
                </a:solidFill>
              </a:rPr>
              <a:t> 제주시</a:t>
            </a:r>
            <a:endParaRPr lang="en-US" altLang="ko-KR" dirty="0" smtClean="0">
              <a:solidFill>
                <a:schemeClr val="bg1"/>
              </a:solidFill>
            </a:endParaRPr>
          </a:p>
          <a:p>
            <a:pPr algn="ctr"/>
            <a:r>
              <a:rPr lang="ko-KR" altLang="en-US" dirty="0" err="1" smtClean="0">
                <a:solidFill>
                  <a:schemeClr val="bg1"/>
                </a:solidFill>
              </a:rPr>
              <a:t>두멩이</a:t>
            </a:r>
            <a:r>
              <a:rPr lang="ko-KR" altLang="en-US" dirty="0" smtClean="0">
                <a:solidFill>
                  <a:schemeClr val="bg1"/>
                </a:solidFill>
              </a:rPr>
              <a:t> 골목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509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내가 사는 동네의 좋은 점을 발표하고 친구들과 생각을 나누며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사랑하는 우리 동네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시를 쓸 수 있다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안양시 풍경과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 시 감상하기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089171" y="1888826"/>
            <a:ext cx="7102829" cy="353943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경기도 안양시에서는 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2005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년부터 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안양공공예술프로젝트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(APAP)’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개최해 왔어요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  <a:p>
            <a:r>
              <a:rPr lang="en-US" altLang="ko-KR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2007</a:t>
            </a:r>
            <a:r>
              <a:rPr lang="ko-KR" altLang="en-US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</a:t>
            </a:r>
            <a:r>
              <a:rPr lang="ko-KR" altLang="en-US" sz="28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작가가 이 프로젝트에 참여하면서 안양의 풍경을 보고 영감을 받아 시를 써서 안양으로 보내왔어요</a:t>
            </a:r>
            <a:r>
              <a:rPr lang="en-US" altLang="ko-KR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함께 시를 감상해볼까요</a:t>
            </a:r>
            <a:r>
              <a:rPr lang="en-US" altLang="ko-KR" sz="28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83" t="8889" r="21309" b="29861"/>
          <a:stretch/>
        </p:blipFill>
        <p:spPr>
          <a:xfrm>
            <a:off x="1107721" y="1341939"/>
            <a:ext cx="3895725" cy="5023435"/>
          </a:xfrm>
          <a:prstGeom prst="rect">
            <a:avLst/>
          </a:prstGeom>
        </p:spPr>
      </p:pic>
      <p:sp>
        <p:nvSpPr>
          <p:cNvPr id="6" name="모서리가 둥근 직사각형 5"/>
          <p:cNvSpPr/>
          <p:nvPr/>
        </p:nvSpPr>
        <p:spPr>
          <a:xfrm>
            <a:off x="838200" y="1277939"/>
            <a:ext cx="3977336" cy="51514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내가 사는 동네의 좋은 점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발표하기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53061" y="1318882"/>
            <a:ext cx="9525376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쿠사마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야요이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작가는 작품 제작 의뢰를 받고 잠시 안양을 방문했었고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안양에서 오래 살지는 않았어요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그런데도 안양에 대한 깊은 사랑을 담아 시를 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 시를 통해 커다란 꽃과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꽃을 향해 행복하게 짖고 있는 다섯 마리 강아지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가 떠오른다고 했답니다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여러분은 지금 살고 있는 동네를 천천히 살펴본 적이 있나요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동네를 생각할 때 마음에 떠오르는 장면이나 단어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무엇인가요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동네를 천천히 떠올려보고 내가 사는 동네의 좋은 점을 발표해봅시다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411" y="4970906"/>
            <a:ext cx="8320276" cy="1439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떠올리며 시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 쓰기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50" y="1351701"/>
            <a:ext cx="8837559" cy="497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26372" y="2740135"/>
            <a:ext cx="6777368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사진을 보고 안양시의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9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경 중 어느 장소인지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보기에서 골라 맞혀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2">
            <a:extLst/>
          </a:blip>
          <a:srcRect l="11992" t="19001" r="46061" b="20476"/>
          <a:stretch>
            <a:fillRect/>
          </a:stretch>
        </p:blipFill>
        <p:spPr>
          <a:xfrm>
            <a:off x="1912061" y="2119606"/>
            <a:ext cx="4555813" cy="3604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/>
          <p:cNvSpPr txBox="1"/>
          <p:nvPr/>
        </p:nvSpPr>
        <p:spPr>
          <a:xfrm>
            <a:off x="3400824" y="5724525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⑨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만안교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rcRect l="11514" t="32292" r="46784" b="5993"/>
          <a:stretch>
            <a:fillRect/>
          </a:stretch>
        </p:blipFill>
        <p:spPr>
          <a:xfrm>
            <a:off x="1280101" y="2045726"/>
            <a:ext cx="5007880" cy="4020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6156" y="6040258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①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안양천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en-US" altLang="ko-KR" dirty="0" smtClean="0"/>
          </a:p>
        </p:txBody>
      </p: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rcRect l="12237" t="18855" r="46061" b="19611"/>
          <a:stretch>
            <a:fillRect/>
          </a:stretch>
        </p:blipFill>
        <p:spPr>
          <a:xfrm>
            <a:off x="1775443" y="2081739"/>
            <a:ext cx="4607788" cy="3709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3220931" y="5756073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8096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898417" y="3459414"/>
            <a:ext cx="240469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망해암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일몰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더하기 빼기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 무엇을 더하고 빼면 좋을지 함께 생각해볼까요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758" y="2997198"/>
            <a:ext cx="4505327" cy="300355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0425" y="5389597"/>
            <a:ext cx="1110224" cy="1110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933" y="6038949"/>
            <a:ext cx="4752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en-US" altLang="ko-KR" sz="1400" dirty="0" smtClean="0">
                <a:latin typeface="+mj-lt"/>
                <a:ea typeface="바탕"/>
              </a:rPr>
              <a:t>APAP </a:t>
            </a:r>
            <a:r>
              <a:rPr lang="ko-KR" altLang="en-US" sz="1400" dirty="0" smtClean="0">
                <a:latin typeface="+mj-lt"/>
                <a:ea typeface="바탕"/>
              </a:rPr>
              <a:t>홈페이지</a:t>
            </a:r>
            <a:r>
              <a:rPr lang="en-US" altLang="ko-KR" sz="1400" dirty="0" smtClean="0">
                <a:latin typeface="+mj-lt"/>
                <a:ea typeface="바탕"/>
              </a:rPr>
              <a:t>, </a:t>
            </a:r>
            <a:r>
              <a:rPr lang="ko-KR" altLang="en-US" sz="1400" dirty="0" smtClean="0">
                <a:latin typeface="+mj-lt"/>
                <a:ea typeface="바탕"/>
              </a:rPr>
              <a:t>안양문화예술재단 제공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432</Words>
  <Application>Microsoft Office PowerPoint</Application>
  <PresentationFormat>사용자 지정</PresentationFormat>
  <Paragraphs>102</Paragraphs>
  <Slides>27</Slides>
  <Notes>4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29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안양시 풍경과 쿠사마 야요이 작가 시 감상하기</vt:lpstr>
      <vt:lpstr>활동 2. 내가 사는 동네의 좋은 점 발표하기</vt:lpstr>
      <vt:lpstr>평가. ‘우리 동네’를 떠올리며 시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85</cp:revision>
  <dcterms:created xsi:type="dcterms:W3CDTF">2026-07-09T22:35:37Z</dcterms:created>
  <dcterms:modified xsi:type="dcterms:W3CDTF">2026-10-22T13:24:12Z</dcterms:modified>
  <cp:version/>
</cp:coreProperties>
</file>