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64" r:id="rId2"/>
    <p:sldId id="283" r:id="rId3"/>
    <p:sldId id="285" r:id="rId4"/>
    <p:sldId id="265" r:id="rId5"/>
    <p:sldId id="272" r:id="rId6"/>
    <p:sldId id="287" r:id="rId7"/>
    <p:sldId id="274" r:id="rId8"/>
    <p:sldId id="275" r:id="rId9"/>
    <p:sldId id="276" r:id="rId10"/>
    <p:sldId id="277" r:id="rId11"/>
    <p:sldId id="288" r:id="rId12"/>
    <p:sldId id="294" r:id="rId13"/>
    <p:sldId id="295" r:id="rId14"/>
    <p:sldId id="296" r:id="rId15"/>
    <p:sldId id="297" r:id="rId16"/>
    <p:sldId id="298" r:id="rId17"/>
    <p:sldId id="269" r:id="rId18"/>
    <p:sldId id="279" r:id="rId19"/>
    <p:sldId id="270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534A"/>
    <a:srgbClr val="F6877E"/>
    <a:srgbClr val="DD635B"/>
    <a:srgbClr val="808080"/>
    <a:srgbClr val="FFD966"/>
    <a:srgbClr val="FAE4D6"/>
    <a:srgbClr val="FDEC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144162-B7B6-40E4-A480-CFC11E63907E}" v="35" dt="2026-10-24T07:06:32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은찬" userId="7171d596-a1e6-43c2-b263-57fdfdab9399" providerId="ADAL" clId="{3EE1A3CD-2F3E-41BB-8158-01638FE5645A}"/>
    <pc:docChg chg="delSld">
      <pc:chgData name="이 은찬" userId="7171d596-a1e6-43c2-b263-57fdfdab9399" providerId="ADAL" clId="{3EE1A3CD-2F3E-41BB-8158-01638FE5645A}" dt="2026-10-03T06:37:39.342" v="0" actId="47"/>
      <pc:docMkLst>
        <pc:docMk/>
      </pc:docMkLst>
      <pc:sldChg chg="del">
        <pc:chgData name="이 은찬" userId="7171d596-a1e6-43c2-b263-57fdfdab9399" providerId="ADAL" clId="{3EE1A3CD-2F3E-41BB-8158-01638FE5645A}" dt="2026-10-03T06:37:39.342" v="0" actId="47"/>
        <pc:sldMkLst>
          <pc:docMk/>
          <pc:sldMk cId="265708773" sldId="285"/>
        </pc:sldMkLst>
      </pc:sldChg>
    </pc:docChg>
  </pc:docChgLst>
  <pc:docChgLst>
    <pc:chgData name="이 은찬" userId="7171d596-a1e6-43c2-b263-57fdfdab9399" providerId="ADAL" clId="{84B8E845-A624-4E7E-AAB1-DF2C16F97486}"/>
    <pc:docChg chg="undo redo custSel addSld delSld modSld sldOrd">
      <pc:chgData name="이 은찬" userId="7171d596-a1e6-43c2-b263-57fdfdab9399" providerId="ADAL" clId="{84B8E845-A624-4E7E-AAB1-DF2C16F97486}" dt="2026-10-03T06:36:40.369" v="4766" actId="207"/>
      <pc:docMkLst>
        <pc:docMk/>
      </pc:docMkLst>
      <pc:sldChg chg="del">
        <pc:chgData name="이 은찬" userId="7171d596-a1e6-43c2-b263-57fdfdab9399" providerId="ADAL" clId="{84B8E845-A624-4E7E-AAB1-DF2C16F97486}" dt="2026-10-03T04:52:57.128" v="3738" actId="47"/>
        <pc:sldMkLst>
          <pc:docMk/>
          <pc:sldMk cId="0" sldId="257"/>
        </pc:sldMkLst>
      </pc:sldChg>
      <pc:sldChg chg="del">
        <pc:chgData name="이 은찬" userId="7171d596-a1e6-43c2-b263-57fdfdab9399" providerId="ADAL" clId="{84B8E845-A624-4E7E-AAB1-DF2C16F97486}" dt="2026-10-03T04:52:55.388" v="3735" actId="47"/>
        <pc:sldMkLst>
          <pc:docMk/>
          <pc:sldMk cId="0" sldId="258"/>
        </pc:sldMkLst>
      </pc:sldChg>
      <pc:sldChg chg="del">
        <pc:chgData name="이 은찬" userId="7171d596-a1e6-43c2-b263-57fdfdab9399" providerId="ADAL" clId="{84B8E845-A624-4E7E-AAB1-DF2C16F97486}" dt="2026-10-03T04:52:55.849" v="3736" actId="47"/>
        <pc:sldMkLst>
          <pc:docMk/>
          <pc:sldMk cId="0" sldId="259"/>
        </pc:sldMkLst>
      </pc:sldChg>
      <pc:sldChg chg="del">
        <pc:chgData name="이 은찬" userId="7171d596-a1e6-43c2-b263-57fdfdab9399" providerId="ADAL" clId="{84B8E845-A624-4E7E-AAB1-DF2C16F97486}" dt="2026-10-03T04:52:57.575" v="3739" actId="47"/>
        <pc:sldMkLst>
          <pc:docMk/>
          <pc:sldMk cId="0" sldId="260"/>
        </pc:sldMkLst>
      </pc:sldChg>
      <pc:sldChg chg="add del">
        <pc:chgData name="이 은찬" userId="7171d596-a1e6-43c2-b263-57fdfdab9399" providerId="ADAL" clId="{84B8E845-A624-4E7E-AAB1-DF2C16F97486}" dt="2026-10-03T05:06:20.916" v="3745" actId="47"/>
        <pc:sldMkLst>
          <pc:docMk/>
          <pc:sldMk cId="0" sldId="261"/>
        </pc:sldMkLst>
      </pc:sldChg>
      <pc:sldChg chg="del">
        <pc:chgData name="이 은찬" userId="7171d596-a1e6-43c2-b263-57fdfdab9399" providerId="ADAL" clId="{84B8E845-A624-4E7E-AAB1-DF2C16F97486}" dt="2026-10-03T04:52:53.143" v="3733" actId="47"/>
        <pc:sldMkLst>
          <pc:docMk/>
          <pc:sldMk cId="0" sldId="262"/>
        </pc:sldMkLst>
      </pc:sldChg>
      <pc:sldChg chg="del">
        <pc:chgData name="이 은찬" userId="7171d596-a1e6-43c2-b263-57fdfdab9399" providerId="ADAL" clId="{84B8E845-A624-4E7E-AAB1-DF2C16F97486}" dt="2026-10-03T04:52:53.850" v="3734" actId="47"/>
        <pc:sldMkLst>
          <pc:docMk/>
          <pc:sldMk cId="0" sldId="263"/>
        </pc:sldMkLst>
      </pc:sldChg>
      <pc:sldChg chg="addSp delSp modSp mod">
        <pc:chgData name="이 은찬" userId="7171d596-a1e6-43c2-b263-57fdfdab9399" providerId="ADAL" clId="{84B8E845-A624-4E7E-AAB1-DF2C16F97486}" dt="2026-10-03T06:25:09.019" v="4629" actId="478"/>
        <pc:sldMkLst>
          <pc:docMk/>
          <pc:sldMk cId="2746174679" sldId="264"/>
        </pc:sldMkLst>
        <pc:spChg chg="add mod">
          <ac:chgData name="이 은찬" userId="7171d596-a1e6-43c2-b263-57fdfdab9399" providerId="ADAL" clId="{84B8E845-A624-4E7E-AAB1-DF2C16F97486}" dt="2026-10-03T01:51:45.280" v="65" actId="1076"/>
          <ac:spMkLst>
            <pc:docMk/>
            <pc:sldMk cId="2746174679" sldId="264"/>
            <ac:spMk id="3" creationId="{7FF98ABA-47D1-A5F4-9281-577DFA30E12E}"/>
          </ac:spMkLst>
        </pc:spChg>
        <pc:spChg chg="add mod">
          <ac:chgData name="이 은찬" userId="7171d596-a1e6-43c2-b263-57fdfdab9399" providerId="ADAL" clId="{84B8E845-A624-4E7E-AAB1-DF2C16F97486}" dt="2026-10-03T01:53:58.101" v="87" actId="207"/>
          <ac:spMkLst>
            <pc:docMk/>
            <pc:sldMk cId="2746174679" sldId="264"/>
            <ac:spMk id="4" creationId="{FA334E57-535E-D53B-C8AD-17A1D28241E4}"/>
          </ac:spMkLst>
        </pc:spChg>
        <pc:spChg chg="add del mod">
          <ac:chgData name="이 은찬" userId="7171d596-a1e6-43c2-b263-57fdfdab9399" providerId="ADAL" clId="{84B8E845-A624-4E7E-AAB1-DF2C16F97486}" dt="2026-10-03T06:24:59.862" v="4626" actId="478"/>
          <ac:spMkLst>
            <pc:docMk/>
            <pc:sldMk cId="2746174679" sldId="264"/>
            <ac:spMk id="5" creationId="{162C1998-3DCB-A03F-FB03-30BFD0A8433B}"/>
          </ac:spMkLst>
        </pc:spChg>
        <pc:spChg chg="add mod">
          <ac:chgData name="이 은찬" userId="7171d596-a1e6-43c2-b263-57fdfdab9399" providerId="ADAL" clId="{84B8E845-A624-4E7E-AAB1-DF2C16F97486}" dt="2026-10-03T02:30:57.094" v="336"/>
          <ac:spMkLst>
            <pc:docMk/>
            <pc:sldMk cId="2746174679" sldId="264"/>
            <ac:spMk id="5" creationId="{BAF42349-9DF2-0B32-6004-270B29B33EB4}"/>
          </ac:spMkLst>
        </pc:spChg>
        <pc:spChg chg="add del mod">
          <ac:chgData name="이 은찬" userId="7171d596-a1e6-43c2-b263-57fdfdab9399" providerId="ADAL" clId="{84B8E845-A624-4E7E-AAB1-DF2C16F97486}" dt="2026-10-03T05:55:04.848" v="4312" actId="478"/>
          <ac:spMkLst>
            <pc:docMk/>
            <pc:sldMk cId="2746174679" sldId="264"/>
            <ac:spMk id="5" creationId="{F28F94AA-0963-B1C7-1A03-74346581ED37}"/>
          </ac:spMkLst>
        </pc:spChg>
        <pc:spChg chg="add del mod">
          <ac:chgData name="이 은찬" userId="7171d596-a1e6-43c2-b263-57fdfdab9399" providerId="ADAL" clId="{84B8E845-A624-4E7E-AAB1-DF2C16F97486}" dt="2026-10-03T06:25:09.019" v="4629" actId="478"/>
          <ac:spMkLst>
            <pc:docMk/>
            <pc:sldMk cId="2746174679" sldId="264"/>
            <ac:spMk id="6" creationId="{0F0653A8-7BC0-4078-8379-318D8B1E7F45}"/>
          </ac:spMkLst>
        </pc:spChg>
        <pc:spChg chg="add del mod">
          <ac:chgData name="이 은찬" userId="7171d596-a1e6-43c2-b263-57fdfdab9399" providerId="ADAL" clId="{84B8E845-A624-4E7E-AAB1-DF2C16F97486}" dt="2026-10-03T06:24:20.939" v="4618" actId="478"/>
          <ac:spMkLst>
            <pc:docMk/>
            <pc:sldMk cId="2746174679" sldId="264"/>
            <ac:spMk id="7" creationId="{1175197C-A06A-E601-4FBB-64CA63C62ECB}"/>
          </ac:spMkLst>
        </pc:spChg>
        <pc:spChg chg="add mod">
          <ac:chgData name="이 은찬" userId="7171d596-a1e6-43c2-b263-57fdfdab9399" providerId="ADAL" clId="{84B8E845-A624-4E7E-AAB1-DF2C16F97486}" dt="2026-10-03T02:31:05.430" v="339"/>
          <ac:spMkLst>
            <pc:docMk/>
            <pc:sldMk cId="2746174679" sldId="264"/>
            <ac:spMk id="7" creationId="{30CD6CCE-AE6D-E3F2-AF85-C0BE71D7F486}"/>
          </ac:spMkLst>
        </pc:spChg>
        <pc:spChg chg="add mod">
          <ac:chgData name="이 은찬" userId="7171d596-a1e6-43c2-b263-57fdfdab9399" providerId="ADAL" clId="{84B8E845-A624-4E7E-AAB1-DF2C16F97486}" dt="2026-10-03T06:23:33.777" v="4587"/>
          <ac:spMkLst>
            <pc:docMk/>
            <pc:sldMk cId="2746174679" sldId="264"/>
            <ac:spMk id="8" creationId="{8A85E423-5130-678A-F2A2-6017CB42FB8E}"/>
          </ac:spMkLst>
        </pc:spChg>
        <pc:spChg chg="add del mod">
          <ac:chgData name="이 은찬" userId="7171d596-a1e6-43c2-b263-57fdfdab9399" providerId="ADAL" clId="{84B8E845-A624-4E7E-AAB1-DF2C16F97486}" dt="2026-10-03T02:32:27.252" v="351" actId="478"/>
          <ac:spMkLst>
            <pc:docMk/>
            <pc:sldMk cId="2746174679" sldId="264"/>
            <ac:spMk id="9" creationId="{32690B8D-D7E6-F335-272A-468CC210DC04}"/>
          </ac:spMkLst>
        </pc:spChg>
        <pc:spChg chg="add mod">
          <ac:chgData name="이 은찬" userId="7171d596-a1e6-43c2-b263-57fdfdab9399" providerId="ADAL" clId="{84B8E845-A624-4E7E-AAB1-DF2C16F97486}" dt="2026-10-03T02:31:55.573" v="347"/>
          <ac:spMkLst>
            <pc:docMk/>
            <pc:sldMk cId="2746174679" sldId="264"/>
            <ac:spMk id="10" creationId="{EA1082FF-C7E3-1A95-EF8D-AE111BAE8482}"/>
          </ac:spMkLst>
        </pc:spChg>
        <pc:spChg chg="add del mod">
          <ac:chgData name="이 은찬" userId="7171d596-a1e6-43c2-b263-57fdfdab9399" providerId="ADAL" clId="{84B8E845-A624-4E7E-AAB1-DF2C16F97486}" dt="2026-10-03T06:24:21.242" v="4619" actId="478"/>
          <ac:spMkLst>
            <pc:docMk/>
            <pc:sldMk cId="2746174679" sldId="264"/>
            <ac:spMk id="17" creationId="{00000000-0000-0000-0000-000000000000}"/>
          </ac:spMkLst>
        </pc:spChg>
        <pc:spChg chg="add">
          <ac:chgData name="이 은찬" userId="7171d596-a1e6-43c2-b263-57fdfdab9399" providerId="ADAL" clId="{84B8E845-A624-4E7E-AAB1-DF2C16F97486}" dt="2026-10-03T04:35:54.258" v="3469"/>
          <ac:spMkLst>
            <pc:docMk/>
            <pc:sldMk cId="2746174679" sldId="264"/>
            <ac:spMk id="19" creationId="{8C909D58-D29A-AB7C-2D3A-BE2B628652A5}"/>
          </ac:spMkLst>
        </pc:spChg>
        <pc:spChg chg="mod">
          <ac:chgData name="이 은찬" userId="7171d596-a1e6-43c2-b263-57fdfdab9399" providerId="ADAL" clId="{84B8E845-A624-4E7E-AAB1-DF2C16F97486}" dt="2026-10-03T01:51:23.146" v="62" actId="1076"/>
          <ac:spMkLst>
            <pc:docMk/>
            <pc:sldMk cId="2746174679" sldId="264"/>
            <ac:spMk id="32" creationId="{00000000-0000-0000-0000-000000000000}"/>
          </ac:spMkLst>
        </pc:spChg>
        <pc:graphicFrameChg chg="add mod">
          <ac:chgData name="이 은찬" userId="7171d596-a1e6-43c2-b263-57fdfdab9399" providerId="ADAL" clId="{84B8E845-A624-4E7E-AAB1-DF2C16F97486}" dt="2026-10-03T02:31:51.055" v="346"/>
          <ac:graphicFrameMkLst>
            <pc:docMk/>
            <pc:sldMk cId="2746174679" sldId="264"/>
            <ac:graphicFrameMk id="11" creationId="{7B1EA0E9-877B-62BA-B138-730055945D45}"/>
          </ac:graphicFrameMkLst>
        </pc:graphicFrameChg>
        <pc:picChg chg="add">
          <ac:chgData name="이 은찬" userId="7171d596-a1e6-43c2-b263-57fdfdab9399" providerId="ADAL" clId="{84B8E845-A624-4E7E-AAB1-DF2C16F97486}" dt="2026-10-03T02:30:57.112" v="337"/>
          <ac:picMkLst>
            <pc:docMk/>
            <pc:sldMk cId="2746174679" sldId="264"/>
            <ac:picMk id="6" creationId="{8B157987-BF9D-5C04-07D4-1FC4C7776C23}"/>
          </ac:picMkLst>
        </pc:picChg>
        <pc:picChg chg="add del mod">
          <ac:chgData name="이 은찬" userId="7171d596-a1e6-43c2-b263-57fdfdab9399" providerId="ADAL" clId="{84B8E845-A624-4E7E-AAB1-DF2C16F97486}" dt="2026-10-03T02:31:10.619" v="342" actId="478"/>
          <ac:picMkLst>
            <pc:docMk/>
            <pc:sldMk cId="2746174679" sldId="264"/>
            <ac:picMk id="8" creationId="{2D614995-5065-5BA8-20AD-41DDFCDAC445}"/>
          </ac:picMkLst>
        </pc:picChg>
        <pc:picChg chg="add del mod">
          <ac:chgData name="이 은찬" userId="7171d596-a1e6-43c2-b263-57fdfdab9399" providerId="ADAL" clId="{84B8E845-A624-4E7E-AAB1-DF2C16F97486}" dt="2026-10-03T02:41:15.982" v="439" actId="478"/>
          <ac:picMkLst>
            <pc:docMk/>
            <pc:sldMk cId="2746174679" sldId="264"/>
            <ac:picMk id="13" creationId="{E8AD7C4C-7D08-F719-BAD7-B045A653097F}"/>
          </ac:picMkLst>
        </pc:picChg>
        <pc:picChg chg="add del mod modCrop">
          <ac:chgData name="이 은찬" userId="7171d596-a1e6-43c2-b263-57fdfdab9399" providerId="ADAL" clId="{84B8E845-A624-4E7E-AAB1-DF2C16F97486}" dt="2026-10-03T04:36:06.095" v="3474" actId="478"/>
          <ac:picMkLst>
            <pc:docMk/>
            <pc:sldMk cId="2746174679" sldId="264"/>
            <ac:picMk id="18" creationId="{24847A83-373B-38EE-3CF4-1DE8D9B4E2E5}"/>
          </ac:picMkLst>
        </pc:picChg>
        <pc:picChg chg="add mod">
          <ac:chgData name="이 은찬" userId="7171d596-a1e6-43c2-b263-57fdfdab9399" providerId="ADAL" clId="{84B8E845-A624-4E7E-AAB1-DF2C16F97486}" dt="2026-10-03T04:36:13.061" v="3478" actId="1076"/>
          <ac:picMkLst>
            <pc:docMk/>
            <pc:sldMk cId="2746174679" sldId="264"/>
            <ac:picMk id="20" creationId="{CF129326-65E2-B351-ED3A-4D3C7ED73678}"/>
          </ac:picMkLst>
        </pc:picChg>
      </pc:sldChg>
      <pc:sldChg chg="addSp delSp modSp mod">
        <pc:chgData name="이 은찬" userId="7171d596-a1e6-43c2-b263-57fdfdab9399" providerId="ADAL" clId="{84B8E845-A624-4E7E-AAB1-DF2C16F97486}" dt="2026-10-03T06:09:35.421" v="4364" actId="1076"/>
        <pc:sldMkLst>
          <pc:docMk/>
          <pc:sldMk cId="1828356913" sldId="265"/>
        </pc:sldMkLst>
        <pc:spChg chg="add mod">
          <ac:chgData name="이 은찬" userId="7171d596-a1e6-43c2-b263-57fdfdab9399" providerId="ADAL" clId="{84B8E845-A624-4E7E-AAB1-DF2C16F97486}" dt="2026-10-03T06:09:31.544" v="4363" actId="1076"/>
          <ac:spMkLst>
            <pc:docMk/>
            <pc:sldMk cId="1828356913" sldId="265"/>
            <ac:spMk id="3" creationId="{A0A52C7F-80DB-1F40-2637-9FB6949E0EB8}"/>
          </ac:spMkLst>
        </pc:spChg>
        <pc:spChg chg="add del mod topLvl">
          <ac:chgData name="이 은찬" userId="7171d596-a1e6-43c2-b263-57fdfdab9399" providerId="ADAL" clId="{84B8E845-A624-4E7E-AAB1-DF2C16F97486}" dt="2026-10-03T02:36:43.735" v="423" actId="478"/>
          <ac:spMkLst>
            <pc:docMk/>
            <pc:sldMk cId="1828356913" sldId="265"/>
            <ac:spMk id="4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7" creationId="{CBC2C76D-8DC9-EA54-BE33-1D18DBD91EA4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8" creationId="{2C941C2D-7DC9-7D8B-4987-2642B706813E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9" creationId="{378A2C20-B586-B7B2-78C0-88BD0992DFA9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12" creationId="{A9A0C67A-8D91-F6AE-AED2-7BE2C34F4DF7}"/>
          </ac:spMkLst>
        </pc:spChg>
        <pc:spChg chg="mod">
          <ac:chgData name="이 은찬" userId="7171d596-a1e6-43c2-b263-57fdfdab9399" providerId="ADAL" clId="{84B8E845-A624-4E7E-AAB1-DF2C16F97486}" dt="2026-10-03T01:57:26.695" v="140" actId="20577"/>
          <ac:spMkLst>
            <pc:docMk/>
            <pc:sldMk cId="1828356913" sldId="265"/>
            <ac:spMk id="58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08:14.809" v="4353" actId="478"/>
          <ac:spMkLst>
            <pc:docMk/>
            <pc:sldMk cId="1828356913" sldId="265"/>
            <ac:spMk id="59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36:19.607" v="416" actId="165"/>
          <ac:spMkLst>
            <pc:docMk/>
            <pc:sldMk cId="1828356913" sldId="265"/>
            <ac:spMk id="61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36:19.607" v="416" actId="165"/>
          <ac:spMkLst>
            <pc:docMk/>
            <pc:sldMk cId="1828356913" sldId="265"/>
            <ac:spMk id="62" creationId="{00000000-0000-0000-0000-000000000000}"/>
          </ac:spMkLst>
        </pc:spChg>
        <pc:grpChg chg="add del mod">
          <ac:chgData name="이 은찬" userId="7171d596-a1e6-43c2-b263-57fdfdab9399" providerId="ADAL" clId="{84B8E845-A624-4E7E-AAB1-DF2C16F97486}" dt="2026-10-03T06:09:27.952" v="4362" actId="478"/>
          <ac:grpSpMkLst>
            <pc:docMk/>
            <pc:sldMk cId="1828356913" sldId="265"/>
            <ac:grpSpMk id="4" creationId="{2D0EBA59-D93D-7F1A-B690-7E453D52E469}"/>
          </ac:grpSpMkLst>
        </pc:grpChg>
        <pc:grpChg chg="mod">
          <ac:chgData name="이 은찬" userId="7171d596-a1e6-43c2-b263-57fdfdab9399" providerId="ADAL" clId="{84B8E845-A624-4E7E-AAB1-DF2C16F97486}" dt="2026-10-03T06:08:18.142" v="4354"/>
          <ac:grpSpMkLst>
            <pc:docMk/>
            <pc:sldMk cId="1828356913" sldId="265"/>
            <ac:grpSpMk id="5" creationId="{38CB197A-BB76-F7CC-B6C9-9F60F191FF41}"/>
          </ac:grpSpMkLst>
        </pc:grpChg>
        <pc:grpChg chg="mod">
          <ac:chgData name="이 은찬" userId="7171d596-a1e6-43c2-b263-57fdfdab9399" providerId="ADAL" clId="{84B8E845-A624-4E7E-AAB1-DF2C16F97486}" dt="2026-10-03T06:08:18.142" v="4354"/>
          <ac:grpSpMkLst>
            <pc:docMk/>
            <pc:sldMk cId="1828356913" sldId="265"/>
            <ac:grpSpMk id="6" creationId="{A5584B69-7A9C-EA3D-80B8-D9746222D5B2}"/>
          </ac:grpSpMkLst>
        </pc:grpChg>
        <pc:grpChg chg="del mod topLvl">
          <ac:chgData name="이 은찬" userId="7171d596-a1e6-43c2-b263-57fdfdab9399" providerId="ADAL" clId="{84B8E845-A624-4E7E-AAB1-DF2C16F97486}" dt="2026-10-03T02:36:44.904" v="424" actId="478"/>
          <ac:grpSpMkLst>
            <pc:docMk/>
            <pc:sldMk cId="1828356913" sldId="265"/>
            <ac:grpSpMk id="14" creationId="{00000000-0000-0000-0000-000000000000}"/>
          </ac:grpSpMkLst>
        </pc:grpChg>
        <pc:grpChg chg="del mod topLvl">
          <ac:chgData name="이 은찬" userId="7171d596-a1e6-43c2-b263-57fdfdab9399" providerId="ADAL" clId="{84B8E845-A624-4E7E-AAB1-DF2C16F97486}" dt="2026-10-03T02:36:30.079" v="418" actId="165"/>
          <ac:grpSpMkLst>
            <pc:docMk/>
            <pc:sldMk cId="1828356913" sldId="265"/>
            <ac:grpSpMk id="15" creationId="{00000000-0000-0000-0000-000000000000}"/>
          </ac:grpSpMkLst>
        </pc:grpChg>
        <pc:grpChg chg="del">
          <ac:chgData name="이 은찬" userId="7171d596-a1e6-43c2-b263-57fdfdab9399" providerId="ADAL" clId="{84B8E845-A624-4E7E-AAB1-DF2C16F97486}" dt="2026-10-03T02:36:19.607" v="416" actId="165"/>
          <ac:grpSpMkLst>
            <pc:docMk/>
            <pc:sldMk cId="1828356913" sldId="265"/>
            <ac:grpSpMk id="18" creationId="{00000000-0000-0000-0000-000000000000}"/>
          </ac:grpSpMkLst>
        </pc:grpChg>
        <pc:picChg chg="add mod">
          <ac:chgData name="이 은찬" userId="7171d596-a1e6-43c2-b263-57fdfdab9399" providerId="ADAL" clId="{84B8E845-A624-4E7E-AAB1-DF2C16F97486}" dt="2026-10-03T06:09:35.421" v="4364" actId="1076"/>
          <ac:picMkLst>
            <pc:docMk/>
            <pc:sldMk cId="1828356913" sldId="265"/>
            <ac:picMk id="2" creationId="{B978FEC4-9884-5BFF-1132-A216038AAB4C}"/>
          </ac:picMkLst>
        </pc:picChg>
      </pc:sldChg>
      <pc:sldChg chg="addSp modSp mod ord">
        <pc:chgData name="이 은찬" userId="7171d596-a1e6-43c2-b263-57fdfdab9399" providerId="ADAL" clId="{84B8E845-A624-4E7E-AAB1-DF2C16F97486}" dt="2026-10-03T05:43:39.204" v="4192" actId="208"/>
        <pc:sldMkLst>
          <pc:docMk/>
          <pc:sldMk cId="4246831794" sldId="266"/>
        </pc:sldMkLst>
        <pc:spChg chg="mod">
          <ac:chgData name="이 은찬" userId="7171d596-a1e6-43c2-b263-57fdfdab9399" providerId="ADAL" clId="{84B8E845-A624-4E7E-AAB1-DF2C16F97486}" dt="2026-10-03T02:26:47.024" v="180" actId="20577"/>
          <ac:spMkLst>
            <pc:docMk/>
            <pc:sldMk cId="4246831794" sldId="266"/>
            <ac:spMk id="2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" creationId="{72A5A0B7-2CED-37B2-7308-54EFDA8BF8C4}"/>
          </ac:spMkLst>
        </pc:spChg>
        <pc:spChg chg="mod">
          <ac:chgData name="이 은찬" userId="7171d596-a1e6-43c2-b263-57fdfdab9399" providerId="ADAL" clId="{84B8E845-A624-4E7E-AAB1-DF2C16F97486}" dt="2026-10-03T02:30:47.323" v="334" actId="20577"/>
          <ac:spMkLst>
            <pc:docMk/>
            <pc:sldMk cId="4246831794" sldId="266"/>
            <ac:spMk id="9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5:43:33.189" v="4191" actId="208"/>
          <ac:spMkLst>
            <pc:docMk/>
            <pc:sldMk cId="4246831794" sldId="266"/>
            <ac:spMk id="10" creationId="{694512E4-038C-FE6D-478A-6D746473F87C}"/>
          </ac:spMkLst>
        </pc:spChg>
        <pc:spChg chg="add mod">
          <ac:chgData name="이 은찬" userId="7171d596-a1e6-43c2-b263-57fdfdab9399" providerId="ADAL" clId="{84B8E845-A624-4E7E-AAB1-DF2C16F97486}" dt="2026-10-03T05:43:39.204" v="4192" actId="208"/>
          <ac:spMkLst>
            <pc:docMk/>
            <pc:sldMk cId="4246831794" sldId="266"/>
            <ac:spMk id="11" creationId="{633A60DF-EA79-DF55-16FD-AB2777B25155}"/>
          </ac:spMkLst>
        </pc:spChg>
        <pc:spChg chg="add mod">
          <ac:chgData name="이 은찬" userId="7171d596-a1e6-43c2-b263-57fdfdab9399" providerId="ADAL" clId="{84B8E845-A624-4E7E-AAB1-DF2C16F97486}" dt="2026-10-03T03:00:21.255" v="977" actId="1076"/>
          <ac:spMkLst>
            <pc:docMk/>
            <pc:sldMk cId="4246831794" sldId="266"/>
            <ac:spMk id="12" creationId="{46F7658C-5ACD-DB48-86C2-E2D6DBC41B78}"/>
          </ac:spMkLst>
        </pc:spChg>
        <pc:spChg chg="add mod">
          <ac:chgData name="이 은찬" userId="7171d596-a1e6-43c2-b263-57fdfdab9399" providerId="ADAL" clId="{84B8E845-A624-4E7E-AAB1-DF2C16F97486}" dt="2026-10-03T03:00:21.255" v="977" actId="1076"/>
          <ac:spMkLst>
            <pc:docMk/>
            <pc:sldMk cId="4246831794" sldId="266"/>
            <ac:spMk id="13" creationId="{A76FD4A6-26AA-DACE-945D-2E02C7D2DC37}"/>
          </ac:spMkLst>
        </pc:spChg>
        <pc:spChg chg="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1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2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44:12.725" v="472" actId="14100"/>
          <ac:spMkLst>
            <pc:docMk/>
            <pc:sldMk cId="4246831794" sldId="266"/>
            <ac:spMk id="43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5:08:44.051" v="3954" actId="20577"/>
          <ac:spMkLst>
            <pc:docMk/>
            <pc:sldMk cId="4246831794" sldId="266"/>
            <ac:spMk id="96" creationId="{00000000-0000-0000-0000-000000000000}"/>
          </ac:spMkLst>
        </pc:spChg>
        <pc:grpChg chg="mod">
          <ac:chgData name="이 은찬" userId="7171d596-a1e6-43c2-b263-57fdfdab9399" providerId="ADAL" clId="{84B8E845-A624-4E7E-AAB1-DF2C16F97486}" dt="2026-10-03T02:28:49.808" v="317" actId="1076"/>
          <ac:grpSpMkLst>
            <pc:docMk/>
            <pc:sldMk cId="4246831794" sldId="266"/>
            <ac:grpSpMk id="35" creationId="{00000000-0000-0000-0000-000000000000}"/>
          </ac:grpSpMkLst>
        </pc:grpChg>
        <pc:grpChg chg="mod">
          <ac:chgData name="이 은찬" userId="7171d596-a1e6-43c2-b263-57fdfdab9399" providerId="ADAL" clId="{84B8E845-A624-4E7E-AAB1-DF2C16F97486}" dt="2026-10-03T02:28:30.907" v="308" actId="571"/>
          <ac:grpSpMkLst>
            <pc:docMk/>
            <pc:sldMk cId="4246831794" sldId="266"/>
            <ac:grpSpMk id="36" creationId="{00000000-0000-0000-0000-000000000000}"/>
          </ac:grpSpMkLst>
        </pc:grpChg>
        <pc:picChg chg="add mod">
          <ac:chgData name="이 은찬" userId="7171d596-a1e6-43c2-b263-57fdfdab9399" providerId="ADAL" clId="{84B8E845-A624-4E7E-AAB1-DF2C16F97486}" dt="2026-10-03T03:00:21.255" v="977" actId="1076"/>
          <ac:picMkLst>
            <pc:docMk/>
            <pc:sldMk cId="4246831794" sldId="266"/>
            <ac:picMk id="6" creationId="{25BD36E0-EFC0-CE4C-9351-BBC1FA87EEB6}"/>
          </ac:picMkLst>
        </pc:picChg>
        <pc:picChg chg="add mod">
          <ac:chgData name="이 은찬" userId="7171d596-a1e6-43c2-b263-57fdfdab9399" providerId="ADAL" clId="{84B8E845-A624-4E7E-AAB1-DF2C16F97486}" dt="2026-10-03T03:00:21.255" v="977" actId="1076"/>
          <ac:picMkLst>
            <pc:docMk/>
            <pc:sldMk cId="4246831794" sldId="266"/>
            <ac:picMk id="8" creationId="{CECE14DE-457C-9229-F57C-CFBD788E1D5A}"/>
          </ac:picMkLst>
        </pc:picChg>
      </pc:sldChg>
      <pc:sldChg chg="modSp del mod">
        <pc:chgData name="이 은찬" userId="7171d596-a1e6-43c2-b263-57fdfdab9399" providerId="ADAL" clId="{84B8E845-A624-4E7E-AAB1-DF2C16F97486}" dt="2026-10-03T04:08:17.035" v="2997" actId="47"/>
        <pc:sldMkLst>
          <pc:docMk/>
          <pc:sldMk cId="1153451921" sldId="267"/>
        </pc:sldMkLst>
        <pc:spChg chg="mod">
          <ac:chgData name="이 은찬" userId="7171d596-a1e6-43c2-b263-57fdfdab9399" providerId="ADAL" clId="{84B8E845-A624-4E7E-AAB1-DF2C16F97486}" dt="2026-10-03T02:43:55.815" v="471"/>
          <ac:spMkLst>
            <pc:docMk/>
            <pc:sldMk cId="1153451921" sldId="267"/>
            <ac:spMk id="2" creationId="{00000000-0000-0000-0000-000000000000}"/>
          </ac:spMkLst>
        </pc:spChg>
      </pc:sldChg>
      <pc:sldChg chg="del">
        <pc:chgData name="이 은찬" userId="7171d596-a1e6-43c2-b263-57fdfdab9399" providerId="ADAL" clId="{84B8E845-A624-4E7E-AAB1-DF2C16F97486}" dt="2026-10-03T04:08:22.160" v="2998" actId="47"/>
        <pc:sldMkLst>
          <pc:docMk/>
          <pc:sldMk cId="3756504613" sldId="268"/>
        </pc:sldMkLst>
      </pc:sldChg>
      <pc:sldChg chg="addSp delSp modSp mod">
        <pc:chgData name="이 은찬" userId="7171d596-a1e6-43c2-b263-57fdfdab9399" providerId="ADAL" clId="{84B8E845-A624-4E7E-AAB1-DF2C16F97486}" dt="2026-10-03T04:13:06.913" v="3145" actId="14100"/>
        <pc:sldMkLst>
          <pc:docMk/>
          <pc:sldMk cId="3974363792" sldId="269"/>
        </pc:sldMkLst>
        <pc:spChg chg="add del mod">
          <ac:chgData name="이 은찬" userId="7171d596-a1e6-43c2-b263-57fdfdab9399" providerId="ADAL" clId="{84B8E845-A624-4E7E-AAB1-DF2C16F97486}" dt="2026-10-03T04:10:33.779" v="3005" actId="478"/>
          <ac:spMkLst>
            <pc:docMk/>
            <pc:sldMk cId="3974363792" sldId="269"/>
            <ac:spMk id="2" creationId="{4E29BBBE-97B0-B63D-F9C2-62DA6457E530}"/>
          </ac:spMkLst>
        </pc:spChg>
        <pc:spChg chg="add mod">
          <ac:chgData name="이 은찬" userId="7171d596-a1e6-43c2-b263-57fdfdab9399" providerId="ADAL" clId="{84B8E845-A624-4E7E-AAB1-DF2C16F97486}" dt="2026-10-03T04:12:44.388" v="3140" actId="20577"/>
          <ac:spMkLst>
            <pc:docMk/>
            <pc:sldMk cId="3974363792" sldId="269"/>
            <ac:spMk id="3" creationId="{9B7CF3A5-02F4-467E-1443-5C318ABEE8D7}"/>
          </ac:spMkLst>
        </pc:spChg>
        <pc:picChg chg="add mod">
          <ac:chgData name="이 은찬" userId="7171d596-a1e6-43c2-b263-57fdfdab9399" providerId="ADAL" clId="{84B8E845-A624-4E7E-AAB1-DF2C16F97486}" dt="2026-10-03T04:13:06.913" v="3145" actId="14100"/>
          <ac:picMkLst>
            <pc:docMk/>
            <pc:sldMk cId="3974363792" sldId="269"/>
            <ac:picMk id="4" creationId="{C40A784B-04E8-7C48-1F22-7B2AD1BFCDFE}"/>
          </ac:picMkLst>
        </pc:picChg>
      </pc:sldChg>
      <pc:sldChg chg="addSp modSp mod">
        <pc:chgData name="이 은찬" userId="7171d596-a1e6-43c2-b263-57fdfdab9399" providerId="ADAL" clId="{84B8E845-A624-4E7E-AAB1-DF2C16F97486}" dt="2026-10-03T04:33:34.006" v="3468" actId="1076"/>
        <pc:sldMkLst>
          <pc:docMk/>
          <pc:sldMk cId="2661022117" sldId="270"/>
        </pc:sldMkLst>
        <pc:picChg chg="add mod">
          <ac:chgData name="이 은찬" userId="7171d596-a1e6-43c2-b263-57fdfdab9399" providerId="ADAL" clId="{84B8E845-A624-4E7E-AAB1-DF2C16F97486}" dt="2026-10-03T04:33:34.006" v="3468" actId="1076"/>
          <ac:picMkLst>
            <pc:docMk/>
            <pc:sldMk cId="2661022117" sldId="270"/>
            <ac:picMk id="3" creationId="{888A0CB2-5A9D-FB97-20BE-35995711E5A6}"/>
          </ac:picMkLst>
        </pc:picChg>
      </pc:sldChg>
      <pc:sldChg chg="del">
        <pc:chgData name="이 은찬" userId="7171d596-a1e6-43c2-b263-57fdfdab9399" providerId="ADAL" clId="{84B8E845-A624-4E7E-AAB1-DF2C16F97486}" dt="2026-10-03T04:52:56.734" v="3737" actId="47"/>
        <pc:sldMkLst>
          <pc:docMk/>
          <pc:sldMk cId="2919975388" sldId="271"/>
        </pc:sldMkLst>
      </pc:sldChg>
      <pc:sldChg chg="addSp delSp modSp add mod">
        <pc:chgData name="이 은찬" userId="7171d596-a1e6-43c2-b263-57fdfdab9399" providerId="ADAL" clId="{84B8E845-A624-4E7E-AAB1-DF2C16F97486}" dt="2026-10-03T06:10:25.260" v="4372" actId="1076"/>
        <pc:sldMkLst>
          <pc:docMk/>
          <pc:sldMk cId="1468056876" sldId="272"/>
        </pc:sldMkLst>
        <pc:spChg chg="mod">
          <ac:chgData name="이 은찬" userId="7171d596-a1e6-43c2-b263-57fdfdab9399" providerId="ADAL" clId="{84B8E845-A624-4E7E-AAB1-DF2C16F97486}" dt="2026-10-03T06:09:22.668" v="4360"/>
          <ac:spMkLst>
            <pc:docMk/>
            <pc:sldMk cId="1468056876" sldId="272"/>
            <ac:spMk id="6" creationId="{702A533B-750F-D3DA-05E5-BF140579B77C}"/>
          </ac:spMkLst>
        </pc:spChg>
        <pc:spChg chg="mod">
          <ac:chgData name="이 은찬" userId="7171d596-a1e6-43c2-b263-57fdfdab9399" providerId="ADAL" clId="{84B8E845-A624-4E7E-AAB1-DF2C16F97486}" dt="2026-10-03T06:09:57.377" v="4367" actId="255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84B8E845-A624-4E7E-AAB1-DF2C16F97486}" dt="2026-10-03T06:09:22.668" v="4360"/>
          <ac:spMkLst>
            <pc:docMk/>
            <pc:sldMk cId="1468056876" sldId="272"/>
            <ac:spMk id="8" creationId="{3168F200-C15A-7DEE-8B3B-0700DE64E854}"/>
          </ac:spMkLst>
        </pc:spChg>
        <pc:spChg chg="mod">
          <ac:chgData name="이 은찬" userId="7171d596-a1e6-43c2-b263-57fdfdab9399" providerId="ADAL" clId="{84B8E845-A624-4E7E-AAB1-DF2C16F97486}" dt="2026-10-03T06:09:57.377" v="4367" actId="255"/>
          <ac:spMkLst>
            <pc:docMk/>
            <pc:sldMk cId="1468056876" sldId="272"/>
            <ac:spMk id="9" creationId="{DFD1A338-1A2E-A94C-E877-B5FD7BF6AB01}"/>
          </ac:spMkLst>
        </pc:spChg>
        <pc:spChg chg="mod">
          <ac:chgData name="이 은찬" userId="7171d596-a1e6-43c2-b263-57fdfdab9399" providerId="ADAL" clId="{84B8E845-A624-4E7E-AAB1-DF2C16F97486}" dt="2026-10-03T01:57:36.975" v="150" actId="20577"/>
          <ac:spMkLst>
            <pc:docMk/>
            <pc:sldMk cId="1468056876" sldId="272"/>
            <ac:spMk id="58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5:59.470" v="4342" actId="113"/>
          <ac:spMkLst>
            <pc:docMk/>
            <pc:sldMk cId="1468056876" sldId="272"/>
            <ac:spMk id="59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6:04.545" v="4343" actId="113"/>
          <ac:spMkLst>
            <pc:docMk/>
            <pc:sldMk cId="1468056876" sldId="272"/>
            <ac:spMk id="62" creationId="{00000000-0000-0000-0000-000000000000}"/>
          </ac:spMkLst>
        </pc:spChg>
        <pc:grpChg chg="add mod">
          <ac:chgData name="이 은찬" userId="7171d596-a1e6-43c2-b263-57fdfdab9399" providerId="ADAL" clId="{84B8E845-A624-4E7E-AAB1-DF2C16F97486}" dt="2026-10-03T06:10:25.260" v="4372" actId="1076"/>
          <ac:grpSpMkLst>
            <pc:docMk/>
            <pc:sldMk cId="1468056876" sldId="272"/>
            <ac:grpSpMk id="2" creationId="{DAE63B14-E732-26C8-79E1-2768CEF592C9}"/>
          </ac:grpSpMkLst>
        </pc:grpChg>
        <pc:grpChg chg="mod">
          <ac:chgData name="이 은찬" userId="7171d596-a1e6-43c2-b263-57fdfdab9399" providerId="ADAL" clId="{84B8E845-A624-4E7E-AAB1-DF2C16F97486}" dt="2026-10-03T06:09:22.668" v="4360"/>
          <ac:grpSpMkLst>
            <pc:docMk/>
            <pc:sldMk cId="1468056876" sldId="272"/>
            <ac:grpSpMk id="3" creationId="{7C3A767F-83BB-FD12-A589-D82DA76B03BD}"/>
          </ac:grpSpMkLst>
        </pc:grpChg>
        <pc:grpChg chg="mod">
          <ac:chgData name="이 은찬" userId="7171d596-a1e6-43c2-b263-57fdfdab9399" providerId="ADAL" clId="{84B8E845-A624-4E7E-AAB1-DF2C16F97486}" dt="2026-10-03T06:09:22.668" v="4360"/>
          <ac:grpSpMkLst>
            <pc:docMk/>
            <pc:sldMk cId="1468056876" sldId="272"/>
            <ac:grpSpMk id="5" creationId="{55405D80-DA08-2C3F-8474-6E812B033F40}"/>
          </ac:grpSpMkLst>
        </pc:grpChg>
        <pc:grpChg chg="del mod">
          <ac:chgData name="이 은찬" userId="7171d596-a1e6-43c2-b263-57fdfdab9399" providerId="ADAL" clId="{84B8E845-A624-4E7E-AAB1-DF2C16F97486}" dt="2026-10-03T06:10:04.077" v="4369" actId="478"/>
          <ac:grpSpMkLst>
            <pc:docMk/>
            <pc:sldMk cId="1468056876" sldId="272"/>
            <ac:grpSpMk id="18" creationId="{00000000-0000-0000-0000-000000000000}"/>
          </ac:grpSpMkLst>
        </pc:grpChg>
      </pc:sldChg>
      <pc:sldChg chg="addSp delSp modSp add del mod">
        <pc:chgData name="이 은찬" userId="7171d596-a1e6-43c2-b263-57fdfdab9399" providerId="ADAL" clId="{84B8E845-A624-4E7E-AAB1-DF2C16F97486}" dt="2026-10-03T04:40:22.340" v="3594" actId="47"/>
        <pc:sldMkLst>
          <pc:docMk/>
          <pc:sldMk cId="4038838865" sldId="273"/>
        </pc:sldMkLst>
        <pc:spChg chg="mod">
          <ac:chgData name="이 은찬" userId="7171d596-a1e6-43c2-b263-57fdfdab9399" providerId="ADAL" clId="{84B8E845-A624-4E7E-AAB1-DF2C16F97486}" dt="2026-10-03T02:46:03.215" v="573" actId="20577"/>
          <ac:spMkLst>
            <pc:docMk/>
            <pc:sldMk cId="4038838865" sldId="273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2:44:35.062" v="477"/>
          <ac:spMkLst>
            <pc:docMk/>
            <pc:sldMk cId="4038838865" sldId="273"/>
            <ac:spMk id="7" creationId="{D408C355-C02C-0396-ED0E-49D2039C4DAA}"/>
          </ac:spMkLst>
        </pc:spChg>
        <pc:spChg chg="mod">
          <ac:chgData name="이 은찬" userId="7171d596-a1e6-43c2-b263-57fdfdab9399" providerId="ADAL" clId="{84B8E845-A624-4E7E-AAB1-DF2C16F97486}" dt="2026-10-03T02:44:35.062" v="477"/>
          <ac:spMkLst>
            <pc:docMk/>
            <pc:sldMk cId="4038838865" sldId="273"/>
            <ac:spMk id="8" creationId="{EB511667-1812-485F-91F2-03A3B725A3CB}"/>
          </ac:spMkLst>
        </pc:spChg>
        <pc:spChg chg="add mod">
          <ac:chgData name="이 은찬" userId="7171d596-a1e6-43c2-b263-57fdfdab9399" providerId="ADAL" clId="{84B8E845-A624-4E7E-AAB1-DF2C16F97486}" dt="2026-10-03T02:50:55.573" v="755" actId="14100"/>
          <ac:spMkLst>
            <pc:docMk/>
            <pc:sldMk cId="4038838865" sldId="273"/>
            <ac:spMk id="10" creationId="{C9F175F2-0079-42FA-10BC-34AC17FF1E12}"/>
          </ac:spMkLst>
        </pc:spChg>
        <pc:spChg chg="add del mod">
          <ac:chgData name="이 은찬" userId="7171d596-a1e6-43c2-b263-57fdfdab9399" providerId="ADAL" clId="{84B8E845-A624-4E7E-AAB1-DF2C16F97486}" dt="2026-10-03T02:48:16.837" v="597" actId="478"/>
          <ac:spMkLst>
            <pc:docMk/>
            <pc:sldMk cId="4038838865" sldId="273"/>
            <ac:spMk id="12" creationId="{11D6998E-E5B5-9A8D-60FE-CBBFEF6538FF}"/>
          </ac:spMkLst>
        </pc:spChg>
        <pc:spChg chg="mod">
          <ac:chgData name="이 은찬" userId="7171d596-a1e6-43c2-b263-57fdfdab9399" providerId="ADAL" clId="{84B8E845-A624-4E7E-AAB1-DF2C16F97486}" dt="2026-10-03T02:50:41.183" v="752" actId="20577"/>
          <ac:spMkLst>
            <pc:docMk/>
            <pc:sldMk cId="4038838865" sldId="273"/>
            <ac:spMk id="15" creationId="{1F23B2C3-B9FC-AB49-82CD-3466095637C9}"/>
          </ac:spMkLst>
        </pc:spChg>
        <pc:spChg chg="mod">
          <ac:chgData name="이 은찬" userId="7171d596-a1e6-43c2-b263-57fdfdab9399" providerId="ADAL" clId="{84B8E845-A624-4E7E-AAB1-DF2C16F97486}" dt="2026-10-03T02:49:12.738" v="624" actId="14100"/>
          <ac:spMkLst>
            <pc:docMk/>
            <pc:sldMk cId="4038838865" sldId="273"/>
            <ac:spMk id="16" creationId="{F2C35FB4-5CDC-A169-654B-D282967A04DA}"/>
          </ac:spMkLst>
        </pc:spChg>
        <pc:spChg chg="mod">
          <ac:chgData name="이 은찬" userId="7171d596-a1e6-43c2-b263-57fdfdab9399" providerId="ADAL" clId="{84B8E845-A624-4E7E-AAB1-DF2C16F97486}" dt="2026-10-03T02:49:03.151" v="622" actId="1037"/>
          <ac:spMkLst>
            <pc:docMk/>
            <pc:sldMk cId="4038838865" sldId="273"/>
            <ac:spMk id="17" creationId="{8BF57D5A-C5EE-EC5B-5626-304200C18423}"/>
          </ac:spMkLst>
        </pc:spChg>
        <pc:spChg chg="mod">
          <ac:chgData name="이 은찬" userId="7171d596-a1e6-43c2-b263-57fdfdab9399" providerId="ADAL" clId="{84B8E845-A624-4E7E-AAB1-DF2C16F97486}" dt="2026-10-03T02:51:44.130" v="874" actId="20577"/>
          <ac:spMkLst>
            <pc:docMk/>
            <pc:sldMk cId="4038838865" sldId="273"/>
            <ac:spMk id="20" creationId="{2A170367-3CDA-1D23-C5A8-4C1877F64B78}"/>
          </ac:spMkLst>
        </pc:spChg>
        <pc:spChg chg="mod">
          <ac:chgData name="이 은찬" userId="7171d596-a1e6-43c2-b263-57fdfdab9399" providerId="ADAL" clId="{84B8E845-A624-4E7E-AAB1-DF2C16F97486}" dt="2026-10-03T02:51:11.799" v="756"/>
          <ac:spMkLst>
            <pc:docMk/>
            <pc:sldMk cId="4038838865" sldId="273"/>
            <ac:spMk id="21" creationId="{84AA21E0-85A2-E40F-4084-3E264E771337}"/>
          </ac:spMkLst>
        </pc:spChg>
        <pc:spChg chg="mod">
          <ac:chgData name="이 은찬" userId="7171d596-a1e6-43c2-b263-57fdfdab9399" providerId="ADAL" clId="{84B8E845-A624-4E7E-AAB1-DF2C16F97486}" dt="2026-10-03T02:51:20.902" v="759" actId="20577"/>
          <ac:spMkLst>
            <pc:docMk/>
            <pc:sldMk cId="4038838865" sldId="273"/>
            <ac:spMk id="22" creationId="{83B1E64A-CB46-3E78-5F91-0DE64BF313D4}"/>
          </ac:spMkLst>
        </pc:spChg>
        <pc:spChg chg="add mod">
          <ac:chgData name="이 은찬" userId="7171d596-a1e6-43c2-b263-57fdfdab9399" providerId="ADAL" clId="{84B8E845-A624-4E7E-AAB1-DF2C16F97486}" dt="2026-10-03T02:52:09.401" v="876" actId="1076"/>
          <ac:spMkLst>
            <pc:docMk/>
            <pc:sldMk cId="4038838865" sldId="273"/>
            <ac:spMk id="23" creationId="{B4A21C59-1C12-E2A6-960F-312D7CC901C7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6" creationId="{979EC6E0-7ACB-5742-7884-68D54B082A35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7" creationId="{47B3B612-265B-DE7C-46EC-923316246692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8" creationId="{CD57D096-EF25-9521-497D-91D8B3446581}"/>
          </ac:spMkLst>
        </pc:spChg>
        <pc:grpChg chg="add mod">
          <ac:chgData name="이 은찬" userId="7171d596-a1e6-43c2-b263-57fdfdab9399" providerId="ADAL" clId="{84B8E845-A624-4E7E-AAB1-DF2C16F97486}" dt="2026-10-03T02:44:35.062" v="477"/>
          <ac:grpSpMkLst>
            <pc:docMk/>
            <pc:sldMk cId="4038838865" sldId="273"/>
            <ac:grpSpMk id="4" creationId="{62981F9E-D36F-D0A9-4E5D-A1B944E73136}"/>
          </ac:grpSpMkLst>
        </pc:grpChg>
        <pc:grpChg chg="mod">
          <ac:chgData name="이 은찬" userId="7171d596-a1e6-43c2-b263-57fdfdab9399" providerId="ADAL" clId="{84B8E845-A624-4E7E-AAB1-DF2C16F97486}" dt="2026-10-03T02:44:35.062" v="477"/>
          <ac:grpSpMkLst>
            <pc:docMk/>
            <pc:sldMk cId="4038838865" sldId="273"/>
            <ac:grpSpMk id="5" creationId="{73ED9472-2BDC-674C-6DD0-EAF7A5789581}"/>
          </ac:grpSpMkLst>
        </pc:grpChg>
        <pc:grpChg chg="add mod">
          <ac:chgData name="이 은찬" userId="7171d596-a1e6-43c2-b263-57fdfdab9399" providerId="ADAL" clId="{84B8E845-A624-4E7E-AAB1-DF2C16F97486}" dt="2026-10-03T02:48:30.684" v="600" actId="1076"/>
          <ac:grpSpMkLst>
            <pc:docMk/>
            <pc:sldMk cId="4038838865" sldId="273"/>
            <ac:grpSpMk id="13" creationId="{D317BD3F-3C26-91F2-0113-ED2108B9280E}"/>
          </ac:grpSpMkLst>
        </pc:grpChg>
        <pc:grpChg chg="mod">
          <ac:chgData name="이 은찬" userId="7171d596-a1e6-43c2-b263-57fdfdab9399" providerId="ADAL" clId="{84B8E845-A624-4E7E-AAB1-DF2C16F97486}" dt="2026-10-03T02:48:25.318" v="599"/>
          <ac:grpSpMkLst>
            <pc:docMk/>
            <pc:sldMk cId="4038838865" sldId="273"/>
            <ac:grpSpMk id="14" creationId="{D33265D5-F20A-56F9-A294-101EC2CB6BBF}"/>
          </ac:grpSpMkLst>
        </pc:grpChg>
        <pc:grpChg chg="add mod">
          <ac:chgData name="이 은찬" userId="7171d596-a1e6-43c2-b263-57fdfdab9399" providerId="ADAL" clId="{84B8E845-A624-4E7E-AAB1-DF2C16F97486}" dt="2026-10-03T02:51:19.149" v="757" actId="1076"/>
          <ac:grpSpMkLst>
            <pc:docMk/>
            <pc:sldMk cId="4038838865" sldId="273"/>
            <ac:grpSpMk id="18" creationId="{83B51A87-DF90-3D09-D221-B54D0AB9FD3B}"/>
          </ac:grpSpMkLst>
        </pc:grpChg>
        <pc:grpChg chg="mod">
          <ac:chgData name="이 은찬" userId="7171d596-a1e6-43c2-b263-57fdfdab9399" providerId="ADAL" clId="{84B8E845-A624-4E7E-AAB1-DF2C16F97486}" dt="2026-10-03T02:51:11.799" v="756"/>
          <ac:grpSpMkLst>
            <pc:docMk/>
            <pc:sldMk cId="4038838865" sldId="273"/>
            <ac:grpSpMk id="19" creationId="{DA54E09B-1C67-AD5E-B831-8E25C10449E6}"/>
          </ac:grpSpMkLst>
        </pc:grpChg>
        <pc:grpChg chg="add mod">
          <ac:chgData name="이 은찬" userId="7171d596-a1e6-43c2-b263-57fdfdab9399" providerId="ADAL" clId="{84B8E845-A624-4E7E-AAB1-DF2C16F97486}" dt="2026-10-03T04:39:38.410" v="3580"/>
          <ac:grpSpMkLst>
            <pc:docMk/>
            <pc:sldMk cId="4038838865" sldId="273"/>
            <ac:grpSpMk id="24" creationId="{8F2E4EBD-F970-AC42-52AC-C5522DD213EC}"/>
          </ac:grpSpMkLst>
        </pc:grpChg>
        <pc:grpChg chg="mod">
          <ac:chgData name="이 은찬" userId="7171d596-a1e6-43c2-b263-57fdfdab9399" providerId="ADAL" clId="{84B8E845-A624-4E7E-AAB1-DF2C16F97486}" dt="2026-10-03T04:39:38.410" v="3580"/>
          <ac:grpSpMkLst>
            <pc:docMk/>
            <pc:sldMk cId="4038838865" sldId="273"/>
            <ac:grpSpMk id="25" creationId="{B030F0CB-D552-F7A7-C368-63938E8E4CF8}"/>
          </ac:grpSpMkLst>
        </pc:grpChg>
        <pc:grpChg chg="del">
          <ac:chgData name="이 은찬" userId="7171d596-a1e6-43c2-b263-57fdfdab9399" providerId="ADAL" clId="{84B8E845-A624-4E7E-AAB1-DF2C16F97486}" dt="2026-10-03T02:44:26.024" v="474" actId="478"/>
          <ac:grpSpMkLst>
            <pc:docMk/>
            <pc:sldMk cId="4038838865" sldId="273"/>
            <ac:grpSpMk id="35" creationId="{00000000-0000-0000-0000-000000000000}"/>
          </ac:grpSpMkLst>
        </pc:grpChg>
        <pc:graphicFrameChg chg="del">
          <ac:chgData name="이 은찬" userId="7171d596-a1e6-43c2-b263-57fdfdab9399" providerId="ADAL" clId="{84B8E845-A624-4E7E-AAB1-DF2C16F97486}" dt="2026-10-03T02:46:28.057" v="574" actId="478"/>
          <ac:graphicFrameMkLst>
            <pc:docMk/>
            <pc:sldMk cId="4038838865" sldId="273"/>
            <ac:graphicFrameMk id="11" creationId="{00000000-0000-0000-0000-000000000000}"/>
          </ac:graphicFrameMkLst>
        </pc:graphicFrameChg>
      </pc:sldChg>
      <pc:sldChg chg="addSp delSp modSp add mod">
        <pc:chgData name="이 은찬" userId="7171d596-a1e6-43c2-b263-57fdfdab9399" providerId="ADAL" clId="{84B8E845-A624-4E7E-AAB1-DF2C16F97486}" dt="2026-10-03T06:32:27.342" v="4672" actId="207"/>
        <pc:sldMkLst>
          <pc:docMk/>
          <pc:sldMk cId="2003696341" sldId="274"/>
        </pc:sldMkLst>
        <pc:spChg chg="add mod">
          <ac:chgData name="이 은찬" userId="7171d596-a1e6-43c2-b263-57fdfdab9399" providerId="ADAL" clId="{84B8E845-A624-4E7E-AAB1-DF2C16F97486}" dt="2026-10-03T06:32:27.342" v="4672" actId="207"/>
          <ac:spMkLst>
            <pc:docMk/>
            <pc:sldMk cId="2003696341" sldId="274"/>
            <ac:spMk id="4" creationId="{6AC4BE56-2517-14EB-2368-E703864108EB}"/>
          </ac:spMkLst>
        </pc:spChg>
        <pc:spChg chg="mod">
          <ac:chgData name="이 은찬" userId="7171d596-a1e6-43c2-b263-57fdfdab9399" providerId="ADAL" clId="{84B8E845-A624-4E7E-AAB1-DF2C16F97486}" dt="2026-10-03T02:52:43.443" v="906" actId="20577"/>
          <ac:spMkLst>
            <pc:docMk/>
            <pc:sldMk cId="2003696341" sldId="274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3:33:13.131" v="1846" actId="20577"/>
          <ac:spMkLst>
            <pc:docMk/>
            <pc:sldMk cId="2003696341" sldId="274"/>
            <ac:spMk id="8" creationId="{EB511667-1812-485F-91F2-03A3B725A3CB}"/>
          </ac:spMkLst>
        </pc:spChg>
        <pc:spChg chg="del">
          <ac:chgData name="이 은찬" userId="7171d596-a1e6-43c2-b263-57fdfdab9399" providerId="ADAL" clId="{84B8E845-A624-4E7E-AAB1-DF2C16F97486}" dt="2026-10-03T02:52:36.021" v="878" actId="478"/>
          <ac:spMkLst>
            <pc:docMk/>
            <pc:sldMk cId="2003696341" sldId="274"/>
            <ac:spMk id="10" creationId="{C9F175F2-0079-42FA-10BC-34AC17FF1E12}"/>
          </ac:spMkLst>
        </pc:spChg>
        <pc:spChg chg="add mod">
          <ac:chgData name="이 은찬" userId="7171d596-a1e6-43c2-b263-57fdfdab9399" providerId="ADAL" clId="{84B8E845-A624-4E7E-AAB1-DF2C16F97486}" dt="2026-10-03T06:31:42.416" v="4662" actId="20577"/>
          <ac:spMkLst>
            <pc:docMk/>
            <pc:sldMk cId="2003696341" sldId="274"/>
            <ac:spMk id="11" creationId="{85C1EBB4-E1E7-1D50-20DE-C572F9829AF7}"/>
          </ac:spMkLst>
        </pc:spChg>
        <pc:spChg chg="add">
          <ac:chgData name="이 은찬" userId="7171d596-a1e6-43c2-b263-57fdfdab9399" providerId="ADAL" clId="{84B8E845-A624-4E7E-AAB1-DF2C16F97486}" dt="2026-10-03T02:56:47.908" v="936"/>
          <ac:spMkLst>
            <pc:docMk/>
            <pc:sldMk cId="2003696341" sldId="274"/>
            <ac:spMk id="12" creationId="{0AF56750-E69A-0F08-6E47-06B57CFDFA27}"/>
          </ac:spMkLst>
        </pc:spChg>
        <pc:spChg chg="del">
          <ac:chgData name="이 은찬" userId="7171d596-a1e6-43c2-b263-57fdfdab9399" providerId="ADAL" clId="{84B8E845-A624-4E7E-AAB1-DF2C16F97486}" dt="2026-10-03T02:52:36.021" v="878" actId="478"/>
          <ac:spMkLst>
            <pc:docMk/>
            <pc:sldMk cId="2003696341" sldId="274"/>
            <ac:spMk id="23" creationId="{B4A21C59-1C12-E2A6-960F-312D7CC901C7}"/>
          </ac:spMkLst>
        </pc:spChg>
        <pc:spChg chg="add del mod">
          <ac:chgData name="이 은찬" userId="7171d596-a1e6-43c2-b263-57fdfdab9399" providerId="ADAL" clId="{84B8E845-A624-4E7E-AAB1-DF2C16F97486}" dt="2026-10-03T02:58:48.061" v="955" actId="478"/>
          <ac:spMkLst>
            <pc:docMk/>
            <pc:sldMk cId="2003696341" sldId="274"/>
            <ac:spMk id="26" creationId="{07C1447C-879A-C59D-B4B0-3349736E436F}"/>
          </ac:spMkLst>
        </pc:spChg>
        <pc:spChg chg="add del mod">
          <ac:chgData name="이 은찬" userId="7171d596-a1e6-43c2-b263-57fdfdab9399" providerId="ADAL" clId="{84B8E845-A624-4E7E-AAB1-DF2C16F97486}" dt="2026-10-03T02:58:48.066" v="957"/>
          <ac:spMkLst>
            <pc:docMk/>
            <pc:sldMk cId="2003696341" sldId="274"/>
            <ac:spMk id="27" creationId="{679107AD-CED1-336E-D9BC-07C8B9B0C030}"/>
          </ac:spMkLst>
        </pc:spChg>
        <pc:spChg chg="add del mod">
          <ac:chgData name="이 은찬" userId="7171d596-a1e6-43c2-b263-57fdfdab9399" providerId="ADAL" clId="{84B8E845-A624-4E7E-AAB1-DF2C16F97486}" dt="2026-10-03T04:06:55.631" v="2991" actId="478"/>
          <ac:spMkLst>
            <pc:docMk/>
            <pc:sldMk cId="2003696341" sldId="274"/>
            <ac:spMk id="28" creationId="{F9DCDCF8-F5B8-DA68-BA50-46B55A00AE18}"/>
          </ac:spMkLst>
        </pc:spChg>
        <pc:spChg chg="mod">
          <ac:chgData name="이 은찬" userId="7171d596-a1e6-43c2-b263-57fdfdab9399" providerId="ADAL" clId="{84B8E845-A624-4E7E-AAB1-DF2C16F97486}" dt="2026-10-03T03:47:32.891" v="2403" actId="20577"/>
          <ac:spMkLst>
            <pc:docMk/>
            <pc:sldMk cId="2003696341" sldId="274"/>
            <ac:spMk id="31" creationId="{C1E058C1-8AAF-AE76-7C38-254B98CD19BD}"/>
          </ac:spMkLst>
        </pc:spChg>
        <pc:spChg chg="mod">
          <ac:chgData name="이 은찬" userId="7171d596-a1e6-43c2-b263-57fdfdab9399" providerId="ADAL" clId="{84B8E845-A624-4E7E-AAB1-DF2C16F97486}" dt="2026-10-03T03:47:23.387" v="2374"/>
          <ac:spMkLst>
            <pc:docMk/>
            <pc:sldMk cId="2003696341" sldId="274"/>
            <ac:spMk id="32" creationId="{47476463-6039-C9F2-E3FD-0CAAC3B3A5E6}"/>
          </ac:spMkLst>
        </pc:spChg>
        <pc:spChg chg="mod">
          <ac:chgData name="이 은찬" userId="7171d596-a1e6-43c2-b263-57fdfdab9399" providerId="ADAL" clId="{84B8E845-A624-4E7E-AAB1-DF2C16F97486}" dt="2026-10-03T03:47:28.278" v="2376" actId="20577"/>
          <ac:spMkLst>
            <pc:docMk/>
            <pc:sldMk cId="2003696341" sldId="274"/>
            <ac:spMk id="33" creationId="{8EDF2654-BE01-EF84-31E7-1DC08914F93A}"/>
          </ac:spMkLst>
        </pc:spChg>
        <pc:grpChg chg="del">
          <ac:chgData name="이 은찬" userId="7171d596-a1e6-43c2-b263-57fdfdab9399" providerId="ADAL" clId="{84B8E845-A624-4E7E-AAB1-DF2C16F97486}" dt="2026-10-03T03:47:23.081" v="2373" actId="478"/>
          <ac:grpSpMkLst>
            <pc:docMk/>
            <pc:sldMk cId="2003696341" sldId="274"/>
            <ac:grpSpMk id="4" creationId="{62981F9E-D36F-D0A9-4E5D-A1B944E73136}"/>
          </ac:grpSpMkLst>
        </pc:grpChg>
        <pc:grpChg chg="del">
          <ac:chgData name="이 은찬" userId="7171d596-a1e6-43c2-b263-57fdfdab9399" providerId="ADAL" clId="{84B8E845-A624-4E7E-AAB1-DF2C16F97486}" dt="2026-10-03T02:52:38.134" v="879" actId="478"/>
          <ac:grpSpMkLst>
            <pc:docMk/>
            <pc:sldMk cId="2003696341" sldId="274"/>
            <ac:grpSpMk id="13" creationId="{D317BD3F-3C26-91F2-0113-ED2108B9280E}"/>
          </ac:grpSpMkLst>
        </pc:grpChg>
        <pc:grpChg chg="del">
          <ac:chgData name="이 은찬" userId="7171d596-a1e6-43c2-b263-57fdfdab9399" providerId="ADAL" clId="{84B8E845-A624-4E7E-AAB1-DF2C16F97486}" dt="2026-10-03T02:52:36.021" v="878" actId="478"/>
          <ac:grpSpMkLst>
            <pc:docMk/>
            <pc:sldMk cId="2003696341" sldId="274"/>
            <ac:grpSpMk id="18" creationId="{83B51A87-DF90-3D09-D221-B54D0AB9FD3B}"/>
          </ac:grpSpMkLst>
        </pc:grpChg>
        <pc:grpChg chg="add mod">
          <ac:chgData name="이 은찬" userId="7171d596-a1e6-43c2-b263-57fdfdab9399" providerId="ADAL" clId="{84B8E845-A624-4E7E-AAB1-DF2C16F97486}" dt="2026-10-03T03:47:23.387" v="2374"/>
          <ac:grpSpMkLst>
            <pc:docMk/>
            <pc:sldMk cId="2003696341" sldId="274"/>
            <ac:grpSpMk id="29" creationId="{EB076271-AAE1-C8D2-4009-72DA8A196114}"/>
          </ac:grpSpMkLst>
        </pc:grpChg>
        <pc:grpChg chg="mod">
          <ac:chgData name="이 은찬" userId="7171d596-a1e6-43c2-b263-57fdfdab9399" providerId="ADAL" clId="{84B8E845-A624-4E7E-AAB1-DF2C16F97486}" dt="2026-10-03T03:47:23.387" v="2374"/>
          <ac:grpSpMkLst>
            <pc:docMk/>
            <pc:sldMk cId="2003696341" sldId="274"/>
            <ac:grpSpMk id="30" creationId="{0C5DEEEB-0296-5683-6F87-98A3B5EA9F94}"/>
          </ac:grpSpMkLst>
        </pc:grpChg>
        <pc:picChg chg="add mod modCrop">
          <ac:chgData name="이 은찬" userId="7171d596-a1e6-43c2-b263-57fdfdab9399" providerId="ADAL" clId="{84B8E845-A624-4E7E-AAB1-DF2C16F97486}" dt="2026-10-03T04:07:06.912" v="2994" actId="1076"/>
          <ac:picMkLst>
            <pc:docMk/>
            <pc:sldMk cId="2003696341" sldId="274"/>
            <ac:picMk id="24" creationId="{02E54112-1E19-CCC0-E200-0A28C9059A07}"/>
          </ac:picMkLst>
        </pc:picChg>
      </pc:sldChg>
      <pc:sldChg chg="add del">
        <pc:chgData name="이 은찬" userId="7171d596-a1e6-43c2-b263-57fdfdab9399" providerId="ADAL" clId="{84B8E845-A624-4E7E-AAB1-DF2C16F97486}" dt="2026-10-03T02:44:28.445" v="476"/>
        <pc:sldMkLst>
          <pc:docMk/>
          <pc:sldMk cId="4155685703" sldId="274"/>
        </pc:sldMkLst>
      </pc:sldChg>
      <pc:sldChg chg="addSp delSp modSp add mod ord">
        <pc:chgData name="이 은찬" userId="7171d596-a1e6-43c2-b263-57fdfdab9399" providerId="ADAL" clId="{84B8E845-A624-4E7E-AAB1-DF2C16F97486}" dt="2026-10-03T03:18:27.200" v="1264" actId="14100"/>
        <pc:sldMkLst>
          <pc:docMk/>
          <pc:sldMk cId="1598805440" sldId="275"/>
        </pc:sldMkLst>
        <pc:spChg chg="add">
          <ac:chgData name="이 은찬" userId="7171d596-a1e6-43c2-b263-57fdfdab9399" providerId="ADAL" clId="{84B8E845-A624-4E7E-AAB1-DF2C16F97486}" dt="2026-10-03T03:11:42.760" v="1047"/>
          <ac:spMkLst>
            <pc:docMk/>
            <pc:sldMk cId="1598805440" sldId="275"/>
            <ac:spMk id="2" creationId="{F3300FC3-AA27-27B2-69BB-D98765762695}"/>
          </ac:spMkLst>
        </pc:spChg>
        <pc:spChg chg="add">
          <ac:chgData name="이 은찬" userId="7171d596-a1e6-43c2-b263-57fdfdab9399" providerId="ADAL" clId="{84B8E845-A624-4E7E-AAB1-DF2C16F97486}" dt="2026-10-03T03:13:15.468" v="1054"/>
          <ac:spMkLst>
            <pc:docMk/>
            <pc:sldMk cId="1598805440" sldId="275"/>
            <ac:spMk id="4" creationId="{352A1CAE-611F-F300-EE15-B0ACE24C28C3}"/>
          </ac:spMkLst>
        </pc:spChg>
        <pc:spChg chg="add del mod">
          <ac:chgData name="이 은찬" userId="7171d596-a1e6-43c2-b263-57fdfdab9399" providerId="ADAL" clId="{84B8E845-A624-4E7E-AAB1-DF2C16F97486}" dt="2026-10-03T03:15:52.507" v="1078" actId="478"/>
          <ac:spMkLst>
            <pc:docMk/>
            <pc:sldMk cId="1598805440" sldId="275"/>
            <ac:spMk id="6" creationId="{21E93CEC-2BCE-A71B-5A18-770F2D144CED}"/>
          </ac:spMkLst>
        </pc:spChg>
        <pc:spChg chg="add mod">
          <ac:chgData name="이 은찬" userId="7171d596-a1e6-43c2-b263-57fdfdab9399" providerId="ADAL" clId="{84B8E845-A624-4E7E-AAB1-DF2C16F97486}" dt="2026-10-03T03:18:27.200" v="1264" actId="14100"/>
          <ac:spMkLst>
            <pc:docMk/>
            <pc:sldMk cId="1598805440" sldId="275"/>
            <ac:spMk id="7" creationId="{A6180808-8A34-E9BC-9310-E9BA65B48220}"/>
          </ac:spMkLst>
        </pc:spChg>
        <pc:spChg chg="mod">
          <ac:chgData name="이 은찬" userId="7171d596-a1e6-43c2-b263-57fdfdab9399" providerId="ADAL" clId="{84B8E845-A624-4E7E-AAB1-DF2C16F97486}" dt="2026-10-03T03:02:40.757" v="1046" actId="20577"/>
          <ac:spMkLst>
            <pc:docMk/>
            <pc:sldMk cId="1598805440" sldId="275"/>
            <ac:spMk id="8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3:17:56.125" v="1263" actId="1076"/>
          <ac:spMkLst>
            <pc:docMk/>
            <pc:sldMk cId="1598805440" sldId="275"/>
            <ac:spMk id="11" creationId="{8E61CD36-C972-184F-0FC4-66D3C5D68705}"/>
          </ac:spMkLst>
        </pc:spChg>
        <pc:picChg chg="add del mod modCrop">
          <ac:chgData name="이 은찬" userId="7171d596-a1e6-43c2-b263-57fdfdab9399" providerId="ADAL" clId="{84B8E845-A624-4E7E-AAB1-DF2C16F97486}" dt="2026-10-03T03:13:02.639" v="1053" actId="478"/>
          <ac:picMkLst>
            <pc:docMk/>
            <pc:sldMk cId="1598805440" sldId="275"/>
            <ac:picMk id="3" creationId="{13FADE16-2C66-AAD1-8F3A-DEF94F4C74CC}"/>
          </ac:picMkLst>
        </pc:picChg>
        <pc:picChg chg="add mod">
          <ac:chgData name="이 은찬" userId="7171d596-a1e6-43c2-b263-57fdfdab9399" providerId="ADAL" clId="{84B8E845-A624-4E7E-AAB1-DF2C16F97486}" dt="2026-10-03T03:16:11.940" v="1081" actId="14100"/>
          <ac:picMkLst>
            <pc:docMk/>
            <pc:sldMk cId="1598805440" sldId="275"/>
            <ac:picMk id="5" creationId="{01D8E59E-456E-0F11-B786-A03E3F3A7FFB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28:15.242" v="3988" actId="207"/>
        <pc:sldMkLst>
          <pc:docMk/>
          <pc:sldMk cId="1625460004" sldId="276"/>
        </pc:sldMkLst>
        <pc:spChg chg="mod">
          <ac:chgData name="이 은찬" userId="7171d596-a1e6-43c2-b263-57fdfdab9399" providerId="ADAL" clId="{84B8E845-A624-4E7E-AAB1-DF2C16F97486}" dt="2026-10-03T03:35:26.399" v="1971" actId="1076"/>
          <ac:spMkLst>
            <pc:docMk/>
            <pc:sldMk cId="1625460004" sldId="276"/>
            <ac:spMk id="4" creationId="{B7F59C59-2A64-A30C-9290-55F4A4C5FECC}"/>
          </ac:spMkLst>
        </pc:spChg>
        <pc:spChg chg="mod">
          <ac:chgData name="이 은찬" userId="7171d596-a1e6-43c2-b263-57fdfdab9399" providerId="ADAL" clId="{84B8E845-A624-4E7E-AAB1-DF2C16F97486}" dt="2026-10-03T05:12:07.747" v="3974" actId="207"/>
          <ac:spMkLst>
            <pc:docMk/>
            <pc:sldMk cId="1625460004" sldId="276"/>
            <ac:spMk id="6" creationId="{D3086C3C-BC29-E36E-1CB1-0AA08F24BC10}"/>
          </ac:spMkLst>
        </pc:spChg>
        <pc:spChg chg="del">
          <ac:chgData name="이 은찬" userId="7171d596-a1e6-43c2-b263-57fdfdab9399" providerId="ADAL" clId="{84B8E845-A624-4E7E-AAB1-DF2C16F97486}" dt="2026-10-03T03:18:40.638" v="1266" actId="478"/>
          <ac:spMkLst>
            <pc:docMk/>
            <pc:sldMk cId="1625460004" sldId="276"/>
            <ac:spMk id="7" creationId="{A6180808-8A34-E9BC-9310-E9BA65B48220}"/>
          </ac:spMkLst>
        </pc:spChg>
        <pc:spChg chg="del">
          <ac:chgData name="이 은찬" userId="7171d596-a1e6-43c2-b263-57fdfdab9399" providerId="ADAL" clId="{84B8E845-A624-4E7E-AAB1-DF2C16F97486}" dt="2026-10-03T03:18:41.683" v="1267" actId="478"/>
          <ac:spMkLst>
            <pc:docMk/>
            <pc:sldMk cId="1625460004" sldId="276"/>
            <ac:spMk id="11" creationId="{8E61CD36-C972-184F-0FC4-66D3C5D68705}"/>
          </ac:spMkLst>
        </pc:spChg>
        <pc:spChg chg="mod">
          <ac:chgData name="이 은찬" userId="7171d596-a1e6-43c2-b263-57fdfdab9399" providerId="ADAL" clId="{84B8E845-A624-4E7E-AAB1-DF2C16F97486}" dt="2026-10-03T05:12:10.231" v="3975" actId="14100"/>
          <ac:spMkLst>
            <pc:docMk/>
            <pc:sldMk cId="1625460004" sldId="276"/>
            <ac:spMk id="13" creationId="{A9F26C73-D4DE-543C-D0A3-4814F1D48A22}"/>
          </ac:spMkLst>
        </pc:spChg>
        <pc:spChg chg="add mod">
          <ac:chgData name="이 은찬" userId="7171d596-a1e6-43c2-b263-57fdfdab9399" providerId="ADAL" clId="{84B8E845-A624-4E7E-AAB1-DF2C16F97486}" dt="2026-10-03T05:27:56.865" v="3985" actId="208"/>
          <ac:spMkLst>
            <pc:docMk/>
            <pc:sldMk cId="1625460004" sldId="276"/>
            <ac:spMk id="14" creationId="{D4983C1E-0649-193D-32E2-E95B13FCA23E}"/>
          </ac:spMkLst>
        </pc:spChg>
        <pc:spChg chg="mod">
          <ac:chgData name="이 은찬" userId="7171d596-a1e6-43c2-b263-57fdfdab9399" providerId="ADAL" clId="{84B8E845-A624-4E7E-AAB1-DF2C16F97486}" dt="2026-10-03T03:21:49.074" v="1430" actId="1076"/>
          <ac:spMkLst>
            <pc:docMk/>
            <pc:sldMk cId="1625460004" sldId="276"/>
            <ac:spMk id="17" creationId="{68EB7A8A-4403-FA6C-4BF8-A7E02DF29DBE}"/>
          </ac:spMkLst>
        </pc:spChg>
        <pc:spChg chg="mod">
          <ac:chgData name="이 은찬" userId="7171d596-a1e6-43c2-b263-57fdfdab9399" providerId="ADAL" clId="{84B8E845-A624-4E7E-AAB1-DF2C16F97486}" dt="2026-10-03T05:27:45.683" v="3983" actId="207"/>
          <ac:spMkLst>
            <pc:docMk/>
            <pc:sldMk cId="1625460004" sldId="276"/>
            <ac:spMk id="18" creationId="{A49F1205-B5B4-AFBD-8E2B-3A499A208811}"/>
          </ac:spMkLst>
        </pc:spChg>
        <pc:spChg chg="mod">
          <ac:chgData name="이 은찬" userId="7171d596-a1e6-43c2-b263-57fdfdab9399" providerId="ADAL" clId="{84B8E845-A624-4E7E-AAB1-DF2C16F97486}" dt="2026-10-03T05:27:40.627" v="3982" actId="207"/>
          <ac:spMkLst>
            <pc:docMk/>
            <pc:sldMk cId="1625460004" sldId="276"/>
            <ac:spMk id="19" creationId="{D59B6DD5-4F91-FB02-1709-7F3BE72AF0DC}"/>
          </ac:spMkLst>
        </pc:spChg>
        <pc:spChg chg="add mod">
          <ac:chgData name="이 은찬" userId="7171d596-a1e6-43c2-b263-57fdfdab9399" providerId="ADAL" clId="{84B8E845-A624-4E7E-AAB1-DF2C16F97486}" dt="2026-10-03T05:27:58.856" v="3986" actId="208"/>
          <ac:spMkLst>
            <pc:docMk/>
            <pc:sldMk cId="1625460004" sldId="276"/>
            <ac:spMk id="20" creationId="{BE5322C0-1B5E-FF4F-1658-5750BEA8F3B2}"/>
          </ac:spMkLst>
        </pc:spChg>
        <pc:spChg chg="mod">
          <ac:chgData name="이 은찬" userId="7171d596-a1e6-43c2-b263-57fdfdab9399" providerId="ADAL" clId="{84B8E845-A624-4E7E-AAB1-DF2C16F97486}" dt="2026-10-03T03:26:28.961" v="1671" actId="14100"/>
          <ac:spMkLst>
            <pc:docMk/>
            <pc:sldMk cId="1625460004" sldId="276"/>
            <ac:spMk id="23" creationId="{5F30466F-BA9F-EC5A-3FB0-D19E4B25B497}"/>
          </ac:spMkLst>
        </pc:spChg>
        <pc:spChg chg="mod">
          <ac:chgData name="이 은찬" userId="7171d596-a1e6-43c2-b263-57fdfdab9399" providerId="ADAL" clId="{84B8E845-A624-4E7E-AAB1-DF2C16F97486}" dt="2026-10-03T05:27:53.258" v="3984" actId="207"/>
          <ac:spMkLst>
            <pc:docMk/>
            <pc:sldMk cId="1625460004" sldId="276"/>
            <ac:spMk id="24" creationId="{3DE17034-32A5-EDF7-24E7-8B30A15C7B27}"/>
          </ac:spMkLst>
        </pc:spChg>
        <pc:spChg chg="mod">
          <ac:chgData name="이 은찬" userId="7171d596-a1e6-43c2-b263-57fdfdab9399" providerId="ADAL" clId="{84B8E845-A624-4E7E-AAB1-DF2C16F97486}" dt="2026-10-03T03:22:09.372" v="1434" actId="20577"/>
          <ac:spMkLst>
            <pc:docMk/>
            <pc:sldMk cId="1625460004" sldId="276"/>
            <ac:spMk id="25" creationId="{E203D596-D344-D9D1-2EB2-C0857F4C7493}"/>
          </ac:spMkLst>
        </pc:spChg>
        <pc:spChg chg="add mod">
          <ac:chgData name="이 은찬" userId="7171d596-a1e6-43c2-b263-57fdfdab9399" providerId="ADAL" clId="{84B8E845-A624-4E7E-AAB1-DF2C16F97486}" dt="2026-10-03T05:12:36.550" v="3979" actId="208"/>
          <ac:spMkLst>
            <pc:docMk/>
            <pc:sldMk cId="1625460004" sldId="276"/>
            <ac:spMk id="26" creationId="{BEA714A9-CCF4-CCFD-9831-4CD90E022C5A}"/>
          </ac:spMkLst>
        </pc:spChg>
        <pc:spChg chg="mod">
          <ac:chgData name="이 은찬" userId="7171d596-a1e6-43c2-b263-57fdfdab9399" providerId="ADAL" clId="{84B8E845-A624-4E7E-AAB1-DF2C16F97486}" dt="2026-10-03T03:23:40.228" v="1645" actId="20577"/>
          <ac:spMkLst>
            <pc:docMk/>
            <pc:sldMk cId="1625460004" sldId="276"/>
            <ac:spMk id="29" creationId="{E89BDF46-312C-20D9-275F-410FF03A4846}"/>
          </ac:spMkLst>
        </pc:spChg>
        <pc:spChg chg="mod">
          <ac:chgData name="이 은찬" userId="7171d596-a1e6-43c2-b263-57fdfdab9399" providerId="ADAL" clId="{84B8E845-A624-4E7E-AAB1-DF2C16F97486}" dt="2026-10-03T05:28:15.242" v="3988" actId="207"/>
          <ac:spMkLst>
            <pc:docMk/>
            <pc:sldMk cId="1625460004" sldId="276"/>
            <ac:spMk id="30" creationId="{C5FEA864-A265-8E1B-3393-D6848190A7AF}"/>
          </ac:spMkLst>
        </pc:spChg>
        <pc:spChg chg="mod">
          <ac:chgData name="이 은찬" userId="7171d596-a1e6-43c2-b263-57fdfdab9399" providerId="ADAL" clId="{84B8E845-A624-4E7E-AAB1-DF2C16F97486}" dt="2026-10-03T03:27:05.409" v="1677" actId="20577"/>
          <ac:spMkLst>
            <pc:docMk/>
            <pc:sldMk cId="1625460004" sldId="276"/>
            <ac:spMk id="31" creationId="{55ADBC9B-4888-7459-8DED-9A2AF2E8E639}"/>
          </ac:spMkLst>
        </pc:spChg>
        <pc:spChg chg="add mod">
          <ac:chgData name="이 은찬" userId="7171d596-a1e6-43c2-b263-57fdfdab9399" providerId="ADAL" clId="{84B8E845-A624-4E7E-AAB1-DF2C16F97486}" dt="2026-10-03T05:12:40.537" v="3980" actId="208"/>
          <ac:spMkLst>
            <pc:docMk/>
            <pc:sldMk cId="1625460004" sldId="276"/>
            <ac:spMk id="32" creationId="{90A282A1-4B54-B4F3-2395-DD0A5E6B607B}"/>
          </ac:spMkLst>
        </pc:spChg>
        <pc:spChg chg="mod">
          <ac:chgData name="이 은찬" userId="7171d596-a1e6-43c2-b263-57fdfdab9399" providerId="ADAL" clId="{84B8E845-A624-4E7E-AAB1-DF2C16F97486}" dt="2026-10-03T03:27:56.518" v="1842" actId="20577"/>
          <ac:spMkLst>
            <pc:docMk/>
            <pc:sldMk cId="1625460004" sldId="276"/>
            <ac:spMk id="35" creationId="{365F84B2-FC8C-DB63-2B0A-0A640A6F7C56}"/>
          </ac:spMkLst>
        </pc:spChg>
        <pc:spChg chg="mod">
          <ac:chgData name="이 은찬" userId="7171d596-a1e6-43c2-b263-57fdfdab9399" providerId="ADAL" clId="{84B8E845-A624-4E7E-AAB1-DF2C16F97486}" dt="2026-10-03T05:28:05.754" v="3987" actId="207"/>
          <ac:spMkLst>
            <pc:docMk/>
            <pc:sldMk cId="1625460004" sldId="276"/>
            <ac:spMk id="36" creationId="{69674494-9930-58F9-54AB-BB0DA398025E}"/>
          </ac:spMkLst>
        </pc:spChg>
        <pc:spChg chg="mod">
          <ac:chgData name="이 은찬" userId="7171d596-a1e6-43c2-b263-57fdfdab9399" providerId="ADAL" clId="{84B8E845-A624-4E7E-AAB1-DF2C16F97486}" dt="2026-10-03T03:27:08.494" v="1679" actId="20577"/>
          <ac:spMkLst>
            <pc:docMk/>
            <pc:sldMk cId="1625460004" sldId="276"/>
            <ac:spMk id="37" creationId="{E8290DF1-498E-8E61-96B2-720A899CB9AF}"/>
          </ac:spMkLst>
        </pc:spChg>
        <pc:spChg chg="mod">
          <ac:chgData name="이 은찬" userId="7171d596-a1e6-43c2-b263-57fdfdab9399" providerId="ADAL" clId="{84B8E845-A624-4E7E-AAB1-DF2C16F97486}" dt="2026-10-03T03:36:02.147" v="2064" actId="20577"/>
          <ac:spMkLst>
            <pc:docMk/>
            <pc:sldMk cId="1625460004" sldId="276"/>
            <ac:spMk id="40" creationId="{3532657A-F875-AA96-9E4B-89E6233B0377}"/>
          </ac:spMkLst>
        </pc:spChg>
        <pc:spChg chg="mod">
          <ac:chgData name="이 은찬" userId="7171d596-a1e6-43c2-b263-57fdfdab9399" providerId="ADAL" clId="{84B8E845-A624-4E7E-AAB1-DF2C16F97486}" dt="2026-10-03T05:12:18.055" v="3977" actId="207"/>
          <ac:spMkLst>
            <pc:docMk/>
            <pc:sldMk cId="1625460004" sldId="276"/>
            <ac:spMk id="41" creationId="{F18A1280-E63D-EAD9-5245-620D90D5C8FB}"/>
          </ac:spMkLst>
        </pc:spChg>
        <pc:spChg chg="mod">
          <ac:chgData name="이 은찬" userId="7171d596-a1e6-43c2-b263-57fdfdab9399" providerId="ADAL" clId="{84B8E845-A624-4E7E-AAB1-DF2C16F97486}" dt="2026-10-03T05:12:20.844" v="3978" actId="14100"/>
          <ac:spMkLst>
            <pc:docMk/>
            <pc:sldMk cId="1625460004" sldId="276"/>
            <ac:spMk id="42" creationId="{D4EF4F2E-57E3-F0A8-D424-0BF5B299659D}"/>
          </ac:spMkLst>
        </pc:spChg>
        <pc:grpChg chg="add mod">
          <ac:chgData name="이 은찬" userId="7171d596-a1e6-43c2-b263-57fdfdab9399" providerId="ADAL" clId="{84B8E845-A624-4E7E-AAB1-DF2C16F97486}" dt="2026-10-03T03:19:28.758" v="1271"/>
          <ac:grpSpMkLst>
            <pc:docMk/>
            <pc:sldMk cId="1625460004" sldId="276"/>
            <ac:grpSpMk id="2" creationId="{4C887594-229C-FEE0-A5BD-BB26C97DBF90}"/>
          </ac:grpSpMkLst>
        </pc:grpChg>
        <pc:grpChg chg="mod">
          <ac:chgData name="이 은찬" userId="7171d596-a1e6-43c2-b263-57fdfdab9399" providerId="ADAL" clId="{84B8E845-A624-4E7E-AAB1-DF2C16F97486}" dt="2026-10-03T03:19:28.758" v="1271"/>
          <ac:grpSpMkLst>
            <pc:docMk/>
            <pc:sldMk cId="1625460004" sldId="276"/>
            <ac:grpSpMk id="3" creationId="{E0040FDD-0F91-E82A-6DD8-8E92FD0B5A0E}"/>
          </ac:grpSpMkLst>
        </pc:grpChg>
        <pc:grpChg chg="add mod">
          <ac:chgData name="이 은찬" userId="7171d596-a1e6-43c2-b263-57fdfdab9399" providerId="ADAL" clId="{84B8E845-A624-4E7E-AAB1-DF2C16F97486}" dt="2026-10-03T03:25:57.616" v="1664" actId="1076"/>
          <ac:grpSpMkLst>
            <pc:docMk/>
            <pc:sldMk cId="1625460004" sldId="276"/>
            <ac:grpSpMk id="15" creationId="{4F35C2FE-D47D-018F-14BA-DD1C7C554FD8}"/>
          </ac:grpSpMkLst>
        </pc:grpChg>
        <pc:grpChg chg="mod">
          <ac:chgData name="이 은찬" userId="7171d596-a1e6-43c2-b263-57fdfdab9399" providerId="ADAL" clId="{84B8E845-A624-4E7E-AAB1-DF2C16F97486}" dt="2026-10-03T03:20:08.447" v="1372"/>
          <ac:grpSpMkLst>
            <pc:docMk/>
            <pc:sldMk cId="1625460004" sldId="276"/>
            <ac:grpSpMk id="16" creationId="{F4160DC7-43FC-87B0-57C8-99EFAB08D44E}"/>
          </ac:grpSpMkLst>
        </pc:grpChg>
        <pc:grpChg chg="add mod">
          <ac:chgData name="이 은찬" userId="7171d596-a1e6-43c2-b263-57fdfdab9399" providerId="ADAL" clId="{84B8E845-A624-4E7E-AAB1-DF2C16F97486}" dt="2026-10-03T03:26:25.238" v="1670" actId="14100"/>
          <ac:grpSpMkLst>
            <pc:docMk/>
            <pc:sldMk cId="1625460004" sldId="276"/>
            <ac:grpSpMk id="21" creationId="{5D87C44E-99C8-D733-E446-3BF9D0A4E5A1}"/>
          </ac:grpSpMkLst>
        </pc:grpChg>
        <pc:grpChg chg="mod">
          <ac:chgData name="이 은찬" userId="7171d596-a1e6-43c2-b263-57fdfdab9399" providerId="ADAL" clId="{84B8E845-A624-4E7E-AAB1-DF2C16F97486}" dt="2026-10-03T03:21:58.160" v="1431"/>
          <ac:grpSpMkLst>
            <pc:docMk/>
            <pc:sldMk cId="1625460004" sldId="276"/>
            <ac:grpSpMk id="22" creationId="{810C23F1-45C9-4346-81CD-37BB81FDD1F5}"/>
          </ac:grpSpMkLst>
        </pc:grpChg>
        <pc:grpChg chg="add mod">
          <ac:chgData name="이 은찬" userId="7171d596-a1e6-43c2-b263-57fdfdab9399" providerId="ADAL" clId="{84B8E845-A624-4E7E-AAB1-DF2C16F97486}" dt="2026-10-03T03:25:57.616" v="1664" actId="1076"/>
          <ac:grpSpMkLst>
            <pc:docMk/>
            <pc:sldMk cId="1625460004" sldId="276"/>
            <ac:grpSpMk id="27" creationId="{BFA97D95-DE8F-2F92-8B79-A53D23429665}"/>
          </ac:grpSpMkLst>
        </pc:grpChg>
        <pc:grpChg chg="mod">
          <ac:chgData name="이 은찬" userId="7171d596-a1e6-43c2-b263-57fdfdab9399" providerId="ADAL" clId="{84B8E845-A624-4E7E-AAB1-DF2C16F97486}" dt="2026-10-03T03:22:50.778" v="1496"/>
          <ac:grpSpMkLst>
            <pc:docMk/>
            <pc:sldMk cId="1625460004" sldId="276"/>
            <ac:grpSpMk id="28" creationId="{E2EB6C78-B1B8-36DE-B71E-1FD4624B7EC9}"/>
          </ac:grpSpMkLst>
        </pc:grpChg>
        <pc:grpChg chg="add mod">
          <ac:chgData name="이 은찬" userId="7171d596-a1e6-43c2-b263-57fdfdab9399" providerId="ADAL" clId="{84B8E845-A624-4E7E-AAB1-DF2C16F97486}" dt="2026-10-03T03:36:13.061" v="2067" actId="1076"/>
          <ac:grpSpMkLst>
            <pc:docMk/>
            <pc:sldMk cId="1625460004" sldId="276"/>
            <ac:grpSpMk id="33" creationId="{9DC6A02E-8920-2FBA-B5EB-F12FA28C7A2A}"/>
          </ac:grpSpMkLst>
        </pc:grpChg>
        <pc:grpChg chg="mod">
          <ac:chgData name="이 은찬" userId="7171d596-a1e6-43c2-b263-57fdfdab9399" providerId="ADAL" clId="{84B8E845-A624-4E7E-AAB1-DF2C16F97486}" dt="2026-10-03T03:23:55.589" v="1647"/>
          <ac:grpSpMkLst>
            <pc:docMk/>
            <pc:sldMk cId="1625460004" sldId="276"/>
            <ac:grpSpMk id="34" creationId="{573E26CE-B54E-C57F-31EB-83A722F27BA7}"/>
          </ac:grpSpMkLst>
        </pc:grpChg>
        <pc:grpChg chg="add mod">
          <ac:chgData name="이 은찬" userId="7171d596-a1e6-43c2-b263-57fdfdab9399" providerId="ADAL" clId="{84B8E845-A624-4E7E-AAB1-DF2C16F97486}" dt="2026-10-03T03:36:18.467" v="2068" actId="1076"/>
          <ac:grpSpMkLst>
            <pc:docMk/>
            <pc:sldMk cId="1625460004" sldId="276"/>
            <ac:grpSpMk id="38" creationId="{CC3BCE3A-677D-EC07-274E-382FA1F81B31}"/>
          </ac:grpSpMkLst>
        </pc:grpChg>
        <pc:grpChg chg="mod">
          <ac:chgData name="이 은찬" userId="7171d596-a1e6-43c2-b263-57fdfdab9399" providerId="ADAL" clId="{84B8E845-A624-4E7E-AAB1-DF2C16F97486}" dt="2026-10-03T03:34:55.290" v="1967"/>
          <ac:grpSpMkLst>
            <pc:docMk/>
            <pc:sldMk cId="1625460004" sldId="276"/>
            <ac:grpSpMk id="39" creationId="{89E712CE-BADE-0BE5-27FF-17526264928D}"/>
          </ac:grpSpMkLst>
        </pc:grpChg>
        <pc:picChg chg="mod">
          <ac:chgData name="이 은찬" userId="7171d596-a1e6-43c2-b263-57fdfdab9399" providerId="ADAL" clId="{84B8E845-A624-4E7E-AAB1-DF2C16F97486}" dt="2026-10-03T03:25:49.237" v="1663" actId="1076"/>
          <ac:picMkLst>
            <pc:docMk/>
            <pc:sldMk cId="1625460004" sldId="276"/>
            <ac:picMk id="5" creationId="{01D8E59E-456E-0F11-B786-A03E3F3A7FFB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29:56.082" v="3996" actId="208"/>
        <pc:sldMkLst>
          <pc:docMk/>
          <pc:sldMk cId="959801221" sldId="277"/>
        </pc:sldMkLst>
        <pc:spChg chg="add mod">
          <ac:chgData name="이 은찬" userId="7171d596-a1e6-43c2-b263-57fdfdab9399" providerId="ADAL" clId="{84B8E845-A624-4E7E-AAB1-DF2C16F97486}" dt="2026-10-03T03:33:25.483" v="1848"/>
          <ac:spMkLst>
            <pc:docMk/>
            <pc:sldMk cId="959801221" sldId="277"/>
            <ac:spMk id="2" creationId="{EAF8963B-9B38-B263-AB95-3DC531074663}"/>
          </ac:spMkLst>
        </pc:spChg>
        <pc:spChg chg="mod">
          <ac:chgData name="이 은찬" userId="7171d596-a1e6-43c2-b263-57fdfdab9399" providerId="ADAL" clId="{84B8E845-A624-4E7E-AAB1-DF2C16F97486}" dt="2026-10-03T03:34:27.191" v="1964" actId="20577"/>
          <ac:spMkLst>
            <pc:docMk/>
            <pc:sldMk cId="959801221" sldId="277"/>
            <ac:spMk id="5" creationId="{35A08FDA-E2DD-19D8-F0A9-EC46A80D542F}"/>
          </ac:spMkLst>
        </pc:spChg>
        <pc:spChg chg="mod">
          <ac:chgData name="이 은찬" userId="7171d596-a1e6-43c2-b263-57fdfdab9399" providerId="ADAL" clId="{84B8E845-A624-4E7E-AAB1-DF2C16F97486}" dt="2026-10-03T03:33:31.300" v="1849"/>
          <ac:spMkLst>
            <pc:docMk/>
            <pc:sldMk cId="959801221" sldId="277"/>
            <ac:spMk id="6" creationId="{1B247B4E-2791-177E-A211-F06412EC845C}"/>
          </ac:spMkLst>
        </pc:spChg>
        <pc:spChg chg="mod">
          <ac:chgData name="이 은찬" userId="7171d596-a1e6-43c2-b263-57fdfdab9399" providerId="ADAL" clId="{84B8E845-A624-4E7E-AAB1-DF2C16F97486}" dt="2026-10-03T03:36:29.693" v="2070" actId="20577"/>
          <ac:spMkLst>
            <pc:docMk/>
            <pc:sldMk cId="959801221" sldId="277"/>
            <ac:spMk id="7" creationId="{D42D438A-7F06-1CD1-DA26-FFBA09B48F7F}"/>
          </ac:spMkLst>
        </pc:spChg>
        <pc:spChg chg="mod">
          <ac:chgData name="이 은찬" userId="7171d596-a1e6-43c2-b263-57fdfdab9399" providerId="ADAL" clId="{84B8E845-A624-4E7E-AAB1-DF2C16F97486}" dt="2026-10-03T03:32:45.302" v="1844"/>
          <ac:spMkLst>
            <pc:docMk/>
            <pc:sldMk cId="959801221" sldId="277"/>
            <ac:spMk id="8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3:37:20.657" v="2072"/>
          <ac:spMkLst>
            <pc:docMk/>
            <pc:sldMk cId="959801221" sldId="277"/>
            <ac:spMk id="11" creationId="{40A4C2EC-6ED7-EF9C-D790-2A01A1120AF8}"/>
          </ac:spMkLst>
        </pc:spChg>
        <pc:spChg chg="mod">
          <ac:chgData name="이 은찬" userId="7171d596-a1e6-43c2-b263-57fdfdab9399" providerId="ADAL" clId="{84B8E845-A624-4E7E-AAB1-DF2C16F97486}" dt="2026-10-03T03:45:24.698" v="2276" actId="20577"/>
          <ac:spMkLst>
            <pc:docMk/>
            <pc:sldMk cId="959801221" sldId="277"/>
            <ac:spMk id="15" creationId="{B23A71EE-1E52-98B7-A287-E26337A899E4}"/>
          </ac:spMkLst>
        </pc:spChg>
        <pc:spChg chg="mod">
          <ac:chgData name="이 은찬" userId="7171d596-a1e6-43c2-b263-57fdfdab9399" providerId="ADAL" clId="{84B8E845-A624-4E7E-AAB1-DF2C16F97486}" dt="2026-10-03T05:29:47.131" v="3994" actId="207"/>
          <ac:spMkLst>
            <pc:docMk/>
            <pc:sldMk cId="959801221" sldId="277"/>
            <ac:spMk id="16" creationId="{20C6C91A-8568-BDC8-4F94-76165AA868B6}"/>
          </ac:spMkLst>
        </pc:spChg>
        <pc:spChg chg="mod">
          <ac:chgData name="이 은찬" userId="7171d596-a1e6-43c2-b263-57fdfdab9399" providerId="ADAL" clId="{84B8E845-A624-4E7E-AAB1-DF2C16F97486}" dt="2026-10-03T05:29:51.947" v="3995" actId="14100"/>
          <ac:spMkLst>
            <pc:docMk/>
            <pc:sldMk cId="959801221" sldId="277"/>
            <ac:spMk id="17" creationId="{BF9F6B7E-69C6-44E6-88BA-FCBA6F2267F5}"/>
          </ac:spMkLst>
        </pc:spChg>
        <pc:spChg chg="add">
          <ac:chgData name="이 은찬" userId="7171d596-a1e6-43c2-b263-57fdfdab9399" providerId="ADAL" clId="{84B8E845-A624-4E7E-AAB1-DF2C16F97486}" dt="2026-10-03T03:41:38.428" v="2219"/>
          <ac:spMkLst>
            <pc:docMk/>
            <pc:sldMk cId="959801221" sldId="277"/>
            <ac:spMk id="18" creationId="{41C0C307-4E8C-D4B9-A4BD-300B2CF610DB}"/>
          </ac:spMkLst>
        </pc:spChg>
        <pc:spChg chg="add mod">
          <ac:chgData name="이 은찬" userId="7171d596-a1e6-43c2-b263-57fdfdab9399" providerId="ADAL" clId="{84B8E845-A624-4E7E-AAB1-DF2C16F97486}" dt="2026-10-03T05:29:56.082" v="3996" actId="208"/>
          <ac:spMkLst>
            <pc:docMk/>
            <pc:sldMk cId="959801221" sldId="277"/>
            <ac:spMk id="20" creationId="{779ACC18-372B-2603-8125-7B2C60DED3FB}"/>
          </ac:spMkLst>
        </pc:spChg>
        <pc:spChg chg="add">
          <ac:chgData name="이 은찬" userId="7171d596-a1e6-43c2-b263-57fdfdab9399" providerId="ADAL" clId="{84B8E845-A624-4E7E-AAB1-DF2C16F97486}" dt="2026-10-03T03:44:15.673" v="2238"/>
          <ac:spMkLst>
            <pc:docMk/>
            <pc:sldMk cId="959801221" sldId="277"/>
            <ac:spMk id="21" creationId="{06BE3927-9F85-2688-BF43-87C3BE3C2D0F}"/>
          </ac:spMkLst>
        </pc:spChg>
        <pc:spChg chg="add mod">
          <ac:chgData name="이 은찬" userId="7171d596-a1e6-43c2-b263-57fdfdab9399" providerId="ADAL" clId="{84B8E845-A624-4E7E-AAB1-DF2C16F97486}" dt="2026-10-03T03:46:21.904" v="2369" actId="20577"/>
          <ac:spMkLst>
            <pc:docMk/>
            <pc:sldMk cId="959801221" sldId="277"/>
            <ac:spMk id="23" creationId="{31DFE897-9EF6-0FEF-BFCE-6BAC1355BBF7}"/>
          </ac:spMkLst>
        </pc:spChg>
        <pc:grpChg chg="add del mod">
          <ac:chgData name="이 은찬" userId="7171d596-a1e6-43c2-b263-57fdfdab9399" providerId="ADAL" clId="{84B8E845-A624-4E7E-AAB1-DF2C16F97486}" dt="2026-10-03T03:37:16.784" v="2071" actId="478"/>
          <ac:grpSpMkLst>
            <pc:docMk/>
            <pc:sldMk cId="959801221" sldId="277"/>
            <ac:grpSpMk id="3" creationId="{25DEE451-3075-573C-4202-BA4AC47B967A}"/>
          </ac:grpSpMkLst>
        </pc:grpChg>
        <pc:grpChg chg="mod">
          <ac:chgData name="이 은찬" userId="7171d596-a1e6-43c2-b263-57fdfdab9399" providerId="ADAL" clId="{84B8E845-A624-4E7E-AAB1-DF2C16F97486}" dt="2026-10-03T03:33:31.300" v="1849"/>
          <ac:grpSpMkLst>
            <pc:docMk/>
            <pc:sldMk cId="959801221" sldId="277"/>
            <ac:grpSpMk id="4" creationId="{74876BB6-1A36-112F-C40F-64503B2F73DC}"/>
          </ac:grpSpMkLst>
        </pc:grpChg>
        <pc:grpChg chg="add mod">
          <ac:chgData name="이 은찬" userId="7171d596-a1e6-43c2-b263-57fdfdab9399" providerId="ADAL" clId="{84B8E845-A624-4E7E-AAB1-DF2C16F97486}" dt="2026-10-03T03:37:25.452" v="2073"/>
          <ac:grpSpMkLst>
            <pc:docMk/>
            <pc:sldMk cId="959801221" sldId="277"/>
            <ac:grpSpMk id="13" creationId="{51D84E5A-6783-8811-184F-E76B7E2124FB}"/>
          </ac:grpSpMkLst>
        </pc:grpChg>
        <pc:grpChg chg="mod">
          <ac:chgData name="이 은찬" userId="7171d596-a1e6-43c2-b263-57fdfdab9399" providerId="ADAL" clId="{84B8E845-A624-4E7E-AAB1-DF2C16F97486}" dt="2026-10-03T03:37:25.452" v="2073"/>
          <ac:grpSpMkLst>
            <pc:docMk/>
            <pc:sldMk cId="959801221" sldId="277"/>
            <ac:grpSpMk id="14" creationId="{B1A69CEC-8D14-983A-3A63-AA5D4E93B377}"/>
          </ac:grpSpMkLst>
        </pc:grpChg>
        <pc:picChg chg="add del mod modCrop">
          <ac:chgData name="이 은찬" userId="7171d596-a1e6-43c2-b263-57fdfdab9399" providerId="ADAL" clId="{84B8E845-A624-4E7E-AAB1-DF2C16F97486}" dt="2026-10-03T03:42:36.813" v="2233" actId="14100"/>
          <ac:picMkLst>
            <pc:docMk/>
            <pc:sldMk cId="959801221" sldId="277"/>
            <ac:picMk id="19" creationId="{CE12420A-C697-7461-8B1E-27DB346692D3}"/>
          </ac:picMkLst>
        </pc:picChg>
        <pc:picChg chg="add mod modCrop">
          <ac:chgData name="이 은찬" userId="7171d596-a1e6-43c2-b263-57fdfdab9399" providerId="ADAL" clId="{84B8E845-A624-4E7E-AAB1-DF2C16F97486}" dt="2026-10-03T03:45:01.245" v="2247" actId="732"/>
          <ac:picMkLst>
            <pc:docMk/>
            <pc:sldMk cId="959801221" sldId="277"/>
            <ac:picMk id="22" creationId="{539A5A42-F901-BC8B-82DB-F0BE9DDDCAAD}"/>
          </ac:picMkLst>
        </pc:picChg>
      </pc:sldChg>
      <pc:sldChg chg="addSp delSp modSp add del mod">
        <pc:chgData name="이 은찬" userId="7171d596-a1e6-43c2-b263-57fdfdab9399" providerId="ADAL" clId="{84B8E845-A624-4E7E-AAB1-DF2C16F97486}" dt="2026-10-03T04:08:11.136" v="2996" actId="47"/>
        <pc:sldMkLst>
          <pc:docMk/>
          <pc:sldMk cId="2725197688" sldId="278"/>
        </pc:sldMkLst>
        <pc:spChg chg="mod">
          <ac:chgData name="이 은찬" userId="7171d596-a1e6-43c2-b263-57fdfdab9399" providerId="ADAL" clId="{84B8E845-A624-4E7E-AAB1-DF2C16F97486}" dt="2026-10-03T03:47:07.330" v="2372"/>
          <ac:spMkLst>
            <pc:docMk/>
            <pc:sldMk cId="2725197688" sldId="278"/>
            <ac:spMk id="2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3:51:14.228" v="2492" actId="478"/>
          <ac:spMkLst>
            <pc:docMk/>
            <pc:sldMk cId="2725197688" sldId="278"/>
            <ac:spMk id="11" creationId="{85C1EBB4-E1E7-1D50-20DE-C572F9829AF7}"/>
          </ac:spMkLst>
        </pc:spChg>
        <pc:spChg chg="mod">
          <ac:chgData name="이 은찬" userId="7171d596-a1e6-43c2-b263-57fdfdab9399" providerId="ADAL" clId="{84B8E845-A624-4E7E-AAB1-DF2C16F97486}" dt="2026-10-03T03:48:19.835" v="2490" actId="20577"/>
          <ac:spMkLst>
            <pc:docMk/>
            <pc:sldMk cId="2725197688" sldId="278"/>
            <ac:spMk id="13" creationId="{D9F06D93-4C47-E8FF-5418-2A48297F89E1}"/>
          </ac:spMkLst>
        </pc:spChg>
        <pc:spChg chg="mod">
          <ac:chgData name="이 은찬" userId="7171d596-a1e6-43c2-b263-57fdfdab9399" providerId="ADAL" clId="{84B8E845-A624-4E7E-AAB1-DF2C16F97486}" dt="2026-10-03T03:47:48.699" v="2405"/>
          <ac:spMkLst>
            <pc:docMk/>
            <pc:sldMk cId="2725197688" sldId="278"/>
            <ac:spMk id="14" creationId="{086689F8-2685-3202-FA56-5032E39A104A}"/>
          </ac:spMkLst>
        </pc:spChg>
        <pc:spChg chg="mod">
          <ac:chgData name="이 은찬" userId="7171d596-a1e6-43c2-b263-57fdfdab9399" providerId="ADAL" clId="{84B8E845-A624-4E7E-AAB1-DF2C16F97486}" dt="2026-10-03T03:47:55.735" v="2407" actId="20577"/>
          <ac:spMkLst>
            <pc:docMk/>
            <pc:sldMk cId="2725197688" sldId="278"/>
            <ac:spMk id="15" creationId="{3D4FFB20-9F87-1FB4-7F61-3C39161F3872}"/>
          </ac:spMkLst>
        </pc:spChg>
        <pc:spChg chg="add del mod">
          <ac:chgData name="이 은찬" userId="7171d596-a1e6-43c2-b263-57fdfdab9399" providerId="ADAL" clId="{84B8E845-A624-4E7E-AAB1-DF2C16F97486}" dt="2026-10-03T03:54:16.621" v="2671" actId="478"/>
          <ac:spMkLst>
            <pc:docMk/>
            <pc:sldMk cId="2725197688" sldId="278"/>
            <ac:spMk id="16" creationId="{0752EF18-6465-70C2-0777-6F13958EE6AB}"/>
          </ac:spMkLst>
        </pc:spChg>
        <pc:spChg chg="add">
          <ac:chgData name="이 은찬" userId="7171d596-a1e6-43c2-b263-57fdfdab9399" providerId="ADAL" clId="{84B8E845-A624-4E7E-AAB1-DF2C16F97486}" dt="2026-10-03T03:54:18.214" v="2672"/>
          <ac:spMkLst>
            <pc:docMk/>
            <pc:sldMk cId="2725197688" sldId="278"/>
            <ac:spMk id="17" creationId="{9AD86FAE-E7F9-4817-911A-DBB82789722A}"/>
          </ac:spMkLst>
        </pc:spChg>
        <pc:spChg chg="add mod ord">
          <ac:chgData name="이 은찬" userId="7171d596-a1e6-43c2-b263-57fdfdab9399" providerId="ADAL" clId="{84B8E845-A624-4E7E-AAB1-DF2C16F97486}" dt="2026-10-03T04:06:06.794" v="2981" actId="1038"/>
          <ac:spMkLst>
            <pc:docMk/>
            <pc:sldMk cId="2725197688" sldId="278"/>
            <ac:spMk id="19" creationId="{D63D451C-63B7-BFAB-B19B-06A2620A96C3}"/>
          </ac:spMkLst>
        </pc:spChg>
        <pc:spChg chg="add del mod">
          <ac:chgData name="이 은찬" userId="7171d596-a1e6-43c2-b263-57fdfdab9399" providerId="ADAL" clId="{84B8E845-A624-4E7E-AAB1-DF2C16F97486}" dt="2026-10-03T03:58:07.213" v="2704" actId="478"/>
          <ac:spMkLst>
            <pc:docMk/>
            <pc:sldMk cId="2725197688" sldId="278"/>
            <ac:spMk id="20" creationId="{554768E9-2BD9-9FD3-54B3-FA8F86145AAF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1" creationId="{C3C695BF-A573-141F-2DB7-77B77F5725CD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2" creationId="{E6A5D4C4-09DC-8C2F-4D52-EE065BFFB41E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3" creationId="{7F368E7E-0DB4-62CD-4491-C91BB7B38A83}"/>
          </ac:spMkLst>
        </pc:spChg>
        <pc:spChg chg="add mod ord">
          <ac:chgData name="이 은찬" userId="7171d596-a1e6-43c2-b263-57fdfdab9399" providerId="ADAL" clId="{84B8E845-A624-4E7E-AAB1-DF2C16F97486}" dt="2026-10-03T04:06:13.051" v="2989" actId="1038"/>
          <ac:spMkLst>
            <pc:docMk/>
            <pc:sldMk cId="2725197688" sldId="278"/>
            <ac:spMk id="25" creationId="{B8B15DA6-6B00-ED01-D74E-8D1E0F98A31B}"/>
          </ac:spMkLst>
        </pc:spChg>
        <pc:spChg chg="del">
          <ac:chgData name="이 은찬" userId="7171d596-a1e6-43c2-b263-57fdfdab9399" providerId="ADAL" clId="{84B8E845-A624-4E7E-AAB1-DF2C16F97486}" dt="2026-10-03T03:54:46.693" v="2679" actId="478"/>
          <ac:spMkLst>
            <pc:docMk/>
            <pc:sldMk cId="2725197688" sldId="278"/>
            <ac:spMk id="28" creationId="{F9DCDCF8-F5B8-DA68-BA50-46B55A00AE18}"/>
          </ac:spMkLst>
        </pc:spChg>
        <pc:grpChg chg="del">
          <ac:chgData name="이 은찬" userId="7171d596-a1e6-43c2-b263-57fdfdab9399" providerId="ADAL" clId="{84B8E845-A624-4E7E-AAB1-DF2C16F97486}" dt="2026-10-03T03:47:48.324" v="2404" actId="478"/>
          <ac:grpSpMkLst>
            <pc:docMk/>
            <pc:sldMk cId="2725197688" sldId="278"/>
            <ac:grpSpMk id="4" creationId="{62981F9E-D36F-D0A9-4E5D-A1B944E73136}"/>
          </ac:grpSpMkLst>
        </pc:grpChg>
        <pc:grpChg chg="add mod">
          <ac:chgData name="이 은찬" userId="7171d596-a1e6-43c2-b263-57fdfdab9399" providerId="ADAL" clId="{84B8E845-A624-4E7E-AAB1-DF2C16F97486}" dt="2026-10-03T03:47:48.699" v="2405"/>
          <ac:grpSpMkLst>
            <pc:docMk/>
            <pc:sldMk cId="2725197688" sldId="278"/>
            <ac:grpSpMk id="10" creationId="{69426EDB-17CE-47A5-F3C1-9534E512EE6C}"/>
          </ac:grpSpMkLst>
        </pc:grpChg>
        <pc:grpChg chg="mod">
          <ac:chgData name="이 은찬" userId="7171d596-a1e6-43c2-b263-57fdfdab9399" providerId="ADAL" clId="{84B8E845-A624-4E7E-AAB1-DF2C16F97486}" dt="2026-10-03T03:47:48.699" v="2405"/>
          <ac:grpSpMkLst>
            <pc:docMk/>
            <pc:sldMk cId="2725197688" sldId="278"/>
            <ac:grpSpMk id="12" creationId="{A119DCEE-4F9A-8693-6F5E-A38F28CF86A1}"/>
          </ac:grpSpMkLst>
        </pc:grpChg>
        <pc:picChg chg="add mod modCrop">
          <ac:chgData name="이 은찬" userId="7171d596-a1e6-43c2-b263-57fdfdab9399" providerId="ADAL" clId="{84B8E845-A624-4E7E-AAB1-DF2C16F97486}" dt="2026-10-03T03:55:33.173" v="2685" actId="14100"/>
          <ac:picMkLst>
            <pc:docMk/>
            <pc:sldMk cId="2725197688" sldId="278"/>
            <ac:picMk id="18" creationId="{F17B63BB-4107-B07C-F7DA-B3181B1DCCC4}"/>
          </ac:picMkLst>
        </pc:picChg>
        <pc:picChg chg="del">
          <ac:chgData name="이 은찬" userId="7171d596-a1e6-43c2-b263-57fdfdab9399" providerId="ADAL" clId="{84B8E845-A624-4E7E-AAB1-DF2C16F97486}" dt="2026-10-03T03:51:13.272" v="2491" actId="478"/>
          <ac:picMkLst>
            <pc:docMk/>
            <pc:sldMk cId="2725197688" sldId="278"/>
            <ac:picMk id="24" creationId="{02E54112-1E19-CCC0-E200-0A28C9059A07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06:21.287" v="3746" actId="1076"/>
        <pc:sldMkLst>
          <pc:docMk/>
          <pc:sldMk cId="1345329290" sldId="279"/>
        </pc:sldMkLst>
        <pc:spChg chg="add mod">
          <ac:chgData name="이 은찬" userId="7171d596-a1e6-43c2-b263-57fdfdab9399" providerId="ADAL" clId="{84B8E845-A624-4E7E-AAB1-DF2C16F97486}" dt="2026-10-03T04:30:53.084" v="3457" actId="1035"/>
          <ac:spMkLst>
            <pc:docMk/>
            <pc:sldMk cId="1345329290" sldId="279"/>
            <ac:spMk id="2" creationId="{BD2BA96E-A503-E600-DCB9-64F97FC65F5D}"/>
          </ac:spMkLst>
        </pc:spChg>
        <pc:spChg chg="mod">
          <ac:chgData name="이 은찬" userId="7171d596-a1e6-43c2-b263-57fdfdab9399" providerId="ADAL" clId="{84B8E845-A624-4E7E-AAB1-DF2C16F97486}" dt="2026-10-03T04:30:53.084" v="3457" actId="1035"/>
          <ac:spMkLst>
            <pc:docMk/>
            <pc:sldMk cId="1345329290" sldId="279"/>
            <ac:spMk id="3" creationId="{9B7CF3A5-02F4-467E-1443-5C318ABEE8D7}"/>
          </ac:spMkLst>
        </pc:spChg>
        <pc:spChg chg="add">
          <ac:chgData name="이 은찬" userId="7171d596-a1e6-43c2-b263-57fdfdab9399" providerId="ADAL" clId="{84B8E845-A624-4E7E-AAB1-DF2C16F97486}" dt="2026-10-03T04:19:14.242" v="3184"/>
          <ac:spMkLst>
            <pc:docMk/>
            <pc:sldMk cId="1345329290" sldId="279"/>
            <ac:spMk id="5" creationId="{4ABE1C99-AF39-8328-8F45-94468AED8658}"/>
          </ac:spMkLst>
        </pc:spChg>
        <pc:spChg chg="add">
          <ac:chgData name="이 은찬" userId="7171d596-a1e6-43c2-b263-57fdfdab9399" providerId="ADAL" clId="{84B8E845-A624-4E7E-AAB1-DF2C16F97486}" dt="2026-10-03T04:21:52.362" v="3210"/>
          <ac:spMkLst>
            <pc:docMk/>
            <pc:sldMk cId="1345329290" sldId="279"/>
            <ac:spMk id="7" creationId="{1AAF3367-91DB-1033-DBC2-99BCC47C9F54}"/>
          </ac:spMkLst>
        </pc:spChg>
        <pc:spChg chg="add">
          <ac:chgData name="이 은찬" userId="7171d596-a1e6-43c2-b263-57fdfdab9399" providerId="ADAL" clId="{84B8E845-A624-4E7E-AAB1-DF2C16F97486}" dt="2026-10-03T04:24:41.875" v="3262"/>
          <ac:spMkLst>
            <pc:docMk/>
            <pc:sldMk cId="1345329290" sldId="279"/>
            <ac:spMk id="11" creationId="{57FF6210-B2B6-F7CB-B38F-0A1DCAD9FAEC}"/>
          </ac:spMkLst>
        </pc:spChg>
        <pc:spChg chg="add mod">
          <ac:chgData name="이 은찬" userId="7171d596-a1e6-43c2-b263-57fdfdab9399" providerId="ADAL" clId="{84B8E845-A624-4E7E-AAB1-DF2C16F97486}" dt="2026-10-03T05:06:21.287" v="3746" actId="1076"/>
          <ac:spMkLst>
            <pc:docMk/>
            <pc:sldMk cId="1345329290" sldId="279"/>
            <ac:spMk id="17" creationId="{0F69B248-1DA2-0830-8560-4D249201B6E7}"/>
          </ac:spMkLst>
        </pc:spChg>
        <pc:picChg chg="del">
          <ac:chgData name="이 은찬" userId="7171d596-a1e6-43c2-b263-57fdfdab9399" providerId="ADAL" clId="{84B8E845-A624-4E7E-AAB1-DF2C16F97486}" dt="2026-10-03T04:18:08.681" v="3171" actId="478"/>
          <ac:picMkLst>
            <pc:docMk/>
            <pc:sldMk cId="1345329290" sldId="279"/>
            <ac:picMk id="4" creationId="{C40A784B-04E8-7C48-1F22-7B2AD1BFCDFE}"/>
          </ac:picMkLst>
        </pc:picChg>
        <pc:picChg chg="add mod">
          <ac:chgData name="이 은찬" userId="7171d596-a1e6-43c2-b263-57fdfdab9399" providerId="ADAL" clId="{84B8E845-A624-4E7E-AAB1-DF2C16F97486}" dt="2026-10-03T04:30:39.354" v="3452" actId="1076"/>
          <ac:picMkLst>
            <pc:docMk/>
            <pc:sldMk cId="1345329290" sldId="279"/>
            <ac:picMk id="6" creationId="{6520D954-91D7-A924-485A-EE52AEC0CE35}"/>
          </ac:picMkLst>
        </pc:picChg>
        <pc:picChg chg="add del mod">
          <ac:chgData name="이 은찬" userId="7171d596-a1e6-43c2-b263-57fdfdab9399" providerId="ADAL" clId="{84B8E845-A624-4E7E-AAB1-DF2C16F97486}" dt="2026-10-03T04:24:40.748" v="3261" actId="478"/>
          <ac:picMkLst>
            <pc:docMk/>
            <pc:sldMk cId="1345329290" sldId="279"/>
            <ac:picMk id="10" creationId="{63BA9F1B-083C-BD80-D647-C656A3B436D0}"/>
          </ac:picMkLst>
        </pc:picChg>
        <pc:picChg chg="add del mod">
          <ac:chgData name="이 은찬" userId="7171d596-a1e6-43c2-b263-57fdfdab9399" providerId="ADAL" clId="{84B8E845-A624-4E7E-AAB1-DF2C16F97486}" dt="2026-10-03T04:25:42.834" v="3274" actId="478"/>
          <ac:picMkLst>
            <pc:docMk/>
            <pc:sldMk cId="1345329290" sldId="279"/>
            <ac:picMk id="12" creationId="{1F44845F-5D9A-28AD-F5E4-26BFD7FF1FF5}"/>
          </ac:picMkLst>
        </pc:picChg>
        <pc:picChg chg="add del mod modCrop">
          <ac:chgData name="이 은찬" userId="7171d596-a1e6-43c2-b263-57fdfdab9399" providerId="ADAL" clId="{84B8E845-A624-4E7E-AAB1-DF2C16F97486}" dt="2026-10-03T04:30:15.307" v="3440" actId="478"/>
          <ac:picMkLst>
            <pc:docMk/>
            <pc:sldMk cId="1345329290" sldId="279"/>
            <ac:picMk id="14" creationId="{28934772-34B4-C5F4-4957-91A18E1376A7}"/>
          </ac:picMkLst>
        </pc:picChg>
        <pc:picChg chg="add del mod">
          <ac:chgData name="이 은찬" userId="7171d596-a1e6-43c2-b263-57fdfdab9399" providerId="ADAL" clId="{84B8E845-A624-4E7E-AAB1-DF2C16F97486}" dt="2026-10-03T04:33:26.009" v="3464" actId="478"/>
          <ac:picMkLst>
            <pc:docMk/>
            <pc:sldMk cId="1345329290" sldId="279"/>
            <ac:picMk id="16" creationId="{57C062DD-EC04-768C-4514-C219D0E54EFC}"/>
          </ac:picMkLst>
        </pc:picChg>
      </pc:sldChg>
      <pc:sldChg chg="add del setBg">
        <pc:chgData name="이 은찬" userId="7171d596-a1e6-43c2-b263-57fdfdab9399" providerId="ADAL" clId="{84B8E845-A624-4E7E-AAB1-DF2C16F97486}" dt="2026-10-03T04:48:18.797" v="3731" actId="47"/>
        <pc:sldMkLst>
          <pc:docMk/>
          <pc:sldMk cId="42283165" sldId="280"/>
        </pc:sldMkLst>
      </pc:sldChg>
      <pc:sldChg chg="addSp delSp modSp add del mod">
        <pc:chgData name="이 은찬" userId="7171d596-a1e6-43c2-b263-57fdfdab9399" providerId="ADAL" clId="{84B8E845-A624-4E7E-AAB1-DF2C16F97486}" dt="2026-10-03T04:52:51.034" v="3732" actId="47"/>
        <pc:sldMkLst>
          <pc:docMk/>
          <pc:sldMk cId="3275416914" sldId="281"/>
        </pc:sldMkLst>
        <pc:spChg chg="mod">
          <ac:chgData name="이 은찬" userId="7171d596-a1e6-43c2-b263-57fdfdab9399" providerId="ADAL" clId="{84B8E845-A624-4E7E-AAB1-DF2C16F97486}" dt="2026-10-03T04:38:11.486" v="3561" actId="20577"/>
          <ac:spMkLst>
            <pc:docMk/>
            <pc:sldMk cId="3275416914" sldId="281"/>
            <ac:spMk id="2" creationId="{00000000-0000-0000-0000-000000000000}"/>
          </ac:spMkLst>
        </pc:spChg>
        <pc:spChg chg="add del">
          <ac:chgData name="이 은찬" userId="7171d596-a1e6-43c2-b263-57fdfdab9399" providerId="ADAL" clId="{84B8E845-A624-4E7E-AAB1-DF2C16F97486}" dt="2026-10-03T04:38:29.307" v="3563" actId="478"/>
          <ac:spMkLst>
            <pc:docMk/>
            <pc:sldMk cId="3275416914" sldId="281"/>
            <ac:spMk id="3" creationId="{00000000-0000-0000-0000-000000000000}"/>
          </ac:spMkLst>
        </pc:spChg>
        <pc:spChg chg="add del">
          <ac:chgData name="이 은찬" userId="7171d596-a1e6-43c2-b263-57fdfdab9399" providerId="ADAL" clId="{84B8E845-A624-4E7E-AAB1-DF2C16F97486}" dt="2026-10-03T04:38:35.618" v="3564" actId="478"/>
          <ac:spMkLst>
            <pc:docMk/>
            <pc:sldMk cId="3275416914" sldId="281"/>
            <ac:spMk id="10" creationId="{C9F175F2-0079-42FA-10BC-34AC17FF1E12}"/>
          </ac:spMkLst>
        </pc:spChg>
        <pc:spChg chg="add mod">
          <ac:chgData name="이 은찬" userId="7171d596-a1e6-43c2-b263-57fdfdab9399" providerId="ADAL" clId="{84B8E845-A624-4E7E-AAB1-DF2C16F97486}" dt="2026-10-03T04:46:28.519" v="3718" actId="207"/>
          <ac:spMkLst>
            <pc:docMk/>
            <pc:sldMk cId="3275416914" sldId="281"/>
            <ac:spMk id="12" creationId="{3DAE1B6D-2CFA-3FDE-A7CF-200573EE8BB4}"/>
          </ac:spMkLst>
        </pc:spChg>
        <pc:spChg chg="add del">
          <ac:chgData name="이 은찬" userId="7171d596-a1e6-43c2-b263-57fdfdab9399" providerId="ADAL" clId="{84B8E845-A624-4E7E-AAB1-DF2C16F97486}" dt="2026-10-03T04:38:39.739" v="3566" actId="478"/>
          <ac:spMkLst>
            <pc:docMk/>
            <pc:sldMk cId="3275416914" sldId="281"/>
            <ac:spMk id="23" creationId="{B4A21C59-1C12-E2A6-960F-312D7CC901C7}"/>
          </ac:spMkLst>
        </pc:spChg>
        <pc:spChg chg="add mod">
          <ac:chgData name="이 은찬" userId="7171d596-a1e6-43c2-b263-57fdfdab9399" providerId="ADAL" clId="{84B8E845-A624-4E7E-AAB1-DF2C16F97486}" dt="2026-10-03T04:47:30.663" v="3730" actId="14100"/>
          <ac:spMkLst>
            <pc:docMk/>
            <pc:sldMk cId="3275416914" sldId="281"/>
            <ac:spMk id="24" creationId="{FCCE56FD-297A-849A-2BAD-510D32732CC6}"/>
          </ac:spMkLst>
        </pc:spChg>
        <pc:spChg chg="add mod">
          <ac:chgData name="이 은찬" userId="7171d596-a1e6-43c2-b263-57fdfdab9399" providerId="ADAL" clId="{84B8E845-A624-4E7E-AAB1-DF2C16F97486}" dt="2026-10-03T04:46:55.388" v="3721" actId="207"/>
          <ac:spMkLst>
            <pc:docMk/>
            <pc:sldMk cId="3275416914" sldId="281"/>
            <ac:spMk id="25" creationId="{189F49E4-04B5-DB26-6C32-073C067E8E55}"/>
          </ac:spMkLst>
        </pc:spChg>
        <pc:spChg chg="add mod">
          <ac:chgData name="이 은찬" userId="7171d596-a1e6-43c2-b263-57fdfdab9399" providerId="ADAL" clId="{84B8E845-A624-4E7E-AAB1-DF2C16F97486}" dt="2026-10-03T04:44:47.046" v="3672" actId="403"/>
          <ac:spMkLst>
            <pc:docMk/>
            <pc:sldMk cId="3275416914" sldId="281"/>
            <ac:spMk id="26" creationId="{02118CC7-83D2-D9CC-5A11-52970237AD5C}"/>
          </ac:spMkLst>
        </pc:spChg>
        <pc:spChg chg="add mod">
          <ac:chgData name="이 은찬" userId="7171d596-a1e6-43c2-b263-57fdfdab9399" providerId="ADAL" clId="{84B8E845-A624-4E7E-AAB1-DF2C16F97486}" dt="2026-10-03T04:46:45.330" v="3720" actId="207"/>
          <ac:spMkLst>
            <pc:docMk/>
            <pc:sldMk cId="3275416914" sldId="281"/>
            <ac:spMk id="27" creationId="{182A27A4-3F2B-5BF1-7E7D-A1C0E3FEF3FE}"/>
          </ac:spMkLst>
        </pc:spChg>
        <pc:spChg chg="add mod">
          <ac:chgData name="이 은찬" userId="7171d596-a1e6-43c2-b263-57fdfdab9399" providerId="ADAL" clId="{84B8E845-A624-4E7E-AAB1-DF2C16F97486}" dt="2026-10-03T04:47:19.053" v="3729" actId="20577"/>
          <ac:spMkLst>
            <pc:docMk/>
            <pc:sldMk cId="3275416914" sldId="281"/>
            <ac:spMk id="28" creationId="{236F3397-5680-7E47-CA05-0EE0B2A0315F}"/>
          </ac:spMkLst>
        </pc:spChg>
        <pc:spChg chg="add mod">
          <ac:chgData name="이 은찬" userId="7171d596-a1e6-43c2-b263-57fdfdab9399" providerId="ADAL" clId="{84B8E845-A624-4E7E-AAB1-DF2C16F97486}" dt="2026-10-03T04:44:01.560" v="3634" actId="20577"/>
          <ac:spMkLst>
            <pc:docMk/>
            <pc:sldMk cId="3275416914" sldId="281"/>
            <ac:spMk id="29" creationId="{7BC62C5B-7AB0-D4E6-9D76-244A6FEB57D7}"/>
          </ac:spMkLst>
        </pc:spChg>
        <pc:spChg chg="add mod">
          <ac:chgData name="이 은찬" userId="7171d596-a1e6-43c2-b263-57fdfdab9399" providerId="ADAL" clId="{84B8E845-A624-4E7E-AAB1-DF2C16F97486}" dt="2026-10-03T04:47:15.934" v="3726" actId="20577"/>
          <ac:spMkLst>
            <pc:docMk/>
            <pc:sldMk cId="3275416914" sldId="281"/>
            <ac:spMk id="30" creationId="{29BCB23A-8076-7A4D-444F-E2B5469B25D7}"/>
          </ac:spMkLst>
        </pc:spChg>
        <pc:spChg chg="add mod">
          <ac:chgData name="이 은찬" userId="7171d596-a1e6-43c2-b263-57fdfdab9399" providerId="ADAL" clId="{84B8E845-A624-4E7E-AAB1-DF2C16F97486}" dt="2026-10-03T04:44:05.677" v="3644" actId="20577"/>
          <ac:spMkLst>
            <pc:docMk/>
            <pc:sldMk cId="3275416914" sldId="281"/>
            <ac:spMk id="31" creationId="{B0E5AF6D-9799-FD53-844C-2BC68F91F708}"/>
          </ac:spMkLst>
        </pc:spChg>
        <pc:spChg chg="add mod">
          <ac:chgData name="이 은찬" userId="7171d596-a1e6-43c2-b263-57fdfdab9399" providerId="ADAL" clId="{84B8E845-A624-4E7E-AAB1-DF2C16F97486}" dt="2026-10-03T04:44:59.642" v="3683" actId="403"/>
          <ac:spMkLst>
            <pc:docMk/>
            <pc:sldMk cId="3275416914" sldId="281"/>
            <ac:spMk id="32" creationId="{A4D7C7D0-34E7-8911-C4E6-B4C6DED30E9F}"/>
          </ac:spMkLst>
        </pc:spChg>
        <pc:spChg chg="add mod">
          <ac:chgData name="이 은찬" userId="7171d596-a1e6-43c2-b263-57fdfdab9399" providerId="ADAL" clId="{84B8E845-A624-4E7E-AAB1-DF2C16F97486}" dt="2026-10-03T04:44:09.586" v="3654" actId="20577"/>
          <ac:spMkLst>
            <pc:docMk/>
            <pc:sldMk cId="3275416914" sldId="281"/>
            <ac:spMk id="33" creationId="{2CB1EEF5-23A7-4958-E574-01AB589EAE5E}"/>
          </ac:spMkLst>
        </pc:spChg>
        <pc:spChg chg="add mod">
          <ac:chgData name="이 은찬" userId="7171d596-a1e6-43c2-b263-57fdfdab9399" providerId="ADAL" clId="{84B8E845-A624-4E7E-AAB1-DF2C16F97486}" dt="2026-10-03T04:45:13.391" v="3691" actId="20577"/>
          <ac:spMkLst>
            <pc:docMk/>
            <pc:sldMk cId="3275416914" sldId="281"/>
            <ac:spMk id="34" creationId="{4AA2F223-E488-D59C-2389-538F05A7FDDB}"/>
          </ac:spMkLst>
        </pc:spChg>
        <pc:spChg chg="add mod">
          <ac:chgData name="이 은찬" userId="7171d596-a1e6-43c2-b263-57fdfdab9399" providerId="ADAL" clId="{84B8E845-A624-4E7E-AAB1-DF2C16F97486}" dt="2026-10-03T04:44:12.953" v="3664" actId="20577"/>
          <ac:spMkLst>
            <pc:docMk/>
            <pc:sldMk cId="3275416914" sldId="281"/>
            <ac:spMk id="35" creationId="{FA21F3C9-8924-D3A6-7424-0EAA0361E617}"/>
          </ac:spMkLst>
        </pc:spChg>
        <pc:spChg chg="add mod">
          <ac:chgData name="이 은찬" userId="7171d596-a1e6-43c2-b263-57fdfdab9399" providerId="ADAL" clId="{84B8E845-A624-4E7E-AAB1-DF2C16F97486}" dt="2026-10-03T04:45:16.173" v="3693" actId="20577"/>
          <ac:spMkLst>
            <pc:docMk/>
            <pc:sldMk cId="3275416914" sldId="281"/>
            <ac:spMk id="36" creationId="{4C835F98-491C-DF8D-DD36-519C20AD7AFF}"/>
          </ac:spMkLst>
        </pc:spChg>
        <pc:spChg chg="add del">
          <ac:chgData name="이 은찬" userId="7171d596-a1e6-43c2-b263-57fdfdab9399" providerId="ADAL" clId="{84B8E845-A624-4E7E-AAB1-DF2C16F97486}" dt="2026-10-03T04:38:29.307" v="3563" actId="478"/>
          <ac:spMkLst>
            <pc:docMk/>
            <pc:sldMk cId="3275416914" sldId="281"/>
            <ac:spMk id="96" creationId="{00000000-0000-0000-0000-000000000000}"/>
          </ac:spMkLst>
        </pc:spChg>
        <pc:grpChg chg="add del">
          <ac:chgData name="이 은찬" userId="7171d596-a1e6-43c2-b263-57fdfdab9399" providerId="ADAL" clId="{84B8E845-A624-4E7E-AAB1-DF2C16F97486}" dt="2026-10-03T04:39:29.190" v="3579" actId="478"/>
          <ac:grpSpMkLst>
            <pc:docMk/>
            <pc:sldMk cId="3275416914" sldId="281"/>
            <ac:grpSpMk id="4" creationId="{62981F9E-D36F-D0A9-4E5D-A1B944E73136}"/>
          </ac:grpSpMkLst>
        </pc:grpChg>
        <pc:grpChg chg="add del">
          <ac:chgData name="이 은찬" userId="7171d596-a1e6-43c2-b263-57fdfdab9399" providerId="ADAL" clId="{84B8E845-A624-4E7E-AAB1-DF2C16F97486}" dt="2026-10-03T04:38:37.951" v="3565" actId="478"/>
          <ac:grpSpMkLst>
            <pc:docMk/>
            <pc:sldMk cId="3275416914" sldId="281"/>
            <ac:grpSpMk id="13" creationId="{D317BD3F-3C26-91F2-0113-ED2108B9280E}"/>
          </ac:grpSpMkLst>
        </pc:grpChg>
        <pc:grpChg chg="add del">
          <ac:chgData name="이 은찬" userId="7171d596-a1e6-43c2-b263-57fdfdab9399" providerId="ADAL" clId="{84B8E845-A624-4E7E-AAB1-DF2C16F97486}" dt="2026-10-03T04:38:35.618" v="3564" actId="478"/>
          <ac:grpSpMkLst>
            <pc:docMk/>
            <pc:sldMk cId="3275416914" sldId="281"/>
            <ac:grpSpMk id="18" creationId="{83B51A87-DF90-3D09-D221-B54D0AB9FD3B}"/>
          </ac:grpSpMkLst>
        </pc:grpChg>
        <pc:grpChg chg="add mod">
          <ac:chgData name="이 은찬" userId="7171d596-a1e6-43c2-b263-57fdfdab9399" providerId="ADAL" clId="{84B8E845-A624-4E7E-AAB1-DF2C16F97486}" dt="2026-10-03T04:39:24.900" v="3578" actId="1076"/>
          <ac:grpSpMkLst>
            <pc:docMk/>
            <pc:sldMk cId="3275416914" sldId="281"/>
            <ac:grpSpMk id="39" creationId="{72026D21-8B8F-E0F6-B9F0-CDC961888705}"/>
          </ac:grpSpMkLst>
        </pc:grpChg>
        <pc:cxnChg chg="add mod">
          <ac:chgData name="이 은찬" userId="7171d596-a1e6-43c2-b263-57fdfdab9399" providerId="ADAL" clId="{84B8E845-A624-4E7E-AAB1-DF2C16F97486}" dt="2026-10-03T04:39:04.033" v="3573" actId="164"/>
          <ac:cxnSpMkLst>
            <pc:docMk/>
            <pc:sldMk cId="3275416914" sldId="281"/>
            <ac:cxnSpMk id="11" creationId="{C204D306-C8A9-16A3-ADA8-711CF0A3CFC4}"/>
          </ac:cxnSpMkLst>
        </pc:cxnChg>
      </pc:sldChg>
      <pc:sldChg chg="addSp delSp modSp add del mod">
        <pc:chgData name="이 은찬" userId="7171d596-a1e6-43c2-b263-57fdfdab9399" providerId="ADAL" clId="{84B8E845-A624-4E7E-AAB1-DF2C16F97486}" dt="2026-10-03T05:10:11.435" v="3961" actId="47"/>
        <pc:sldMkLst>
          <pc:docMk/>
          <pc:sldMk cId="2028993834" sldId="282"/>
        </pc:sldMkLst>
        <pc:spChg chg="del topLvl">
          <ac:chgData name="이 은찬" userId="7171d596-a1e6-43c2-b263-57fdfdab9399" providerId="ADAL" clId="{84B8E845-A624-4E7E-AAB1-DF2C16F97486}" dt="2026-10-03T04:39:57.034" v="3582" actId="478"/>
          <ac:spMkLst>
            <pc:docMk/>
            <pc:sldMk cId="2028993834" sldId="282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4" creationId="{4DEDECC4-F0F2-F590-E60E-D7D89230193A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5" creationId="{5BB8490A-0633-12AA-F3CB-AAE69D0CA235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6" creationId="{FB07EC53-B808-11FC-0E4F-209E109FC079}"/>
          </ac:spMkLst>
        </pc:spChg>
        <pc:spChg chg="add mod">
          <ac:chgData name="이 은찬" userId="7171d596-a1e6-43c2-b263-57fdfdab9399" providerId="ADAL" clId="{84B8E845-A624-4E7E-AAB1-DF2C16F97486}" dt="2026-10-03T04:40:02.796" v="3589" actId="571"/>
          <ac:spMkLst>
            <pc:docMk/>
            <pc:sldMk cId="2028993834" sldId="282"/>
            <ac:spMk id="27" creationId="{4C3FFFC1-414A-6C3E-7177-72CF68C2CA8A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0" creationId="{D17875E5-CF89-D8E4-8D77-5A5DE4957A9D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1" creationId="{E5D02110-D630-EED9-B838-70CCFB95BFEE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2" creationId="{2059A679-4379-070A-0691-125BF7F91FE8}"/>
          </ac:spMkLst>
        </pc:spChg>
        <pc:spChg chg="mod">
          <ac:chgData name="이 은찬" userId="7171d596-a1e6-43c2-b263-57fdfdab9399" providerId="ADAL" clId="{84B8E845-A624-4E7E-AAB1-DF2C16F97486}" dt="2026-10-03T04:40:13.841" v="3593"/>
          <ac:spMkLst>
            <pc:docMk/>
            <pc:sldMk cId="2028993834" sldId="282"/>
            <ac:spMk id="35" creationId="{1D6884AA-93EF-932B-31B7-96F7A81BEB42}"/>
          </ac:spMkLst>
        </pc:spChg>
        <pc:spChg chg="mod">
          <ac:chgData name="이 은찬" userId="7171d596-a1e6-43c2-b263-57fdfdab9399" providerId="ADAL" clId="{84B8E845-A624-4E7E-AAB1-DF2C16F97486}" dt="2026-10-03T04:40:03.311" v="3590"/>
          <ac:spMkLst>
            <pc:docMk/>
            <pc:sldMk cId="2028993834" sldId="282"/>
            <ac:spMk id="36" creationId="{C6388C3A-723F-EF6D-6850-34CD018EABA9}"/>
          </ac:spMkLst>
        </pc:spChg>
        <pc:spChg chg="mod">
          <ac:chgData name="이 은찬" userId="7171d596-a1e6-43c2-b263-57fdfdab9399" providerId="ADAL" clId="{84B8E845-A624-4E7E-AAB1-DF2C16F97486}" dt="2026-10-03T04:40:06.756" v="3592" actId="20577"/>
          <ac:spMkLst>
            <pc:docMk/>
            <pc:sldMk cId="2028993834" sldId="282"/>
            <ac:spMk id="37" creationId="{463F5ECC-A4CE-2ACE-D617-6B4A26C94900}"/>
          </ac:spMkLst>
        </pc:spChg>
        <pc:grpChg chg="del">
          <ac:chgData name="이 은찬" userId="7171d596-a1e6-43c2-b263-57fdfdab9399" providerId="ADAL" clId="{84B8E845-A624-4E7E-AAB1-DF2C16F97486}" dt="2026-10-03T04:39:57.034" v="3582" actId="478"/>
          <ac:grpSpMkLst>
            <pc:docMk/>
            <pc:sldMk cId="2028993834" sldId="282"/>
            <ac:grpSpMk id="4" creationId="{62981F9E-D36F-D0A9-4E5D-A1B944E73136}"/>
          </ac:grpSpMkLst>
        </pc:grpChg>
        <pc:grpChg chg="del topLvl">
          <ac:chgData name="이 은찬" userId="7171d596-a1e6-43c2-b263-57fdfdab9399" providerId="ADAL" clId="{84B8E845-A624-4E7E-AAB1-DF2C16F97486}" dt="2026-10-03T04:40:00.511" v="3584" actId="478"/>
          <ac:grpSpMkLst>
            <pc:docMk/>
            <pc:sldMk cId="2028993834" sldId="282"/>
            <ac:grpSpMk id="5" creationId="{73ED9472-2BDC-674C-6DD0-EAF7A5789581}"/>
          </ac:grpSpMkLst>
        </pc:grpChg>
        <pc:grpChg chg="add mod">
          <ac:chgData name="이 은찬" userId="7171d596-a1e6-43c2-b263-57fdfdab9399" providerId="ADAL" clId="{84B8E845-A624-4E7E-AAB1-DF2C16F97486}" dt="2026-10-03T04:39:57.230" v="3583"/>
          <ac:grpSpMkLst>
            <pc:docMk/>
            <pc:sldMk cId="2028993834" sldId="282"/>
            <ac:grpSpMk id="11" creationId="{378D6E10-82BF-A4E4-D585-F0AF3DEB9A7B}"/>
          </ac:grpSpMkLst>
        </pc:grpChg>
        <pc:grpChg chg="mod">
          <ac:chgData name="이 은찬" userId="7171d596-a1e6-43c2-b263-57fdfdab9399" providerId="ADAL" clId="{84B8E845-A624-4E7E-AAB1-DF2C16F97486}" dt="2026-10-03T04:39:57.230" v="3583"/>
          <ac:grpSpMkLst>
            <pc:docMk/>
            <pc:sldMk cId="2028993834" sldId="282"/>
            <ac:grpSpMk id="12" creationId="{EE8AEC74-4DBC-76B5-48EF-CC96667BB85A}"/>
          </ac:grpSpMkLst>
        </pc:grpChg>
        <pc:grpChg chg="add mod">
          <ac:chgData name="이 은찬" userId="7171d596-a1e6-43c2-b263-57fdfdab9399" providerId="ADAL" clId="{84B8E845-A624-4E7E-AAB1-DF2C16F97486}" dt="2026-10-03T04:40:01.391" v="3587"/>
          <ac:grpSpMkLst>
            <pc:docMk/>
            <pc:sldMk cId="2028993834" sldId="282"/>
            <ac:grpSpMk id="28" creationId="{D26A4B4A-ADEF-77A6-0888-F406B1B69496}"/>
          </ac:grpSpMkLst>
        </pc:grpChg>
        <pc:grpChg chg="mod">
          <ac:chgData name="이 은찬" userId="7171d596-a1e6-43c2-b263-57fdfdab9399" providerId="ADAL" clId="{84B8E845-A624-4E7E-AAB1-DF2C16F97486}" dt="2026-10-03T04:40:01.391" v="3587"/>
          <ac:grpSpMkLst>
            <pc:docMk/>
            <pc:sldMk cId="2028993834" sldId="282"/>
            <ac:grpSpMk id="29" creationId="{6CEAD177-7FA5-860F-823B-01BE1B4491C5}"/>
          </ac:grpSpMkLst>
        </pc:grpChg>
        <pc:grpChg chg="add mod">
          <ac:chgData name="이 은찬" userId="7171d596-a1e6-43c2-b263-57fdfdab9399" providerId="ADAL" clId="{84B8E845-A624-4E7E-AAB1-DF2C16F97486}" dt="2026-10-03T04:40:03.311" v="3590"/>
          <ac:grpSpMkLst>
            <pc:docMk/>
            <pc:sldMk cId="2028993834" sldId="282"/>
            <ac:grpSpMk id="33" creationId="{1C926648-1DE9-F4EF-F21D-8E13344EF107}"/>
          </ac:grpSpMkLst>
        </pc:grpChg>
        <pc:grpChg chg="mod">
          <ac:chgData name="이 은찬" userId="7171d596-a1e6-43c2-b263-57fdfdab9399" providerId="ADAL" clId="{84B8E845-A624-4E7E-AAB1-DF2C16F97486}" dt="2026-10-03T04:40:03.311" v="3590"/>
          <ac:grpSpMkLst>
            <pc:docMk/>
            <pc:sldMk cId="2028993834" sldId="282"/>
            <ac:grpSpMk id="34" creationId="{56ECAC20-9813-A966-C222-59C8AC8FC934}"/>
          </ac:grpSpMkLst>
        </pc:grpChg>
      </pc:sldChg>
      <pc:sldChg chg="addSp delSp modSp add mod">
        <pc:chgData name="이 은찬" userId="7171d596-a1e6-43c2-b263-57fdfdab9399" providerId="ADAL" clId="{84B8E845-A624-4E7E-AAB1-DF2C16F97486}" dt="2026-10-03T06:36:40.369" v="4766" actId="207"/>
        <pc:sldMkLst>
          <pc:docMk/>
          <pc:sldMk cId="0" sldId="283"/>
        </pc:sldMkLst>
        <pc:spChg chg="mod">
          <ac:chgData name="이 은찬" userId="7171d596-a1e6-43c2-b263-57fdfdab9399" providerId="ADAL" clId="{84B8E845-A624-4E7E-AAB1-DF2C16F97486}" dt="2026-10-03T05:07:49.554" v="3804" actId="20577"/>
          <ac:spMkLst>
            <pc:docMk/>
            <pc:sldMk cId="0" sldId="283"/>
            <ac:spMk id="2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6:36:40.369" v="4766" actId="207"/>
          <ac:spMkLst>
            <pc:docMk/>
            <pc:sldMk cId="0" sldId="283"/>
            <ac:spMk id="4" creationId="{BBE7FE75-2E23-0C91-04F6-0F3CC49ED665}"/>
          </ac:spMkLst>
        </pc:spChg>
        <pc:spChg chg="add del mod">
          <ac:chgData name="이 은찬" userId="7171d596-a1e6-43c2-b263-57fdfdab9399" providerId="ADAL" clId="{84B8E845-A624-4E7E-AAB1-DF2C16F97486}" dt="2026-10-03T06:34:13.039" v="4693" actId="478"/>
          <ac:spMkLst>
            <pc:docMk/>
            <pc:sldMk cId="0" sldId="283"/>
            <ac:spMk id="5" creationId="{F403D3C2-2335-91DC-4944-4003E432374C}"/>
          </ac:spMkLst>
        </pc:spChg>
        <pc:spChg chg="add del mod">
          <ac:chgData name="이 은찬" userId="7171d596-a1e6-43c2-b263-57fdfdab9399" providerId="ADAL" clId="{84B8E845-A624-4E7E-AAB1-DF2C16F97486}" dt="2026-10-03T06:34:46.806" v="4702" actId="478"/>
          <ac:spMkLst>
            <pc:docMk/>
            <pc:sldMk cId="0" sldId="283"/>
            <ac:spMk id="6" creationId="{06D9614D-1A7A-9945-A50D-3AE1FD00D903}"/>
          </ac:spMkLst>
        </pc:spChg>
        <pc:spChg chg="add del mod">
          <ac:chgData name="이 은찬" userId="7171d596-a1e6-43c2-b263-57fdfdab9399" providerId="ADAL" clId="{84B8E845-A624-4E7E-AAB1-DF2C16F97486}" dt="2026-10-03T06:34:39.557" v="4697" actId="478"/>
          <ac:spMkLst>
            <pc:docMk/>
            <pc:sldMk cId="0" sldId="283"/>
            <ac:spMk id="7" creationId="{999696EF-1DD7-238B-0342-B8EDFE4E961E}"/>
          </ac:spMkLst>
        </pc:spChg>
        <pc:spChg chg="add del mod">
          <ac:chgData name="이 은찬" userId="7171d596-a1e6-43c2-b263-57fdfdab9399" providerId="ADAL" clId="{84B8E845-A624-4E7E-AAB1-DF2C16F97486}" dt="2026-10-03T06:34:45.600" v="4701" actId="478"/>
          <ac:spMkLst>
            <pc:docMk/>
            <pc:sldMk cId="0" sldId="283"/>
            <ac:spMk id="10" creationId="{73B5D0D2-EA3F-E050-8C67-1122F52EDA49}"/>
          </ac:spMkLst>
        </pc:spChg>
        <pc:spChg chg="add del mod">
          <ac:chgData name="이 은찬" userId="7171d596-a1e6-43c2-b263-57fdfdab9399" providerId="ADAL" clId="{84B8E845-A624-4E7E-AAB1-DF2C16F97486}" dt="2026-10-03T06:34:43.878" v="4700" actId="478"/>
          <ac:spMkLst>
            <pc:docMk/>
            <pc:sldMk cId="0" sldId="283"/>
            <ac:spMk id="12" creationId="{BEA85094-0497-9D7B-3A0F-6571CA1BA007}"/>
          </ac:spMkLst>
        </pc:spChg>
        <pc:spChg chg="add del mod">
          <ac:chgData name="이 은찬" userId="7171d596-a1e6-43c2-b263-57fdfdab9399" providerId="ADAL" clId="{84B8E845-A624-4E7E-AAB1-DF2C16F97486}" dt="2026-10-03T06:34:42.472" v="4699" actId="478"/>
          <ac:spMkLst>
            <pc:docMk/>
            <pc:sldMk cId="0" sldId="283"/>
            <ac:spMk id="14" creationId="{73586451-7471-92B0-2169-39011519C6C2}"/>
          </ac:spMkLst>
        </pc:spChg>
        <pc:spChg chg="add del mod">
          <ac:chgData name="이 은찬" userId="7171d596-a1e6-43c2-b263-57fdfdab9399" providerId="ADAL" clId="{84B8E845-A624-4E7E-AAB1-DF2C16F97486}" dt="2026-10-03T06:34:40.877" v="4698" actId="478"/>
          <ac:spMkLst>
            <pc:docMk/>
            <pc:sldMk cId="0" sldId="283"/>
            <ac:spMk id="16" creationId="{796D08B6-106F-CD57-6714-10D685FE25C6}"/>
          </ac:spMkLst>
        </pc:spChg>
        <pc:spChg chg="add mod">
          <ac:chgData name="이 은찬" userId="7171d596-a1e6-43c2-b263-57fdfdab9399" providerId="ADAL" clId="{84B8E845-A624-4E7E-AAB1-DF2C16F97486}" dt="2026-10-03T06:36:25.169" v="4765" actId="20577"/>
          <ac:spMkLst>
            <pc:docMk/>
            <pc:sldMk cId="0" sldId="283"/>
            <ac:spMk id="18" creationId="{1190AE18-0900-A828-1F58-9A19E59A07F5}"/>
          </ac:spMkLst>
        </pc:spChg>
        <pc:spChg chg="add mod">
          <ac:chgData name="이 은찬" userId="7171d596-a1e6-43c2-b263-57fdfdab9399" providerId="ADAL" clId="{84B8E845-A624-4E7E-AAB1-DF2C16F97486}" dt="2026-10-03T06:35:56.952" v="4730" actId="20577"/>
          <ac:spMkLst>
            <pc:docMk/>
            <pc:sldMk cId="0" sldId="283"/>
            <ac:spMk id="20" creationId="{120C9BE9-BE65-9E95-A06F-21B7C5C04DB8}"/>
          </ac:spMkLst>
        </pc:spChg>
        <pc:spChg chg="add mod">
          <ac:chgData name="이 은찬" userId="7171d596-a1e6-43c2-b263-57fdfdab9399" providerId="ADAL" clId="{84B8E845-A624-4E7E-AAB1-DF2C16F97486}" dt="2026-10-03T06:36:02.951" v="4737" actId="20577"/>
          <ac:spMkLst>
            <pc:docMk/>
            <pc:sldMk cId="0" sldId="283"/>
            <ac:spMk id="22" creationId="{2C270440-D40B-364B-8BEE-F08A6EE3A51A}"/>
          </ac:spMkLst>
        </pc:spChg>
        <pc:spChg chg="add mod">
          <ac:chgData name="이 은찬" userId="7171d596-a1e6-43c2-b263-57fdfdab9399" providerId="ADAL" clId="{84B8E845-A624-4E7E-AAB1-DF2C16F97486}" dt="2026-10-03T06:36:06.808" v="4744" actId="20577"/>
          <ac:spMkLst>
            <pc:docMk/>
            <pc:sldMk cId="0" sldId="283"/>
            <ac:spMk id="23" creationId="{3E968277-2D3A-8AD5-F027-647F2A1857A9}"/>
          </ac:spMkLst>
        </pc:spChg>
        <pc:spChg chg="add mod">
          <ac:chgData name="이 은찬" userId="7171d596-a1e6-43c2-b263-57fdfdab9399" providerId="ADAL" clId="{84B8E845-A624-4E7E-AAB1-DF2C16F97486}" dt="2026-10-03T05:46:34.845" v="4256" actId="1076"/>
          <ac:spMkLst>
            <pc:docMk/>
            <pc:sldMk cId="0" sldId="283"/>
            <ac:spMk id="25" creationId="{923CEA3C-687A-33A9-F268-DAD19E2A567F}"/>
          </ac:spMkLst>
        </pc:spChg>
        <pc:spChg chg="add mod">
          <ac:chgData name="이 은찬" userId="7171d596-a1e6-43c2-b263-57fdfdab9399" providerId="ADAL" clId="{84B8E845-A624-4E7E-AAB1-DF2C16F97486}" dt="2026-10-03T06:36:10.485" v="4749" actId="20577"/>
          <ac:spMkLst>
            <pc:docMk/>
            <pc:sldMk cId="0" sldId="283"/>
            <ac:spMk id="26" creationId="{FC4F26A3-B3FF-1B7F-5E5F-7B63B6C5BF50}"/>
          </ac:spMkLst>
        </pc:spChg>
        <pc:spChg chg="add mod">
          <ac:chgData name="이 은찬" userId="7171d596-a1e6-43c2-b263-57fdfdab9399" providerId="ADAL" clId="{84B8E845-A624-4E7E-AAB1-DF2C16F97486}" dt="2026-10-03T06:36:18.241" v="4758" actId="20577"/>
          <ac:spMkLst>
            <pc:docMk/>
            <pc:sldMk cId="0" sldId="283"/>
            <ac:spMk id="27" creationId="{3CBE7C41-2F0B-1E9E-28A7-4ADA194B2A0B}"/>
          </ac:spMkLst>
        </pc:spChg>
        <pc:spChg chg="mod">
          <ac:chgData name="이 은찬" userId="7171d596-a1e6-43c2-b263-57fdfdab9399" providerId="ADAL" clId="{84B8E845-A624-4E7E-AAB1-DF2C16F97486}" dt="2026-10-03T05:48:28.932" v="4280" actId="408"/>
          <ac:spMkLst>
            <pc:docMk/>
            <pc:sldMk cId="0" sldId="283"/>
            <ac:spMk id="96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5:08:32.304" v="3946" actId="478"/>
          <ac:spMkLst>
            <pc:docMk/>
            <pc:sldMk cId="0" sldId="283"/>
            <ac:spMk id="97" creationId="{00000000-0000-0000-0000-000000000000}"/>
          </ac:spMkLst>
        </pc:spChg>
        <pc:spChg chg="del mod">
          <ac:chgData name="이 은찬" userId="7171d596-a1e6-43c2-b263-57fdfdab9399" providerId="ADAL" clId="{84B8E845-A624-4E7E-AAB1-DF2C16F97486}" dt="2026-10-03T05:41:24.216" v="4176" actId="478"/>
          <ac:spMkLst>
            <pc:docMk/>
            <pc:sldMk cId="0" sldId="283"/>
            <ac:spMk id="98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0" creationId="{00000000-0000-0000-0000-000000000000}"/>
          </ac:spMkLst>
        </pc:spChg>
        <pc:spChg chg="del mod topLvl">
          <ac:chgData name="이 은찬" userId="7171d596-a1e6-43c2-b263-57fdfdab9399" providerId="ADAL" clId="{84B8E845-A624-4E7E-AAB1-DF2C16F97486}" dt="2026-10-03T06:13:22.006" v="4428" actId="478"/>
          <ac:spMkLst>
            <pc:docMk/>
            <pc:sldMk cId="0" sldId="283"/>
            <ac:spMk id="101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2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27.215" v="4429" actId="478"/>
          <ac:spMkLst>
            <pc:docMk/>
            <pc:sldMk cId="0" sldId="283"/>
            <ac:spMk id="103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4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28.887" v="4430" actId="478"/>
          <ac:spMkLst>
            <pc:docMk/>
            <pc:sldMk cId="0" sldId="283"/>
            <ac:spMk id="105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6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0.208" v="4431" actId="478"/>
          <ac:spMkLst>
            <pc:docMk/>
            <pc:sldMk cId="0" sldId="283"/>
            <ac:spMk id="107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8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1.466" v="4432" actId="478"/>
          <ac:spMkLst>
            <pc:docMk/>
            <pc:sldMk cId="0" sldId="283"/>
            <ac:spMk id="109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10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2.791" v="4433" actId="478"/>
          <ac:spMkLst>
            <pc:docMk/>
            <pc:sldMk cId="0" sldId="283"/>
            <ac:spMk id="111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12" creationId="{00000000-0000-0000-0000-000000000000}"/>
          </ac:spMkLst>
        </pc:spChg>
        <pc:spChg chg="del mod topLvl">
          <ac:chgData name="이 은찬" userId="7171d596-a1e6-43c2-b263-57fdfdab9399" providerId="ADAL" clId="{84B8E845-A624-4E7E-AAB1-DF2C16F97486}" dt="2026-10-03T06:13:19.488" v="4427" actId="478"/>
          <ac:spMkLst>
            <pc:docMk/>
            <pc:sldMk cId="0" sldId="283"/>
            <ac:spMk id="113" creationId="{00000000-0000-0000-0000-000000000000}"/>
          </ac:spMkLst>
        </pc:spChg>
        <pc:spChg chg="del mod">
          <ac:chgData name="이 은찬" userId="7171d596-a1e6-43c2-b263-57fdfdab9399" providerId="ADAL" clId="{84B8E845-A624-4E7E-AAB1-DF2C16F97486}" dt="2026-10-03T05:43:43.899" v="4194" actId="478"/>
          <ac:spMkLst>
            <pc:docMk/>
            <pc:sldMk cId="0" sldId="283"/>
            <ac:spMk id="114" creationId="{00000000-0000-0000-0000-000000000000}"/>
          </ac:spMkLst>
        </pc:spChg>
        <pc:grpChg chg="add del mod">
          <ac:chgData name="이 은찬" userId="7171d596-a1e6-43c2-b263-57fdfdab9399" providerId="ADAL" clId="{84B8E845-A624-4E7E-AAB1-DF2C16F97486}" dt="2026-10-03T06:11:09.146" v="4387" actId="165"/>
          <ac:grpSpMkLst>
            <pc:docMk/>
            <pc:sldMk cId="0" sldId="283"/>
            <ac:grpSpMk id="4" creationId="{781779D4-23B5-8B43-1ADF-6FC71614F71D}"/>
          </ac:grpSpMkLst>
        </pc:grpChg>
        <pc:graphicFrameChg chg="add mod">
          <ac:chgData name="이 은찬" userId="7171d596-a1e6-43c2-b263-57fdfdab9399" providerId="ADAL" clId="{84B8E845-A624-4E7E-AAB1-DF2C16F97486}" dt="2026-10-03T05:44:17.585" v="4200"/>
          <ac:graphicFrameMkLst>
            <pc:docMk/>
            <pc:sldMk cId="0" sldId="283"/>
            <ac:graphicFrameMk id="26" creationId="{C808AFEC-8480-D470-268C-D7CF28D68072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4:59.900" v="4239"/>
          <ac:graphicFrameMkLst>
            <pc:docMk/>
            <pc:sldMk cId="0" sldId="283"/>
            <ac:graphicFrameMk id="27" creationId="{4E462057-F1DB-472C-E874-89D8896ED862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04.653" v="4240"/>
          <ac:graphicFrameMkLst>
            <pc:docMk/>
            <pc:sldMk cId="0" sldId="283"/>
            <ac:graphicFrameMk id="28" creationId="{C5735B53-4114-B9B3-F41A-CB28FDD22437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43.081" v="4251"/>
          <ac:graphicFrameMkLst>
            <pc:docMk/>
            <pc:sldMk cId="0" sldId="283"/>
            <ac:graphicFrameMk id="29" creationId="{0B5F5D95-E3D9-C7C4-66B3-47507139C449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50.040" v="4252"/>
          <ac:graphicFrameMkLst>
            <pc:docMk/>
            <pc:sldMk cId="0" sldId="283"/>
            <ac:graphicFrameMk id="30" creationId="{E802B664-35D7-628D-E252-315B80019EBC}"/>
          </ac:graphicFrameMkLst>
        </pc:graphicFrameChg>
        <pc:picChg chg="add mod">
          <ac:chgData name="이 은찬" userId="7171d596-a1e6-43c2-b263-57fdfdab9399" providerId="ADAL" clId="{84B8E845-A624-4E7E-AAB1-DF2C16F97486}" dt="2026-10-03T05:39:22.017" v="4147" actId="14100"/>
          <ac:picMkLst>
            <pc:docMk/>
            <pc:sldMk cId="0" sldId="283"/>
            <ac:picMk id="6" creationId="{F75918B0-6272-523C-B47E-EA43FE1FE1E2}"/>
          </ac:picMkLst>
        </pc:picChg>
        <pc:picChg chg="add mod">
          <ac:chgData name="이 은찬" userId="7171d596-a1e6-43c2-b263-57fdfdab9399" providerId="ADAL" clId="{84B8E845-A624-4E7E-AAB1-DF2C16F97486}" dt="2026-10-03T05:48:40.737" v="4282"/>
          <ac:picMkLst>
            <pc:docMk/>
            <pc:sldMk cId="0" sldId="283"/>
            <ac:picMk id="8" creationId="{BBAFCF6A-D709-A8B5-CC63-6914AEE57C4C}"/>
          </ac:picMkLst>
        </pc:picChg>
        <pc:picChg chg="add mod">
          <ac:chgData name="이 은찬" userId="7171d596-a1e6-43c2-b263-57fdfdab9399" providerId="ADAL" clId="{84B8E845-A624-4E7E-AAB1-DF2C16F97486}" dt="2026-10-03T05:48:46.566" v="4283"/>
          <ac:picMkLst>
            <pc:docMk/>
            <pc:sldMk cId="0" sldId="283"/>
            <ac:picMk id="11" creationId="{2A45240A-967E-5DDE-85B9-0E3683CD25C6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3" creationId="{D8F4C225-D12B-793F-5AE4-A66C69E36502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5" creationId="{E9A56EA5-FFDF-771C-C13B-6290377B09A0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7" creationId="{330F32C6-F35C-78BB-9343-3ED5FAF59B81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9" creationId="{5F8E921A-7829-0BD1-F3C9-B93975F1AA08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21" creationId="{C697346D-28B4-79AB-63DC-3F57536209AB}"/>
          </ac:picMkLst>
        </pc:picChg>
        <pc:picChg chg="add mod">
          <ac:chgData name="이 은찬" userId="7171d596-a1e6-43c2-b263-57fdfdab9399" providerId="ADAL" clId="{84B8E845-A624-4E7E-AAB1-DF2C16F97486}" dt="2026-10-03T05:40:30.322" v="4159"/>
          <ac:picMkLst>
            <pc:docMk/>
            <pc:sldMk cId="0" sldId="283"/>
            <ac:picMk id="22" creationId="{7AB53C97-86DE-1F9E-3753-4588A57D22FF}"/>
          </ac:picMkLst>
        </pc:picChg>
        <pc:picChg chg="add mod">
          <ac:chgData name="이 은찬" userId="7171d596-a1e6-43c2-b263-57fdfdab9399" providerId="ADAL" clId="{84B8E845-A624-4E7E-AAB1-DF2C16F97486}" dt="2026-10-03T06:12:01.160" v="4412" actId="1076"/>
          <ac:picMkLst>
            <pc:docMk/>
            <pc:sldMk cId="0" sldId="283"/>
            <ac:picMk id="24" creationId="{54612EE2-C4E5-CDEB-D56A-F0917584DCA1}"/>
          </ac:picMkLst>
        </pc:picChg>
        <pc:cxnChg chg="mod topLvl">
          <ac:chgData name="이 은찬" userId="7171d596-a1e6-43c2-b263-57fdfdab9399" providerId="ADAL" clId="{84B8E845-A624-4E7E-AAB1-DF2C16F97486}" dt="2026-10-03T06:11:09.146" v="4387" actId="165"/>
          <ac:cxnSpMkLst>
            <pc:docMk/>
            <pc:sldMk cId="0" sldId="283"/>
            <ac:cxnSpMk id="99" creationId="{00000000-0000-0000-0000-000000000000}"/>
          </ac:cxnSpMkLst>
        </pc:cxnChg>
      </pc:sldChg>
      <pc:sldChg chg="addSp delSp modSp add mod">
        <pc:chgData name="이 은찬" userId="7171d596-a1e6-43c2-b263-57fdfdab9399" providerId="ADAL" clId="{84B8E845-A624-4E7E-AAB1-DF2C16F97486}" dt="2026-10-03T05:11:15.107" v="3968" actId="208"/>
        <pc:sldMkLst>
          <pc:docMk/>
          <pc:sldMk cId="618715306" sldId="284"/>
        </pc:sldMkLst>
        <pc:spChg chg="add mod">
          <ac:chgData name="이 은찬" userId="7171d596-a1e6-43c2-b263-57fdfdab9399" providerId="ADAL" clId="{84B8E845-A624-4E7E-AAB1-DF2C16F97486}" dt="2026-10-03T05:11:12.622" v="3967" actId="208"/>
          <ac:spMkLst>
            <pc:docMk/>
            <pc:sldMk cId="618715306" sldId="284"/>
            <ac:spMk id="2" creationId="{1DE9954C-656C-69AC-B8FF-E6C9FF3B88A7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5" creationId="{2DC5C4EB-7AE5-B4FD-194C-DDF27C085C94}"/>
          </ac:spMkLst>
        </pc:spChg>
        <pc:spChg chg="mod">
          <ac:chgData name="이 은찬" userId="7171d596-a1e6-43c2-b263-57fdfdab9399" providerId="ADAL" clId="{84B8E845-A624-4E7E-AAB1-DF2C16F97486}" dt="2026-10-03T05:10:59.422" v="3965" actId="207"/>
          <ac:spMkLst>
            <pc:docMk/>
            <pc:sldMk cId="618715306" sldId="284"/>
            <ac:spMk id="6" creationId="{7D2777C3-9A46-0578-BDE3-DF8BDE9BD195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7" creationId="{DA34C7EF-0F64-884C-3D4B-C76658C680EB}"/>
          </ac:spMkLst>
        </pc:spChg>
        <pc:spChg chg="mod">
          <ac:chgData name="이 은찬" userId="7171d596-a1e6-43c2-b263-57fdfdab9399" providerId="ADAL" clId="{84B8E845-A624-4E7E-AAB1-DF2C16F97486}" dt="2026-10-03T05:09:47.457" v="3957"/>
          <ac:spMkLst>
            <pc:docMk/>
            <pc:sldMk cId="618715306" sldId="284"/>
            <ac:spMk id="8" creationId="{00000000-0000-0000-0000-000000000000}"/>
          </ac:spMkLst>
        </pc:spChg>
        <pc:spChg chg="del topLvl">
          <ac:chgData name="이 은찬" userId="7171d596-a1e6-43c2-b263-57fdfdab9399" providerId="ADAL" clId="{84B8E845-A624-4E7E-AAB1-DF2C16F97486}" dt="2026-10-03T05:10:03.248" v="3958" actId="478"/>
          <ac:spMkLst>
            <pc:docMk/>
            <pc:sldMk cId="618715306" sldId="284"/>
            <ac:spMk id="15" creationId="{B23A71EE-1E52-98B7-A287-E26337A899E4}"/>
          </ac:spMkLst>
        </pc:spChg>
        <pc:spChg chg="del">
          <ac:chgData name="이 은찬" userId="7171d596-a1e6-43c2-b263-57fdfdab9399" providerId="ADAL" clId="{84B8E845-A624-4E7E-AAB1-DF2C16F97486}" dt="2026-10-03T05:09:30.541" v="3956" actId="478"/>
          <ac:spMkLst>
            <pc:docMk/>
            <pc:sldMk cId="618715306" sldId="284"/>
            <ac:spMk id="20" creationId="{779ACC18-372B-2603-8125-7B2C60DED3FB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1" creationId="{59B4D54A-BB2E-0E56-D21C-F9FC184913AC}"/>
          </ac:spMkLst>
        </pc:spChg>
        <pc:spChg chg="del">
          <ac:chgData name="이 은찬" userId="7171d596-a1e6-43c2-b263-57fdfdab9399" providerId="ADAL" clId="{84B8E845-A624-4E7E-AAB1-DF2C16F97486}" dt="2026-10-03T05:09:30.541" v="3956" actId="478"/>
          <ac:spMkLst>
            <pc:docMk/>
            <pc:sldMk cId="618715306" sldId="284"/>
            <ac:spMk id="23" creationId="{31DFE897-9EF6-0FEF-BFCE-6BAC1355BBF7}"/>
          </ac:spMkLst>
        </pc:spChg>
        <pc:spChg chg="mod">
          <ac:chgData name="이 은찬" userId="7171d596-a1e6-43c2-b263-57fdfdab9399" providerId="ADAL" clId="{84B8E845-A624-4E7E-AAB1-DF2C16F97486}" dt="2026-10-03T05:11:08.263" v="3966" actId="207"/>
          <ac:spMkLst>
            <pc:docMk/>
            <pc:sldMk cId="618715306" sldId="284"/>
            <ac:spMk id="24" creationId="{7747F5F8-00DD-5C2C-FED1-A4FE2D3F1BFB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5" creationId="{46D5FF55-EBA0-C199-DA8C-3DC01F3E23A4}"/>
          </ac:spMkLst>
        </pc:spChg>
        <pc:spChg chg="add mod">
          <ac:chgData name="이 은찬" userId="7171d596-a1e6-43c2-b263-57fdfdab9399" providerId="ADAL" clId="{84B8E845-A624-4E7E-AAB1-DF2C16F97486}" dt="2026-10-03T05:11:15.107" v="3968" actId="208"/>
          <ac:spMkLst>
            <pc:docMk/>
            <pc:sldMk cId="618715306" sldId="284"/>
            <ac:spMk id="26" creationId="{502A89E0-D6EE-374D-D206-973D234B1F7F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9" creationId="{A62A6DE8-A1F9-6F73-ACB6-86786FD63B50}"/>
          </ac:spMkLst>
        </pc:spChg>
        <pc:spChg chg="mod">
          <ac:chgData name="이 은찬" userId="7171d596-a1e6-43c2-b263-57fdfdab9399" providerId="ADAL" clId="{84B8E845-A624-4E7E-AAB1-DF2C16F97486}" dt="2026-10-03T05:10:46.246" v="3963" actId="207"/>
          <ac:spMkLst>
            <pc:docMk/>
            <pc:sldMk cId="618715306" sldId="284"/>
            <ac:spMk id="30" creationId="{573A83BB-1A61-9D95-DEBB-9EC5C2AE102D}"/>
          </ac:spMkLst>
        </pc:spChg>
        <pc:spChg chg="mod">
          <ac:chgData name="이 은찬" userId="7171d596-a1e6-43c2-b263-57fdfdab9399" providerId="ADAL" clId="{84B8E845-A624-4E7E-AAB1-DF2C16F97486}" dt="2026-10-03T05:10:51.352" v="3964" actId="14100"/>
          <ac:spMkLst>
            <pc:docMk/>
            <pc:sldMk cId="618715306" sldId="284"/>
            <ac:spMk id="31" creationId="{C03F09F3-36C3-A1E2-BBA6-B2B1A807FCEE}"/>
          </ac:spMkLst>
        </pc:s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3" creationId="{547A2D70-E0C5-A0A3-3226-42C785AB5962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4" creationId="{06E10AD4-513B-9810-E56A-17531B0E3980}"/>
          </ac:grpSpMkLst>
        </pc:gr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11" creationId="{99100149-24AC-4898-3D53-A24FB6379F7F}"/>
          </ac:grpSpMkLst>
        </pc:grpChg>
        <pc:grpChg chg="del">
          <ac:chgData name="이 은찬" userId="7171d596-a1e6-43c2-b263-57fdfdab9399" providerId="ADAL" clId="{84B8E845-A624-4E7E-AAB1-DF2C16F97486}" dt="2026-10-03T05:10:03.248" v="3958" actId="478"/>
          <ac:grpSpMkLst>
            <pc:docMk/>
            <pc:sldMk cId="618715306" sldId="284"/>
            <ac:grpSpMk id="13" creationId="{51D84E5A-6783-8811-184F-E76B7E2124FB}"/>
          </ac:grpSpMkLst>
        </pc:grpChg>
        <pc:grpChg chg="del topLvl">
          <ac:chgData name="이 은찬" userId="7171d596-a1e6-43c2-b263-57fdfdab9399" providerId="ADAL" clId="{84B8E845-A624-4E7E-AAB1-DF2C16F97486}" dt="2026-10-03T05:10:05.125" v="3959" actId="478"/>
          <ac:grpSpMkLst>
            <pc:docMk/>
            <pc:sldMk cId="618715306" sldId="284"/>
            <ac:grpSpMk id="14" creationId="{B1A69CEC-8D14-983A-3A63-AA5D4E93B377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18" creationId="{4ADADD15-04B4-9BA0-9ED3-25899C5FAB5D}"/>
          </ac:grpSpMkLst>
        </pc:gr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27" creationId="{50E4FE5F-8FE3-5771-A904-D3CD8879301B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28" creationId="{6CC4276C-F362-57E7-BD70-B04C8C6620CB}"/>
          </ac:grpSpMkLst>
        </pc:grpChg>
        <pc:picChg chg="del">
          <ac:chgData name="이 은찬" userId="7171d596-a1e6-43c2-b263-57fdfdab9399" providerId="ADAL" clId="{84B8E845-A624-4E7E-AAB1-DF2C16F97486}" dt="2026-10-03T05:09:30.541" v="3956" actId="478"/>
          <ac:picMkLst>
            <pc:docMk/>
            <pc:sldMk cId="618715306" sldId="284"/>
            <ac:picMk id="19" creationId="{CE12420A-C697-7461-8B1E-27DB346692D3}"/>
          </ac:picMkLst>
        </pc:picChg>
        <pc:picChg chg="del">
          <ac:chgData name="이 은찬" userId="7171d596-a1e6-43c2-b263-57fdfdab9399" providerId="ADAL" clId="{84B8E845-A624-4E7E-AAB1-DF2C16F97486}" dt="2026-10-03T05:09:30.541" v="3956" actId="478"/>
          <ac:picMkLst>
            <pc:docMk/>
            <pc:sldMk cId="618715306" sldId="284"/>
            <ac:picMk id="22" creationId="{539A5A42-F901-BC8B-82DB-F0BE9DDDCAAD}"/>
          </ac:picMkLst>
        </pc:picChg>
      </pc:sldChg>
      <pc:sldChg chg="delSp modSp add mod">
        <pc:chgData name="이 은찬" userId="7171d596-a1e6-43c2-b263-57fdfdab9399" providerId="ADAL" clId="{84B8E845-A624-4E7E-AAB1-DF2C16F97486}" dt="2026-10-03T06:21:42.201" v="4520" actId="20577"/>
        <pc:sldMkLst>
          <pc:docMk/>
          <pc:sldMk cId="265708773" sldId="285"/>
        </pc:sldMkLst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2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3" creationId="{7FF98ABA-47D1-A5F4-9281-577DFA30E12E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4" creationId="{FA334E57-535E-D53B-C8AD-17A1D28241E4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5" creationId="{162C1998-3DCB-A03F-FB03-30BFD0A8433B}"/>
          </ac:spMkLst>
        </pc:spChg>
        <pc:spChg chg="mod">
          <ac:chgData name="이 은찬" userId="7171d596-a1e6-43c2-b263-57fdfdab9399" providerId="ADAL" clId="{84B8E845-A624-4E7E-AAB1-DF2C16F97486}" dt="2026-10-03T06:21:42.201" v="4520" actId="20577"/>
          <ac:spMkLst>
            <pc:docMk/>
            <pc:sldMk cId="265708773" sldId="285"/>
            <ac:spMk id="6" creationId="{0F0653A8-7BC0-4078-8379-318D8B1E7F45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15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17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32" creationId="{00000000-0000-0000-0000-000000000000}"/>
          </ac:spMkLst>
        </pc:spChg>
        <pc:picChg chg="del">
          <ac:chgData name="이 은찬" userId="7171d596-a1e6-43c2-b263-57fdfdab9399" providerId="ADAL" clId="{84B8E845-A624-4E7E-AAB1-DF2C16F97486}" dt="2026-10-03T06:17:58.894" v="4485" actId="478"/>
          <ac:picMkLst>
            <pc:docMk/>
            <pc:sldMk cId="265708773" sldId="285"/>
            <ac:picMk id="16" creationId="{00000000-0000-0000-0000-000000000000}"/>
          </ac:picMkLst>
        </pc:picChg>
        <pc:picChg chg="del">
          <ac:chgData name="이 은찬" userId="7171d596-a1e6-43c2-b263-57fdfdab9399" providerId="ADAL" clId="{84B8E845-A624-4E7E-AAB1-DF2C16F97486}" dt="2026-10-03T06:17:58.894" v="4485" actId="478"/>
          <ac:picMkLst>
            <pc:docMk/>
            <pc:sldMk cId="265708773" sldId="285"/>
            <ac:picMk id="20" creationId="{CF129326-65E2-B351-ED3A-4D3C7ED73678}"/>
          </ac:picMkLst>
        </pc:picChg>
      </pc:sldChg>
    </pc:docChg>
  </pc:docChgLst>
  <pc:docChgLst>
    <pc:chgData name="이 은찬" userId="7171d596-a1e6-43c2-b263-57fdfdab9399" providerId="ADAL" clId="{76144162-B7B6-40E4-A480-CFC11E63907E}"/>
    <pc:docChg chg="undo custSel addSld delSld modSld">
      <pc:chgData name="이 은찬" userId="7171d596-a1e6-43c2-b263-57fdfdab9399" providerId="ADAL" clId="{76144162-B7B6-40E4-A480-CFC11E63907E}" dt="2026-10-24T07:06:54.604" v="334" actId="478"/>
      <pc:docMkLst>
        <pc:docMk/>
      </pc:docMkLst>
      <pc:sldChg chg="delSp modSp mod">
        <pc:chgData name="이 은찬" userId="7171d596-a1e6-43c2-b263-57fdfdab9399" providerId="ADAL" clId="{76144162-B7B6-40E4-A480-CFC11E63907E}" dt="2026-10-24T06:50:26.826" v="206" actId="478"/>
        <pc:sldMkLst>
          <pc:docMk/>
          <pc:sldMk cId="2746174679" sldId="264"/>
        </pc:sldMkLst>
        <pc:spChg chg="del">
          <ac:chgData name="이 은찬" userId="7171d596-a1e6-43c2-b263-57fdfdab9399" providerId="ADAL" clId="{76144162-B7B6-40E4-A480-CFC11E63907E}" dt="2026-10-24T06:50:26.826" v="206" actId="478"/>
          <ac:spMkLst>
            <pc:docMk/>
            <pc:sldMk cId="2746174679" sldId="264"/>
            <ac:spMk id="3" creationId="{7FF98ABA-47D1-A5F4-9281-577DFA30E12E}"/>
          </ac:spMkLst>
        </pc:spChg>
        <pc:spChg chg="mod">
          <ac:chgData name="이 은찬" userId="7171d596-a1e6-43c2-b263-57fdfdab9399" providerId="ADAL" clId="{76144162-B7B6-40E4-A480-CFC11E63907E}" dt="2026-10-18T07:00:26.007" v="183" actId="20577"/>
          <ac:spMkLst>
            <pc:docMk/>
            <pc:sldMk cId="2746174679" sldId="264"/>
            <ac:spMk id="8" creationId="{8A85E423-5130-678A-F2A2-6017CB42FB8E}"/>
          </ac:spMkLst>
        </pc:spChg>
        <pc:picChg chg="del">
          <ac:chgData name="이 은찬" userId="7171d596-a1e6-43c2-b263-57fdfdab9399" providerId="ADAL" clId="{76144162-B7B6-40E4-A480-CFC11E63907E}" dt="2026-10-24T06:50:15.875" v="205" actId="478"/>
          <ac:picMkLst>
            <pc:docMk/>
            <pc:sldMk cId="2746174679" sldId="264"/>
            <ac:picMk id="20" creationId="{CF129326-65E2-B351-ED3A-4D3C7ED73678}"/>
          </ac:picMkLst>
        </pc:picChg>
      </pc:sldChg>
      <pc:sldChg chg="modSp mod">
        <pc:chgData name="이 은찬" userId="7171d596-a1e6-43c2-b263-57fdfdab9399" providerId="ADAL" clId="{76144162-B7B6-40E4-A480-CFC11E63907E}" dt="2026-10-03T07:29:14.756" v="34" actId="404"/>
        <pc:sldMkLst>
          <pc:docMk/>
          <pc:sldMk cId="1828356913" sldId="265"/>
        </pc:sldMkLst>
        <pc:spChg chg="mod">
          <ac:chgData name="이 은찬" userId="7171d596-a1e6-43c2-b263-57fdfdab9399" providerId="ADAL" clId="{76144162-B7B6-40E4-A480-CFC11E63907E}" dt="2026-10-03T07:29:14.756" v="34" actId="404"/>
          <ac:spMkLst>
            <pc:docMk/>
            <pc:sldMk cId="1828356913" sldId="265"/>
            <ac:spMk id="3" creationId="{A0A52C7F-80DB-1F40-2637-9FB6949E0EB8}"/>
          </ac:spMkLst>
        </pc:spChg>
      </pc:sldChg>
      <pc:sldChg chg="modSp del mod">
        <pc:chgData name="이 은찬" userId="7171d596-a1e6-43c2-b263-57fdfdab9399" providerId="ADAL" clId="{76144162-B7B6-40E4-A480-CFC11E63907E}" dt="2026-10-03T09:28:48.397" v="88" actId="47"/>
        <pc:sldMkLst>
          <pc:docMk/>
          <pc:sldMk cId="4246831794" sldId="266"/>
        </pc:sldMkLst>
        <pc:spChg chg="mod">
          <ac:chgData name="이 은찬" userId="7171d596-a1e6-43c2-b263-57fdfdab9399" providerId="ADAL" clId="{76144162-B7B6-40E4-A480-CFC11E63907E}" dt="2026-10-03T06:59:00.312" v="33" actId="20577"/>
          <ac:spMkLst>
            <pc:docMk/>
            <pc:sldMk cId="4246831794" sldId="266"/>
            <ac:spMk id="9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06:52:09.105" v="23" actId="20577"/>
          <ac:spMkLst>
            <pc:docMk/>
            <pc:sldMk cId="4246831794" sldId="266"/>
            <ac:spMk id="96" creationId="{00000000-0000-0000-0000-000000000000}"/>
          </ac:spMkLst>
        </pc:spChg>
      </pc:sldChg>
      <pc:sldChg chg="delSp mod">
        <pc:chgData name="이 은찬" userId="7171d596-a1e6-43c2-b263-57fdfdab9399" providerId="ADAL" clId="{76144162-B7B6-40E4-A480-CFC11E63907E}" dt="2026-10-24T07:06:54.604" v="334" actId="478"/>
        <pc:sldMkLst>
          <pc:docMk/>
          <pc:sldMk cId="2661022117" sldId="270"/>
        </pc:sldMkLst>
        <pc:picChg chg="del">
          <ac:chgData name="이 은찬" userId="7171d596-a1e6-43c2-b263-57fdfdab9399" providerId="ADAL" clId="{76144162-B7B6-40E4-A480-CFC11E63907E}" dt="2026-10-24T07:06:54.604" v="334" actId="478"/>
          <ac:picMkLst>
            <pc:docMk/>
            <pc:sldMk cId="2661022117" sldId="270"/>
            <ac:picMk id="3" creationId="{888A0CB2-5A9D-FB97-20BE-35995711E5A6}"/>
          </ac:picMkLst>
        </pc:picChg>
      </pc:sldChg>
      <pc:sldChg chg="addSp delSp modSp mod">
        <pc:chgData name="이 은찬" userId="7171d596-a1e6-43c2-b263-57fdfdab9399" providerId="ADAL" clId="{76144162-B7B6-40E4-A480-CFC11E63907E}" dt="2026-10-03T08:47:06.074" v="81" actId="164"/>
        <pc:sldMkLst>
          <pc:docMk/>
          <pc:sldMk cId="1468056876" sldId="272"/>
        </pc:sldMkLst>
        <pc:spChg chg="add mod">
          <ac:chgData name="이 은찬" userId="7171d596-a1e6-43c2-b263-57fdfdab9399" providerId="ADAL" clId="{76144162-B7B6-40E4-A480-CFC11E63907E}" dt="2026-10-03T08:45:29.044" v="39"/>
          <ac:spMkLst>
            <pc:docMk/>
            <pc:sldMk cId="1468056876" sldId="272"/>
            <ac:spMk id="4" creationId="{13003EA8-6832-3E72-179B-50429E4E7279}"/>
          </ac:spMkLst>
        </pc:spChg>
        <pc:spChg chg="mod">
          <ac:chgData name="이 은찬" userId="7171d596-a1e6-43c2-b263-57fdfdab9399" providerId="ADAL" clId="{76144162-B7B6-40E4-A480-CFC11E63907E}" dt="2026-10-03T08:46:53.031" v="79" actId="20577"/>
          <ac:spMkLst>
            <pc:docMk/>
            <pc:sldMk cId="1468056876" sldId="272"/>
            <ac:spMk id="6" creationId="{702A533B-750F-D3DA-05E5-BF140579B77C}"/>
          </ac:spMkLst>
        </pc:spChg>
        <pc:spChg chg="mod">
          <ac:chgData name="이 은찬" userId="7171d596-a1e6-43c2-b263-57fdfdab9399" providerId="ADAL" clId="{76144162-B7B6-40E4-A480-CFC11E63907E}" dt="2026-10-03T08:46:27.618" v="65" actId="20577"/>
          <ac:spMkLst>
            <pc:docMk/>
            <pc:sldMk cId="1468056876" sldId="272"/>
            <ac:spMk id="8" creationId="{3168F200-C15A-7DEE-8B3B-0700DE64E854}"/>
          </ac:spMkLst>
        </pc:spChg>
        <pc:spChg chg="add mod">
          <ac:chgData name="이 은찬" userId="7171d596-a1e6-43c2-b263-57fdfdab9399" providerId="ADAL" clId="{76144162-B7B6-40E4-A480-CFC11E63907E}" dt="2026-10-03T08:45:29.044" v="39"/>
          <ac:spMkLst>
            <pc:docMk/>
            <pc:sldMk cId="1468056876" sldId="272"/>
            <ac:spMk id="12" creationId="{26279D7E-72DC-4C98-4121-71E1B583E1DB}"/>
          </ac:spMkLst>
        </pc:spChg>
        <pc:spChg chg="add del mod">
          <ac:chgData name="이 은찬" userId="7171d596-a1e6-43c2-b263-57fdfdab9399" providerId="ADAL" clId="{76144162-B7B6-40E4-A480-CFC11E63907E}" dt="2026-10-03T08:46:26.197" v="64" actId="478"/>
          <ac:spMkLst>
            <pc:docMk/>
            <pc:sldMk cId="1468056876" sldId="272"/>
            <ac:spMk id="14" creationId="{AF7A0588-3F8D-FF57-F5D3-55497F0A9F66}"/>
          </ac:spMkLst>
        </pc:spChg>
        <pc:spChg chg="add mod">
          <ac:chgData name="이 은찬" userId="7171d596-a1e6-43c2-b263-57fdfdab9399" providerId="ADAL" clId="{76144162-B7B6-40E4-A480-CFC11E63907E}" dt="2026-10-03T08:47:06.074" v="81" actId="164"/>
          <ac:spMkLst>
            <pc:docMk/>
            <pc:sldMk cId="1468056876" sldId="272"/>
            <ac:spMk id="15" creationId="{5544BC1A-CB02-D09E-6A91-A7DABCAC4517}"/>
          </ac:spMkLst>
        </pc:spChg>
        <pc:spChg chg="add mod">
          <ac:chgData name="이 은찬" userId="7171d596-a1e6-43c2-b263-57fdfdab9399" providerId="ADAL" clId="{76144162-B7B6-40E4-A480-CFC11E63907E}" dt="2026-10-03T08:46:30.639" v="67"/>
          <ac:spMkLst>
            <pc:docMk/>
            <pc:sldMk cId="1468056876" sldId="272"/>
            <ac:spMk id="16" creationId="{00486F2D-D00F-D1F6-5E5D-A834D4FADEE0}"/>
          </ac:spMkLst>
        </pc:spChg>
        <pc:spChg chg="add del mod">
          <ac:chgData name="이 은찬" userId="7171d596-a1e6-43c2-b263-57fdfdab9399" providerId="ADAL" clId="{76144162-B7B6-40E4-A480-CFC11E63907E}" dt="2026-10-03T08:46:52.406" v="78" actId="478"/>
          <ac:spMkLst>
            <pc:docMk/>
            <pc:sldMk cId="1468056876" sldId="272"/>
            <ac:spMk id="17" creationId="{0C363CD8-1FA4-C3ED-3A75-ACF0BBC2D425}"/>
          </ac:spMkLst>
        </pc:spChg>
        <pc:spChg chg="add mod">
          <ac:chgData name="이 은찬" userId="7171d596-a1e6-43c2-b263-57fdfdab9399" providerId="ADAL" clId="{76144162-B7B6-40E4-A480-CFC11E63907E}" dt="2026-10-03T08:47:06.074" v="81" actId="164"/>
          <ac:spMkLst>
            <pc:docMk/>
            <pc:sldMk cId="1468056876" sldId="272"/>
            <ac:spMk id="18" creationId="{BB13A669-0010-5816-0414-9A051F1710B3}"/>
          </ac:spMkLst>
        </pc:spChg>
        <pc:grpChg chg="mod">
          <ac:chgData name="이 은찬" userId="7171d596-a1e6-43c2-b263-57fdfdab9399" providerId="ADAL" clId="{76144162-B7B6-40E4-A480-CFC11E63907E}" dt="2026-10-03T08:47:06.074" v="81" actId="164"/>
          <ac:grpSpMkLst>
            <pc:docMk/>
            <pc:sldMk cId="1468056876" sldId="272"/>
            <ac:grpSpMk id="2" creationId="{DAE63B14-E732-26C8-79E1-2768CEF592C9}"/>
          </ac:grpSpMkLst>
        </pc:grpChg>
        <pc:grpChg chg="add mod">
          <ac:chgData name="이 은찬" userId="7171d596-a1e6-43c2-b263-57fdfdab9399" providerId="ADAL" clId="{76144162-B7B6-40E4-A480-CFC11E63907E}" dt="2026-10-03T08:47:06.074" v="81" actId="164"/>
          <ac:grpSpMkLst>
            <pc:docMk/>
            <pc:sldMk cId="1468056876" sldId="272"/>
            <ac:grpSpMk id="19" creationId="{39EE7576-3A81-4EBD-E489-5517A61707EB}"/>
          </ac:grpSpMkLst>
        </pc:grpChg>
        <pc:picChg chg="add mod">
          <ac:chgData name="이 은찬" userId="7171d596-a1e6-43c2-b263-57fdfdab9399" providerId="ADAL" clId="{76144162-B7B6-40E4-A480-CFC11E63907E}" dt="2026-10-03T08:45:46.840" v="42" actId="1076"/>
          <ac:picMkLst>
            <pc:docMk/>
            <pc:sldMk cId="1468056876" sldId="272"/>
            <ac:picMk id="13" creationId="{E3B1A1FE-A719-0B83-6336-AF20009F2D1C}"/>
          </ac:picMkLst>
        </pc:picChg>
      </pc:sldChg>
      <pc:sldChg chg="addSp modSp mod">
        <pc:chgData name="이 은찬" userId="7171d596-a1e6-43c2-b263-57fdfdab9399" providerId="ADAL" clId="{76144162-B7B6-40E4-A480-CFC11E63907E}" dt="2026-10-24T06:51:29.116" v="212" actId="1076"/>
        <pc:sldMkLst>
          <pc:docMk/>
          <pc:sldMk cId="2003696341" sldId="274"/>
        </pc:sldMkLst>
        <pc:spChg chg="mod">
          <ac:chgData name="이 은찬" userId="7171d596-a1e6-43c2-b263-57fdfdab9399" providerId="ADAL" clId="{76144162-B7B6-40E4-A480-CFC11E63907E}" dt="2026-10-04T14:09:27.559" v="171" actId="404"/>
          <ac:spMkLst>
            <pc:docMk/>
            <pc:sldMk cId="2003696341" sldId="274"/>
            <ac:spMk id="2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23:39:31.474" v="148" actId="207"/>
          <ac:spMkLst>
            <pc:docMk/>
            <pc:sldMk cId="2003696341" sldId="274"/>
            <ac:spMk id="4" creationId="{6AC4BE56-2517-14EB-2368-E703864108EB}"/>
          </ac:spMkLst>
        </pc:spChg>
        <pc:spChg chg="add mod">
          <ac:chgData name="이 은찬" userId="7171d596-a1e6-43c2-b263-57fdfdab9399" providerId="ADAL" clId="{76144162-B7B6-40E4-A480-CFC11E63907E}" dt="2026-10-24T06:51:29.116" v="212" actId="1076"/>
          <ac:spMkLst>
            <pc:docMk/>
            <pc:sldMk cId="2003696341" sldId="274"/>
            <ac:spMk id="5" creationId="{EBA75253-5116-C647-9892-47B22757E216}"/>
          </ac:spMkLst>
        </pc:spChg>
      </pc:sldChg>
      <pc:sldChg chg="modSp mod">
        <pc:chgData name="이 은찬" userId="7171d596-a1e6-43c2-b263-57fdfdab9399" providerId="ADAL" clId="{76144162-B7B6-40E4-A480-CFC11E63907E}" dt="2026-10-04T14:09:21.699" v="168" actId="404"/>
        <pc:sldMkLst>
          <pc:docMk/>
          <pc:sldMk cId="1598805440" sldId="275"/>
        </pc:sldMkLst>
        <pc:spChg chg="mod">
          <ac:chgData name="이 은찬" userId="7171d596-a1e6-43c2-b263-57fdfdab9399" providerId="ADAL" clId="{76144162-B7B6-40E4-A480-CFC11E63907E}" dt="2026-10-04T14:09:21.699" v="168" actId="404"/>
          <ac:spMkLst>
            <pc:docMk/>
            <pc:sldMk cId="1598805440" sldId="275"/>
            <ac:spMk id="8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4T09:38:53.019" v="152" actId="404"/>
          <ac:spMkLst>
            <pc:docMk/>
            <pc:sldMk cId="1598805440" sldId="275"/>
            <ac:spMk id="11" creationId="{8E61CD36-C972-184F-0FC4-66D3C5D68705}"/>
          </ac:spMkLst>
        </pc:spChg>
      </pc:sldChg>
      <pc:sldChg chg="modSp mod">
        <pc:chgData name="이 은찬" userId="7171d596-a1e6-43c2-b263-57fdfdab9399" providerId="ADAL" clId="{76144162-B7B6-40E4-A480-CFC11E63907E}" dt="2026-10-04T14:09:17.841" v="165" actId="404"/>
        <pc:sldMkLst>
          <pc:docMk/>
          <pc:sldMk cId="1625460004" sldId="276"/>
        </pc:sldMkLst>
        <pc:spChg chg="mod">
          <ac:chgData name="이 은찬" userId="7171d596-a1e6-43c2-b263-57fdfdab9399" providerId="ADAL" clId="{76144162-B7B6-40E4-A480-CFC11E63907E}" dt="2026-10-04T14:09:17.841" v="165" actId="404"/>
          <ac:spMkLst>
            <pc:docMk/>
            <pc:sldMk cId="1625460004" sldId="276"/>
            <ac:spMk id="8" creationId="{00000000-0000-0000-0000-000000000000}"/>
          </ac:spMkLst>
        </pc:spChg>
      </pc:sldChg>
      <pc:sldChg chg="addSp modSp mod">
        <pc:chgData name="이 은찬" userId="7171d596-a1e6-43c2-b263-57fdfdab9399" providerId="ADAL" clId="{76144162-B7B6-40E4-A480-CFC11E63907E}" dt="2026-10-24T06:52:36.884" v="215" actId="1076"/>
        <pc:sldMkLst>
          <pc:docMk/>
          <pc:sldMk cId="959801221" sldId="277"/>
        </pc:sldMkLst>
        <pc:spChg chg="add mod">
          <ac:chgData name="이 은찬" userId="7171d596-a1e6-43c2-b263-57fdfdab9399" providerId="ADAL" clId="{76144162-B7B6-40E4-A480-CFC11E63907E}" dt="2026-10-24T06:52:36.884" v="215" actId="1076"/>
          <ac:spMkLst>
            <pc:docMk/>
            <pc:sldMk cId="959801221" sldId="277"/>
            <ac:spMk id="2" creationId="{EC51C068-F365-EA1C-277E-EAF0A085D09D}"/>
          </ac:spMkLst>
        </pc:spChg>
        <pc:spChg chg="mod">
          <ac:chgData name="이 은찬" userId="7171d596-a1e6-43c2-b263-57fdfdab9399" providerId="ADAL" clId="{76144162-B7B6-40E4-A480-CFC11E63907E}" dt="2026-10-04T14:09:13.834" v="162" actId="404"/>
          <ac:spMkLst>
            <pc:docMk/>
            <pc:sldMk cId="959801221" sldId="277"/>
            <ac:spMk id="8" creationId="{00000000-0000-0000-0000-000000000000}"/>
          </ac:spMkLst>
        </pc:spChg>
      </pc:sldChg>
      <pc:sldChg chg="addSp modSp del mod">
        <pc:chgData name="이 은찬" userId="7171d596-a1e6-43c2-b263-57fdfdab9399" providerId="ADAL" clId="{76144162-B7B6-40E4-A480-CFC11E63907E}" dt="2026-10-24T07:05:44.995" v="276" actId="47"/>
        <pc:sldMkLst>
          <pc:docMk/>
          <pc:sldMk cId="2725197688" sldId="278"/>
        </pc:sldMkLst>
        <pc:spChg chg="mod">
          <ac:chgData name="이 은찬" userId="7171d596-a1e6-43c2-b263-57fdfdab9399" providerId="ADAL" clId="{76144162-B7B6-40E4-A480-CFC11E63907E}" dt="2026-10-04T14:09:08.450" v="159" actId="404"/>
          <ac:spMkLst>
            <pc:docMk/>
            <pc:sldMk cId="2725197688" sldId="278"/>
            <ac:spMk id="2" creationId="{00000000-0000-0000-0000-000000000000}"/>
          </ac:spMkLst>
        </pc:spChg>
        <pc:spChg chg="add mod">
          <ac:chgData name="이 은찬" userId="7171d596-a1e6-43c2-b263-57fdfdab9399" providerId="ADAL" clId="{76144162-B7B6-40E4-A480-CFC11E63907E}" dt="2026-10-24T07:03:27.294" v="217" actId="1076"/>
          <ac:spMkLst>
            <pc:docMk/>
            <pc:sldMk cId="2725197688" sldId="278"/>
            <ac:spMk id="4" creationId="{E6D61E16-3170-4311-EAA8-C630C147E4F8}"/>
          </ac:spMkLst>
        </pc:spChg>
      </pc:sldChg>
      <pc:sldChg chg="modSp mod">
        <pc:chgData name="이 은찬" userId="7171d596-a1e6-43c2-b263-57fdfdab9399" providerId="ADAL" clId="{76144162-B7B6-40E4-A480-CFC11E63907E}" dt="2026-10-04T09:38:30.814" v="150" actId="404"/>
        <pc:sldMkLst>
          <pc:docMk/>
          <pc:sldMk cId="1345329290" sldId="279"/>
        </pc:sldMkLst>
        <pc:spChg chg="mod">
          <ac:chgData name="이 은찬" userId="7171d596-a1e6-43c2-b263-57fdfdab9399" providerId="ADAL" clId="{76144162-B7B6-40E4-A480-CFC11E63907E}" dt="2026-10-04T09:38:30.814" v="150" actId="404"/>
          <ac:spMkLst>
            <pc:docMk/>
            <pc:sldMk cId="1345329290" sldId="279"/>
            <ac:spMk id="17" creationId="{0F69B248-1DA2-0830-8560-4D249201B6E7}"/>
          </ac:spMkLst>
        </pc:spChg>
      </pc:sldChg>
      <pc:sldChg chg="modSp mod">
        <pc:chgData name="이 은찬" userId="7171d596-a1e6-43c2-b263-57fdfdab9399" providerId="ADAL" clId="{76144162-B7B6-40E4-A480-CFC11E63907E}" dt="2026-10-18T07:02:03.914" v="204" actId="20577"/>
        <pc:sldMkLst>
          <pc:docMk/>
          <pc:sldMk cId="0" sldId="283"/>
        </pc:sldMkLst>
        <pc:spChg chg="mod">
          <ac:chgData name="이 은찬" userId="7171d596-a1e6-43c2-b263-57fdfdab9399" providerId="ADAL" clId="{76144162-B7B6-40E4-A480-CFC11E63907E}" dt="2026-10-04T14:09:45.424" v="180" actId="404"/>
          <ac:spMkLst>
            <pc:docMk/>
            <pc:sldMk cId="0" sldId="283"/>
            <ac:spMk id="2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18T07:01:35.357" v="186" actId="20577"/>
          <ac:spMkLst>
            <pc:docMk/>
            <pc:sldMk cId="0" sldId="283"/>
            <ac:spMk id="4" creationId="{BBE7FE75-2E23-0C91-04F6-0F3CC49ED665}"/>
          </ac:spMkLst>
        </pc:spChg>
        <pc:spChg chg="mod">
          <ac:chgData name="이 은찬" userId="7171d596-a1e6-43c2-b263-57fdfdab9399" providerId="ADAL" clId="{76144162-B7B6-40E4-A480-CFC11E63907E}" dt="2026-10-18T07:02:03.914" v="204" actId="20577"/>
          <ac:spMkLst>
            <pc:docMk/>
            <pc:sldMk cId="0" sldId="283"/>
            <ac:spMk id="18" creationId="{1190AE18-0900-A828-1F58-9A19E59A07F5}"/>
          </ac:spMkLst>
        </pc:spChg>
        <pc:spChg chg="mod">
          <ac:chgData name="이 은찬" userId="7171d596-a1e6-43c2-b263-57fdfdab9399" providerId="ADAL" clId="{76144162-B7B6-40E4-A480-CFC11E63907E}" dt="2026-10-18T07:01:38.828" v="187" actId="20577"/>
          <ac:spMkLst>
            <pc:docMk/>
            <pc:sldMk cId="0" sldId="283"/>
            <ac:spMk id="20" creationId="{120C9BE9-BE65-9E95-A06F-21B7C5C04DB8}"/>
          </ac:spMkLst>
        </pc:spChg>
        <pc:spChg chg="mod">
          <ac:chgData name="이 은찬" userId="7171d596-a1e6-43c2-b263-57fdfdab9399" providerId="ADAL" clId="{76144162-B7B6-40E4-A480-CFC11E63907E}" dt="2026-10-18T07:01:43.131" v="190" actId="20577"/>
          <ac:spMkLst>
            <pc:docMk/>
            <pc:sldMk cId="0" sldId="283"/>
            <ac:spMk id="22" creationId="{2C270440-D40B-364B-8BEE-F08A6EE3A51A}"/>
          </ac:spMkLst>
        </pc:spChg>
        <pc:spChg chg="mod">
          <ac:chgData name="이 은찬" userId="7171d596-a1e6-43c2-b263-57fdfdab9399" providerId="ADAL" clId="{76144162-B7B6-40E4-A480-CFC11E63907E}" dt="2026-10-18T07:01:47.840" v="193" actId="20577"/>
          <ac:spMkLst>
            <pc:docMk/>
            <pc:sldMk cId="0" sldId="283"/>
            <ac:spMk id="23" creationId="{3E968277-2D3A-8AD5-F027-647F2A1857A9}"/>
          </ac:spMkLst>
        </pc:spChg>
        <pc:spChg chg="mod">
          <ac:chgData name="이 은찬" userId="7171d596-a1e6-43c2-b263-57fdfdab9399" providerId="ADAL" clId="{76144162-B7B6-40E4-A480-CFC11E63907E}" dt="2026-10-18T07:01:53.514" v="196" actId="20577"/>
          <ac:spMkLst>
            <pc:docMk/>
            <pc:sldMk cId="0" sldId="283"/>
            <ac:spMk id="26" creationId="{FC4F26A3-B3FF-1B7F-5E5F-7B63B6C5BF50}"/>
          </ac:spMkLst>
        </pc:spChg>
        <pc:spChg chg="mod">
          <ac:chgData name="이 은찬" userId="7171d596-a1e6-43c2-b263-57fdfdab9399" providerId="ADAL" clId="{76144162-B7B6-40E4-A480-CFC11E63907E}" dt="2026-10-18T07:01:59.242" v="201" actId="20577"/>
          <ac:spMkLst>
            <pc:docMk/>
            <pc:sldMk cId="0" sldId="283"/>
            <ac:spMk id="27" creationId="{3CBE7C41-2F0B-1E9E-28A7-4ADA194B2A0B}"/>
          </ac:spMkLst>
        </pc:spChg>
        <pc:spChg chg="mod">
          <ac:chgData name="이 은찬" userId="7171d596-a1e6-43c2-b263-57fdfdab9399" providerId="ADAL" clId="{76144162-B7B6-40E4-A480-CFC11E63907E}" dt="2026-10-03T06:52:14.843" v="32" actId="20577"/>
          <ac:spMkLst>
            <pc:docMk/>
            <pc:sldMk cId="0" sldId="283"/>
            <ac:spMk id="96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06:48:48.840" v="7" actId="20577"/>
          <ac:spMkLst>
            <pc:docMk/>
            <pc:sldMk cId="0" sldId="283"/>
            <ac:spMk id="100" creationId="{00000000-0000-0000-0000-000000000000}"/>
          </ac:spMkLst>
        </pc:spChg>
      </pc:sldChg>
      <pc:sldChg chg="del">
        <pc:chgData name="이 은찬" userId="7171d596-a1e6-43c2-b263-57fdfdab9399" providerId="ADAL" clId="{76144162-B7B6-40E4-A480-CFC11E63907E}" dt="2026-10-03T09:51:37.100" v="113" actId="47"/>
        <pc:sldMkLst>
          <pc:docMk/>
          <pc:sldMk cId="618715306" sldId="284"/>
        </pc:sldMkLst>
      </pc:sldChg>
      <pc:sldChg chg="add del">
        <pc:chgData name="이 은찬" userId="7171d596-a1e6-43c2-b263-57fdfdab9399" providerId="ADAL" clId="{76144162-B7B6-40E4-A480-CFC11E63907E}" dt="2026-10-03T08:46:04.009" v="46" actId="47"/>
        <pc:sldMkLst>
          <pc:docMk/>
          <pc:sldMk cId="8852166" sldId="285"/>
        </pc:sldMkLst>
      </pc:sldChg>
      <pc:sldChg chg="addSp delSp modSp add mod">
        <pc:chgData name="이 은찬" userId="7171d596-a1e6-43c2-b263-57fdfdab9399" providerId="ADAL" clId="{76144162-B7B6-40E4-A480-CFC11E63907E}" dt="2026-10-04T14:09:40.800" v="177" actId="404"/>
        <pc:sldMkLst>
          <pc:docMk/>
          <pc:sldMk cId="1933191495" sldId="285"/>
        </pc:sldMkLst>
        <pc:spChg chg="mod">
          <ac:chgData name="이 은찬" userId="7171d596-a1e6-43c2-b263-57fdfdab9399" providerId="ADAL" clId="{76144162-B7B6-40E4-A480-CFC11E63907E}" dt="2026-10-04T14:09:40.800" v="177" actId="404"/>
          <ac:spMkLst>
            <pc:docMk/>
            <pc:sldMk cId="1933191495" sldId="285"/>
            <ac:spMk id="2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09:28:40.682" v="87"/>
          <ac:spMkLst>
            <pc:docMk/>
            <pc:sldMk cId="1933191495" sldId="285"/>
            <ac:spMk id="7" creationId="{0864A7C2-C561-2AAB-C8D6-09866407E468}"/>
          </ac:spMkLst>
        </pc:spChg>
        <pc:spChg chg="mod">
          <ac:chgData name="이 은찬" userId="7171d596-a1e6-43c2-b263-57fdfdab9399" providerId="ADAL" clId="{76144162-B7B6-40E4-A480-CFC11E63907E}" dt="2026-10-04T09:39:04.614" v="156" actId="20577"/>
          <ac:spMkLst>
            <pc:docMk/>
            <pc:sldMk cId="1933191495" sldId="285"/>
            <ac:spMk id="13" creationId="{A76FD4A6-26AA-DACE-945D-2E02C7D2DC37}"/>
          </ac:spMkLst>
        </pc:spChg>
        <pc:spChg chg="mod">
          <ac:chgData name="이 은찬" userId="7171d596-a1e6-43c2-b263-57fdfdab9399" providerId="ADAL" clId="{76144162-B7B6-40E4-A480-CFC11E63907E}" dt="2026-10-03T09:28:32.609" v="84"/>
          <ac:spMkLst>
            <pc:docMk/>
            <pc:sldMk cId="1933191495" sldId="285"/>
            <ac:spMk id="14" creationId="{F484BDF3-77B2-D14C-2D2D-BF61B0F9E366}"/>
          </ac:spMkLst>
        </pc:spChg>
        <pc:spChg chg="mod">
          <ac:chgData name="이 은찬" userId="7171d596-a1e6-43c2-b263-57fdfdab9399" providerId="ADAL" clId="{76144162-B7B6-40E4-A480-CFC11E63907E}" dt="2026-10-03T09:28:37.031" v="86" actId="20577"/>
          <ac:spMkLst>
            <pc:docMk/>
            <pc:sldMk cId="1933191495" sldId="285"/>
            <ac:spMk id="15" creationId="{B497DED7-8619-AAA5-43F9-0564133EF78A}"/>
          </ac:spMkLst>
        </pc:spChg>
        <pc:grpChg chg="add mod">
          <ac:chgData name="이 은찬" userId="7171d596-a1e6-43c2-b263-57fdfdab9399" providerId="ADAL" clId="{76144162-B7B6-40E4-A480-CFC11E63907E}" dt="2026-10-03T09:28:32.609" v="84"/>
          <ac:grpSpMkLst>
            <pc:docMk/>
            <pc:sldMk cId="1933191495" sldId="285"/>
            <ac:grpSpMk id="4" creationId="{1658A327-E1D9-C43B-E5EA-CE947AD79E40}"/>
          </ac:grpSpMkLst>
        </pc:grpChg>
        <pc:grpChg chg="mod">
          <ac:chgData name="이 은찬" userId="7171d596-a1e6-43c2-b263-57fdfdab9399" providerId="ADAL" clId="{76144162-B7B6-40E4-A480-CFC11E63907E}" dt="2026-10-03T09:28:32.609" v="84"/>
          <ac:grpSpMkLst>
            <pc:docMk/>
            <pc:sldMk cId="1933191495" sldId="285"/>
            <ac:grpSpMk id="5" creationId="{3C002F02-68C8-ED65-849C-9B9F09C2289A}"/>
          </ac:grpSpMkLst>
        </pc:grpChg>
        <pc:grpChg chg="del">
          <ac:chgData name="이 은찬" userId="7171d596-a1e6-43c2-b263-57fdfdab9399" providerId="ADAL" clId="{76144162-B7B6-40E4-A480-CFC11E63907E}" dt="2026-10-03T09:28:31.537" v="83" actId="478"/>
          <ac:grpSpMkLst>
            <pc:docMk/>
            <pc:sldMk cId="1933191495" sldId="285"/>
            <ac:grpSpMk id="35" creationId="{00000000-0000-0000-0000-000000000000}"/>
          </ac:grpSpMkLst>
        </pc:grpChg>
      </pc:sldChg>
      <pc:sldChg chg="addSp delSp modSp add del mod">
        <pc:chgData name="이 은찬" userId="7171d596-a1e6-43c2-b263-57fdfdab9399" providerId="ADAL" clId="{76144162-B7B6-40E4-A480-CFC11E63907E}" dt="2026-10-03T09:52:04.081" v="123" actId="47"/>
        <pc:sldMkLst>
          <pc:docMk/>
          <pc:sldMk cId="2162922352" sldId="286"/>
        </pc:sldMkLst>
        <pc:spChg chg="del">
          <ac:chgData name="이 은찬" userId="7171d596-a1e6-43c2-b263-57fdfdab9399" providerId="ADAL" clId="{76144162-B7B6-40E4-A480-CFC11E63907E}" dt="2026-10-03T09:49:44.419" v="91" actId="478"/>
          <ac:spMkLst>
            <pc:docMk/>
            <pc:sldMk cId="2162922352" sldId="286"/>
            <ac:spMk id="4" creationId="{6AC4BE56-2517-14EB-2368-E703864108EB}"/>
          </ac:spMkLst>
        </pc:spChg>
        <pc:spChg chg="add mod">
          <ac:chgData name="이 은찬" userId="7171d596-a1e6-43c2-b263-57fdfdab9399" providerId="ADAL" clId="{76144162-B7B6-40E4-A480-CFC11E63907E}" dt="2026-10-03T09:49:57.053" v="92"/>
          <ac:spMkLst>
            <pc:docMk/>
            <pc:sldMk cId="2162922352" sldId="286"/>
            <ac:spMk id="5" creationId="{73AE6C51-C5B9-0ECB-3BEF-246860BE1170}"/>
          </ac:spMkLst>
        </pc:spChg>
        <pc:spChg chg="mod">
          <ac:chgData name="이 은찬" userId="7171d596-a1e6-43c2-b263-57fdfdab9399" providerId="ADAL" clId="{76144162-B7B6-40E4-A480-CFC11E63907E}" dt="2026-10-03T09:49:57.053" v="92"/>
          <ac:spMkLst>
            <pc:docMk/>
            <pc:sldMk cId="2162922352" sldId="286"/>
            <ac:spMk id="8" creationId="{410D206A-AE03-CB04-4357-DFE3455E6883}"/>
          </ac:spMkLst>
        </pc:spChg>
        <pc:spChg chg="del">
          <ac:chgData name="이 은찬" userId="7171d596-a1e6-43c2-b263-57fdfdab9399" providerId="ADAL" clId="{76144162-B7B6-40E4-A480-CFC11E63907E}" dt="2026-10-03T09:49:44.419" v="91" actId="478"/>
          <ac:spMkLst>
            <pc:docMk/>
            <pc:sldMk cId="2162922352" sldId="286"/>
            <ac:spMk id="9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09:49:57.053" v="92"/>
          <ac:spMkLst>
            <pc:docMk/>
            <pc:sldMk cId="2162922352" sldId="286"/>
            <ac:spMk id="10" creationId="{84C383E5-61A1-9446-BC09-32B1D2CB2B76}"/>
          </ac:spMkLst>
        </pc:spChg>
        <pc:spChg chg="del">
          <ac:chgData name="이 은찬" userId="7171d596-a1e6-43c2-b263-57fdfdab9399" providerId="ADAL" clId="{76144162-B7B6-40E4-A480-CFC11E63907E}" dt="2026-10-03T09:49:41.733" v="90" actId="478"/>
          <ac:spMkLst>
            <pc:docMk/>
            <pc:sldMk cId="2162922352" sldId="286"/>
            <ac:spMk id="11" creationId="{85C1EBB4-E1E7-1D50-20DE-C572F9829AF7}"/>
          </ac:spMkLst>
        </pc:spChg>
        <pc:spChg chg="mod">
          <ac:chgData name="이 은찬" userId="7171d596-a1e6-43c2-b263-57fdfdab9399" providerId="ADAL" clId="{76144162-B7B6-40E4-A480-CFC11E63907E}" dt="2026-10-03T09:49:57.053" v="92"/>
          <ac:spMkLst>
            <pc:docMk/>
            <pc:sldMk cId="2162922352" sldId="286"/>
            <ac:spMk id="12" creationId="{560AF66E-92D5-838A-6DF5-E2B999B6836D}"/>
          </ac:spMkLst>
        </pc:spChg>
        <pc:spChg chg="mod">
          <ac:chgData name="이 은찬" userId="7171d596-a1e6-43c2-b263-57fdfdab9399" providerId="ADAL" clId="{76144162-B7B6-40E4-A480-CFC11E63907E}" dt="2026-10-03T09:49:57.053" v="92"/>
          <ac:spMkLst>
            <pc:docMk/>
            <pc:sldMk cId="2162922352" sldId="286"/>
            <ac:spMk id="15" creationId="{3BEE5B0C-514C-263A-A7CB-F757A0912B9E}"/>
          </ac:spMkLst>
        </pc:spChg>
        <pc:spChg chg="mod">
          <ac:chgData name="이 은찬" userId="7171d596-a1e6-43c2-b263-57fdfdab9399" providerId="ADAL" clId="{76144162-B7B6-40E4-A480-CFC11E63907E}" dt="2026-10-03T09:49:57.053" v="92"/>
          <ac:spMkLst>
            <pc:docMk/>
            <pc:sldMk cId="2162922352" sldId="286"/>
            <ac:spMk id="16" creationId="{DBC2EE64-C1F9-CCB6-3F7F-1A584033A77F}"/>
          </ac:spMkLst>
        </pc:spChg>
        <pc:spChg chg="mod">
          <ac:chgData name="이 은찬" userId="7171d596-a1e6-43c2-b263-57fdfdab9399" providerId="ADAL" clId="{76144162-B7B6-40E4-A480-CFC11E63907E}" dt="2026-10-03T09:49:57.053" v="92"/>
          <ac:spMkLst>
            <pc:docMk/>
            <pc:sldMk cId="2162922352" sldId="286"/>
            <ac:spMk id="17" creationId="{5B6AA306-250B-855B-5BFA-18D852F23EF9}"/>
          </ac:spMkLst>
        </pc:spChg>
        <pc:spChg chg="add mod">
          <ac:chgData name="이 은찬" userId="7171d596-a1e6-43c2-b263-57fdfdab9399" providerId="ADAL" clId="{76144162-B7B6-40E4-A480-CFC11E63907E}" dt="2026-10-03T09:49:57.053" v="92"/>
          <ac:spMkLst>
            <pc:docMk/>
            <pc:sldMk cId="2162922352" sldId="286"/>
            <ac:spMk id="18" creationId="{1671A567-0BBB-9853-BF70-9FB2454E8706}"/>
          </ac:spMkLst>
        </pc:spChg>
        <pc:spChg chg="mod">
          <ac:chgData name="이 은찬" userId="7171d596-a1e6-43c2-b263-57fdfdab9399" providerId="ADAL" clId="{76144162-B7B6-40E4-A480-CFC11E63907E}" dt="2026-10-03T09:49:57.053" v="92"/>
          <ac:spMkLst>
            <pc:docMk/>
            <pc:sldMk cId="2162922352" sldId="286"/>
            <ac:spMk id="21" creationId="{F25B9F2B-CD84-70AF-2B6F-AA40A6C85D7C}"/>
          </ac:spMkLst>
        </pc:spChg>
        <pc:spChg chg="mod">
          <ac:chgData name="이 은찬" userId="7171d596-a1e6-43c2-b263-57fdfdab9399" providerId="ADAL" clId="{76144162-B7B6-40E4-A480-CFC11E63907E}" dt="2026-10-03T09:49:57.053" v="92"/>
          <ac:spMkLst>
            <pc:docMk/>
            <pc:sldMk cId="2162922352" sldId="286"/>
            <ac:spMk id="22" creationId="{5114D6EC-67CE-AE99-7275-0D428BAABAEF}"/>
          </ac:spMkLst>
        </pc:spChg>
        <pc:spChg chg="mod">
          <ac:chgData name="이 은찬" userId="7171d596-a1e6-43c2-b263-57fdfdab9399" providerId="ADAL" clId="{76144162-B7B6-40E4-A480-CFC11E63907E}" dt="2026-10-03T09:49:57.053" v="92"/>
          <ac:spMkLst>
            <pc:docMk/>
            <pc:sldMk cId="2162922352" sldId="286"/>
            <ac:spMk id="23" creationId="{6DD85C5E-CBC1-883A-A015-D06216B4C123}"/>
          </ac:spMkLst>
        </pc:spChg>
        <pc:spChg chg="add mod">
          <ac:chgData name="이 은찬" userId="7171d596-a1e6-43c2-b263-57fdfdab9399" providerId="ADAL" clId="{76144162-B7B6-40E4-A480-CFC11E63907E}" dt="2026-10-03T09:51:32.791" v="112" actId="208"/>
          <ac:spMkLst>
            <pc:docMk/>
            <pc:sldMk cId="2162922352" sldId="286"/>
            <ac:spMk id="25" creationId="{43B37C1D-6DCA-C929-CA02-18B48D514911}"/>
          </ac:spMkLst>
        </pc:spChg>
        <pc:spChg chg="mod">
          <ac:chgData name="이 은찬" userId="7171d596-a1e6-43c2-b263-57fdfdab9399" providerId="ADAL" clId="{76144162-B7B6-40E4-A480-CFC11E63907E}" dt="2026-10-03T09:50:02.551" v="94"/>
          <ac:spMkLst>
            <pc:docMk/>
            <pc:sldMk cId="2162922352" sldId="286"/>
            <ac:spMk id="28" creationId="{84506FC3-801C-0706-30B2-0836BE94AC83}"/>
          </ac:spMkLst>
        </pc:spChg>
        <pc:spChg chg="mod">
          <ac:chgData name="이 은찬" userId="7171d596-a1e6-43c2-b263-57fdfdab9399" providerId="ADAL" clId="{76144162-B7B6-40E4-A480-CFC11E63907E}" dt="2026-10-03T09:51:09.044" v="107" actId="207"/>
          <ac:spMkLst>
            <pc:docMk/>
            <pc:sldMk cId="2162922352" sldId="286"/>
            <ac:spMk id="34" creationId="{E5843410-5DEB-168C-D7B0-925742A6413B}"/>
          </ac:spMkLst>
        </pc:spChg>
        <pc:spChg chg="mod">
          <ac:chgData name="이 은찬" userId="7171d596-a1e6-43c2-b263-57fdfdab9399" providerId="ADAL" clId="{76144162-B7B6-40E4-A480-CFC11E63907E}" dt="2026-10-03T09:51:11.984" v="108" actId="14100"/>
          <ac:spMkLst>
            <pc:docMk/>
            <pc:sldMk cId="2162922352" sldId="286"/>
            <ac:spMk id="35" creationId="{D679432C-F7CD-7870-1A69-FB5ECFAABA08}"/>
          </ac:spMkLst>
        </pc:spChg>
        <pc:spChg chg="mod">
          <ac:chgData name="이 은찬" userId="7171d596-a1e6-43c2-b263-57fdfdab9399" providerId="ADAL" clId="{76144162-B7B6-40E4-A480-CFC11E63907E}" dt="2026-10-03T09:50:02.551" v="94"/>
          <ac:spMkLst>
            <pc:docMk/>
            <pc:sldMk cId="2162922352" sldId="286"/>
            <ac:spMk id="38" creationId="{7C15E2F9-C35E-0D59-C4C9-F1C6E2E6A580}"/>
          </ac:spMkLst>
        </pc:spChg>
        <pc:spChg chg="mod">
          <ac:chgData name="이 은찬" userId="7171d596-a1e6-43c2-b263-57fdfdab9399" providerId="ADAL" clId="{76144162-B7B6-40E4-A480-CFC11E63907E}" dt="2026-10-03T09:51:16.087" v="110" actId="207"/>
          <ac:spMkLst>
            <pc:docMk/>
            <pc:sldMk cId="2162922352" sldId="286"/>
            <ac:spMk id="39" creationId="{9EB3D9C0-D83E-1D66-9973-1FB4253AAB2D}"/>
          </ac:spMkLst>
        </pc:spChg>
        <pc:spChg chg="mod">
          <ac:chgData name="이 은찬" userId="7171d596-a1e6-43c2-b263-57fdfdab9399" providerId="ADAL" clId="{76144162-B7B6-40E4-A480-CFC11E63907E}" dt="2026-10-03T09:51:19.194" v="111" actId="14100"/>
          <ac:spMkLst>
            <pc:docMk/>
            <pc:sldMk cId="2162922352" sldId="286"/>
            <ac:spMk id="40" creationId="{43BF7F68-B6EF-1AF5-0DFF-F68CC232DA55}"/>
          </ac:spMkLst>
        </pc:spChg>
        <pc:spChg chg="add mod">
          <ac:chgData name="이 은찬" userId="7171d596-a1e6-43c2-b263-57fdfdab9399" providerId="ADAL" clId="{76144162-B7B6-40E4-A480-CFC11E63907E}" dt="2026-10-03T09:51:32.791" v="112" actId="208"/>
          <ac:spMkLst>
            <pc:docMk/>
            <pc:sldMk cId="2162922352" sldId="286"/>
            <ac:spMk id="41" creationId="{69123E0B-28D6-5021-21E8-54644D23A857}"/>
          </ac:spMkLst>
        </pc:spChg>
        <pc:spChg chg="mod">
          <ac:chgData name="이 은찬" userId="7171d596-a1e6-43c2-b263-57fdfdab9399" providerId="ADAL" clId="{76144162-B7B6-40E4-A480-CFC11E63907E}" dt="2026-10-03T09:50:02.551" v="94"/>
          <ac:spMkLst>
            <pc:docMk/>
            <pc:sldMk cId="2162922352" sldId="286"/>
            <ac:spMk id="44" creationId="{EA7B6079-86EA-3136-9100-4B2322A8D024}"/>
          </ac:spMkLst>
        </pc:spChg>
        <pc:spChg chg="mod">
          <ac:chgData name="이 은찬" userId="7171d596-a1e6-43c2-b263-57fdfdab9399" providerId="ADAL" clId="{76144162-B7B6-40E4-A480-CFC11E63907E}" dt="2026-10-03T09:50:41.458" v="101" actId="207"/>
          <ac:spMkLst>
            <pc:docMk/>
            <pc:sldMk cId="2162922352" sldId="286"/>
            <ac:spMk id="45" creationId="{A2CA7F5C-E3F6-A358-2BCE-CDB9B6B86D89}"/>
          </ac:spMkLst>
        </pc:spChg>
        <pc:spChg chg="mod">
          <ac:chgData name="이 은찬" userId="7171d596-a1e6-43c2-b263-57fdfdab9399" providerId="ADAL" clId="{76144162-B7B6-40E4-A480-CFC11E63907E}" dt="2026-10-03T09:50:46.321" v="102" actId="14100"/>
          <ac:spMkLst>
            <pc:docMk/>
            <pc:sldMk cId="2162922352" sldId="286"/>
            <ac:spMk id="46" creationId="{769950F3-8F81-8AF5-E83C-85D191257E6A}"/>
          </ac:spMkLst>
        </pc:spChg>
        <pc:spChg chg="mod">
          <ac:chgData name="이 은찬" userId="7171d596-a1e6-43c2-b263-57fdfdab9399" providerId="ADAL" clId="{76144162-B7B6-40E4-A480-CFC11E63907E}" dt="2026-10-03T09:50:20.916" v="96"/>
          <ac:spMkLst>
            <pc:docMk/>
            <pc:sldMk cId="2162922352" sldId="286"/>
            <ac:spMk id="49" creationId="{14DEABF9-3456-73E8-9B6E-DDB433445210}"/>
          </ac:spMkLst>
        </pc:spChg>
        <pc:spChg chg="mod">
          <ac:chgData name="이 은찬" userId="7171d596-a1e6-43c2-b263-57fdfdab9399" providerId="ADAL" clId="{76144162-B7B6-40E4-A480-CFC11E63907E}" dt="2026-10-03T09:50:20.916" v="96"/>
          <ac:spMkLst>
            <pc:docMk/>
            <pc:sldMk cId="2162922352" sldId="286"/>
            <ac:spMk id="50" creationId="{BCA9A622-9C64-6670-D4EC-378E5707D1D6}"/>
          </ac:spMkLst>
        </pc:spChg>
        <pc:spChg chg="del mod">
          <ac:chgData name="이 은찬" userId="7171d596-a1e6-43c2-b263-57fdfdab9399" providerId="ADAL" clId="{76144162-B7B6-40E4-A480-CFC11E63907E}" dt="2026-10-03T09:50:26.727" v="98" actId="478"/>
          <ac:spMkLst>
            <pc:docMk/>
            <pc:sldMk cId="2162922352" sldId="286"/>
            <ac:spMk id="51" creationId="{5B06A8B4-4F72-FE93-65CB-099EEF48D750}"/>
          </ac:spMkLst>
        </pc:spChg>
        <pc:grpChg chg="add mod">
          <ac:chgData name="이 은찬" userId="7171d596-a1e6-43c2-b263-57fdfdab9399" providerId="ADAL" clId="{76144162-B7B6-40E4-A480-CFC11E63907E}" dt="2026-10-03T09:49:57.053" v="92"/>
          <ac:grpSpMkLst>
            <pc:docMk/>
            <pc:sldMk cId="2162922352" sldId="286"/>
            <ac:grpSpMk id="6" creationId="{271BFFB7-8392-CBD3-492E-69A55E68956E}"/>
          </ac:grpSpMkLst>
        </pc:grpChg>
        <pc:grpChg chg="mod">
          <ac:chgData name="이 은찬" userId="7171d596-a1e6-43c2-b263-57fdfdab9399" providerId="ADAL" clId="{76144162-B7B6-40E4-A480-CFC11E63907E}" dt="2026-10-03T09:49:57.053" v="92"/>
          <ac:grpSpMkLst>
            <pc:docMk/>
            <pc:sldMk cId="2162922352" sldId="286"/>
            <ac:grpSpMk id="7" creationId="{C8FD9107-CFD7-32EF-C9CF-8F6200FFD2B7}"/>
          </ac:grpSpMkLst>
        </pc:grpChg>
        <pc:grpChg chg="add mod">
          <ac:chgData name="이 은찬" userId="7171d596-a1e6-43c2-b263-57fdfdab9399" providerId="ADAL" clId="{76144162-B7B6-40E4-A480-CFC11E63907E}" dt="2026-10-03T09:49:57.053" v="92"/>
          <ac:grpSpMkLst>
            <pc:docMk/>
            <pc:sldMk cId="2162922352" sldId="286"/>
            <ac:grpSpMk id="13" creationId="{7CA640B2-A259-59AA-AAB0-A1AD6A424329}"/>
          </ac:grpSpMkLst>
        </pc:grpChg>
        <pc:grpChg chg="mod">
          <ac:chgData name="이 은찬" userId="7171d596-a1e6-43c2-b263-57fdfdab9399" providerId="ADAL" clId="{76144162-B7B6-40E4-A480-CFC11E63907E}" dt="2026-10-03T09:49:57.053" v="92"/>
          <ac:grpSpMkLst>
            <pc:docMk/>
            <pc:sldMk cId="2162922352" sldId="286"/>
            <ac:grpSpMk id="14" creationId="{955D910D-754C-6770-5B8D-CAB6431EBF41}"/>
          </ac:grpSpMkLst>
        </pc:grpChg>
        <pc:grpChg chg="add mod">
          <ac:chgData name="이 은찬" userId="7171d596-a1e6-43c2-b263-57fdfdab9399" providerId="ADAL" clId="{76144162-B7B6-40E4-A480-CFC11E63907E}" dt="2026-10-03T09:49:57.053" v="92"/>
          <ac:grpSpMkLst>
            <pc:docMk/>
            <pc:sldMk cId="2162922352" sldId="286"/>
            <ac:grpSpMk id="19" creationId="{683C6237-B824-F963-48F5-462B96F786E5}"/>
          </ac:grpSpMkLst>
        </pc:grpChg>
        <pc:grpChg chg="mod">
          <ac:chgData name="이 은찬" userId="7171d596-a1e6-43c2-b263-57fdfdab9399" providerId="ADAL" clId="{76144162-B7B6-40E4-A480-CFC11E63907E}" dt="2026-10-03T09:49:57.053" v="92"/>
          <ac:grpSpMkLst>
            <pc:docMk/>
            <pc:sldMk cId="2162922352" sldId="286"/>
            <ac:grpSpMk id="20" creationId="{36782B1D-3C54-D3CD-BB22-6B1C26D8A3B7}"/>
          </ac:grpSpMkLst>
        </pc:grpChg>
        <pc:grpChg chg="add mod">
          <ac:chgData name="이 은찬" userId="7171d596-a1e6-43c2-b263-57fdfdab9399" providerId="ADAL" clId="{76144162-B7B6-40E4-A480-CFC11E63907E}" dt="2026-10-03T09:50:02.551" v="94"/>
          <ac:grpSpMkLst>
            <pc:docMk/>
            <pc:sldMk cId="2162922352" sldId="286"/>
            <ac:grpSpMk id="26" creationId="{02C2987C-D1C1-EC07-1A41-4E14497FF016}"/>
          </ac:grpSpMkLst>
        </pc:grpChg>
        <pc:grpChg chg="mod">
          <ac:chgData name="이 은찬" userId="7171d596-a1e6-43c2-b263-57fdfdab9399" providerId="ADAL" clId="{76144162-B7B6-40E4-A480-CFC11E63907E}" dt="2026-10-03T09:50:02.551" v="94"/>
          <ac:grpSpMkLst>
            <pc:docMk/>
            <pc:sldMk cId="2162922352" sldId="286"/>
            <ac:grpSpMk id="27" creationId="{B48F0A58-AA66-F383-F3ED-C260323B3ADC}"/>
          </ac:grpSpMkLst>
        </pc:grpChg>
        <pc:grpChg chg="del">
          <ac:chgData name="이 은찬" userId="7171d596-a1e6-43c2-b263-57fdfdab9399" providerId="ADAL" clId="{76144162-B7B6-40E4-A480-CFC11E63907E}" dt="2026-10-03T09:50:00.834" v="93" actId="478"/>
          <ac:grpSpMkLst>
            <pc:docMk/>
            <pc:sldMk cId="2162922352" sldId="286"/>
            <ac:grpSpMk id="29" creationId="{EB076271-AAE1-C8D2-4009-72DA8A196114}"/>
          </ac:grpSpMkLst>
        </pc:grpChg>
        <pc:grpChg chg="add mod">
          <ac:chgData name="이 은찬" userId="7171d596-a1e6-43c2-b263-57fdfdab9399" providerId="ADAL" clId="{76144162-B7B6-40E4-A480-CFC11E63907E}" dt="2026-10-03T09:50:02.551" v="94"/>
          <ac:grpSpMkLst>
            <pc:docMk/>
            <pc:sldMk cId="2162922352" sldId="286"/>
            <ac:grpSpMk id="36" creationId="{57648775-6CE1-198E-3D29-8A7A75CA8FF4}"/>
          </ac:grpSpMkLst>
        </pc:grpChg>
        <pc:grpChg chg="mod">
          <ac:chgData name="이 은찬" userId="7171d596-a1e6-43c2-b263-57fdfdab9399" providerId="ADAL" clId="{76144162-B7B6-40E4-A480-CFC11E63907E}" dt="2026-10-03T09:50:02.551" v="94"/>
          <ac:grpSpMkLst>
            <pc:docMk/>
            <pc:sldMk cId="2162922352" sldId="286"/>
            <ac:grpSpMk id="37" creationId="{217FE135-115B-C153-75B1-9448D8A86217}"/>
          </ac:grpSpMkLst>
        </pc:grpChg>
        <pc:grpChg chg="add mod">
          <ac:chgData name="이 은찬" userId="7171d596-a1e6-43c2-b263-57fdfdab9399" providerId="ADAL" clId="{76144162-B7B6-40E4-A480-CFC11E63907E}" dt="2026-10-03T09:50:02.551" v="94"/>
          <ac:grpSpMkLst>
            <pc:docMk/>
            <pc:sldMk cId="2162922352" sldId="286"/>
            <ac:grpSpMk id="42" creationId="{03A599C3-1F99-333D-CB61-6197EBDBF647}"/>
          </ac:grpSpMkLst>
        </pc:grpChg>
        <pc:grpChg chg="mod">
          <ac:chgData name="이 은찬" userId="7171d596-a1e6-43c2-b263-57fdfdab9399" providerId="ADAL" clId="{76144162-B7B6-40E4-A480-CFC11E63907E}" dt="2026-10-03T09:50:02.551" v="94"/>
          <ac:grpSpMkLst>
            <pc:docMk/>
            <pc:sldMk cId="2162922352" sldId="286"/>
            <ac:grpSpMk id="43" creationId="{92006E2B-33F2-D387-FAD1-86AD7CEEB55B}"/>
          </ac:grpSpMkLst>
        </pc:grpChg>
        <pc:grpChg chg="add del mod">
          <ac:chgData name="이 은찬" userId="7171d596-a1e6-43c2-b263-57fdfdab9399" providerId="ADAL" clId="{76144162-B7B6-40E4-A480-CFC11E63907E}" dt="2026-10-03T09:50:48.653" v="103" actId="478"/>
          <ac:grpSpMkLst>
            <pc:docMk/>
            <pc:sldMk cId="2162922352" sldId="286"/>
            <ac:grpSpMk id="47" creationId="{72551646-0B19-E23F-B0EF-EF6E767E66FC}"/>
          </ac:grpSpMkLst>
        </pc:grpChg>
        <pc:grpChg chg="del mod">
          <ac:chgData name="이 은찬" userId="7171d596-a1e6-43c2-b263-57fdfdab9399" providerId="ADAL" clId="{76144162-B7B6-40E4-A480-CFC11E63907E}" dt="2026-10-03T09:50:26.727" v="98" actId="478"/>
          <ac:grpSpMkLst>
            <pc:docMk/>
            <pc:sldMk cId="2162922352" sldId="286"/>
            <ac:grpSpMk id="48" creationId="{6D4BA4CD-81A9-0C4A-7DC7-67FC1A25EA45}"/>
          </ac:grpSpMkLst>
        </pc:grpChg>
        <pc:picChg chg="del">
          <ac:chgData name="이 은찬" userId="7171d596-a1e6-43c2-b263-57fdfdab9399" providerId="ADAL" clId="{76144162-B7B6-40E4-A480-CFC11E63907E}" dt="2026-10-03T09:49:44.419" v="91" actId="478"/>
          <ac:picMkLst>
            <pc:docMk/>
            <pc:sldMk cId="2162922352" sldId="286"/>
            <ac:picMk id="24" creationId="{02E54112-1E19-CCC0-E200-0A28C9059A07}"/>
          </ac:picMkLst>
        </pc:picChg>
      </pc:sldChg>
      <pc:sldChg chg="addSp delSp modSp add mod">
        <pc:chgData name="이 은찬" userId="7171d596-a1e6-43c2-b263-57fdfdab9399" providerId="ADAL" clId="{76144162-B7B6-40E4-A480-CFC11E63907E}" dt="2026-10-04T14:09:33.164" v="174" actId="404"/>
        <pc:sldMkLst>
          <pc:docMk/>
          <pc:sldMk cId="2014286686" sldId="287"/>
        </pc:sldMkLst>
        <pc:spChg chg="mod">
          <ac:chgData name="이 은찬" userId="7171d596-a1e6-43c2-b263-57fdfdab9399" providerId="ADAL" clId="{76144162-B7B6-40E4-A480-CFC11E63907E}" dt="2026-10-04T14:09:33.164" v="174" actId="404"/>
          <ac:spMkLst>
            <pc:docMk/>
            <pc:sldMk cId="2014286686" sldId="287"/>
            <ac:spMk id="2" creationId="{00000000-0000-0000-0000-000000000000}"/>
          </ac:spMkLst>
        </pc:spChg>
        <pc:spChg chg="del mod">
          <ac:chgData name="이 은찬" userId="7171d596-a1e6-43c2-b263-57fdfdab9399" providerId="ADAL" clId="{76144162-B7B6-40E4-A480-CFC11E63907E}" dt="2026-10-03T09:51:52.432" v="119" actId="478"/>
          <ac:spMkLst>
            <pc:docMk/>
            <pc:sldMk cId="2014286686" sldId="287"/>
            <ac:spMk id="4" creationId="{6AC4BE56-2517-14EB-2368-E703864108EB}"/>
          </ac:spMkLst>
        </pc:spChg>
        <pc:spChg chg="add mod">
          <ac:chgData name="이 은찬" userId="7171d596-a1e6-43c2-b263-57fdfdab9399" providerId="ADAL" clId="{76144162-B7B6-40E4-A480-CFC11E63907E}" dt="2026-10-03T09:52:02.548" v="122"/>
          <ac:spMkLst>
            <pc:docMk/>
            <pc:sldMk cId="2014286686" sldId="287"/>
            <ac:spMk id="5" creationId="{3C55CA39-AF10-482D-F60C-9E4232A74202}"/>
          </ac:spMkLst>
        </pc:spChg>
        <pc:spChg chg="mod">
          <ac:chgData name="이 은찬" userId="7171d596-a1e6-43c2-b263-57fdfdab9399" providerId="ADAL" clId="{76144162-B7B6-40E4-A480-CFC11E63907E}" dt="2026-10-03T09:52:02.548" v="122"/>
          <ac:spMkLst>
            <pc:docMk/>
            <pc:sldMk cId="2014286686" sldId="287"/>
            <ac:spMk id="8" creationId="{313C6D3B-03FE-F820-22C7-25E7B03FE810}"/>
          </ac:spMkLst>
        </pc:spChg>
        <pc:spChg chg="mod">
          <ac:chgData name="이 은찬" userId="7171d596-a1e6-43c2-b263-57fdfdab9399" providerId="ADAL" clId="{76144162-B7B6-40E4-A480-CFC11E63907E}" dt="2026-10-03T09:52:02.548" v="122"/>
          <ac:spMkLst>
            <pc:docMk/>
            <pc:sldMk cId="2014286686" sldId="287"/>
            <ac:spMk id="10" creationId="{DA1D0A4F-4084-089C-0C16-8C0FBA5042A1}"/>
          </ac:spMkLst>
        </pc:spChg>
        <pc:spChg chg="del">
          <ac:chgData name="이 은찬" userId="7171d596-a1e6-43c2-b263-57fdfdab9399" providerId="ADAL" clId="{76144162-B7B6-40E4-A480-CFC11E63907E}" dt="2026-10-03T09:51:49.901" v="116" actId="478"/>
          <ac:spMkLst>
            <pc:docMk/>
            <pc:sldMk cId="2014286686" sldId="287"/>
            <ac:spMk id="11" creationId="{85C1EBB4-E1E7-1D50-20DE-C572F9829AF7}"/>
          </ac:spMkLst>
        </pc:spChg>
        <pc:spChg chg="mod">
          <ac:chgData name="이 은찬" userId="7171d596-a1e6-43c2-b263-57fdfdab9399" providerId="ADAL" clId="{76144162-B7B6-40E4-A480-CFC11E63907E}" dt="2026-10-03T09:52:02.548" v="122"/>
          <ac:spMkLst>
            <pc:docMk/>
            <pc:sldMk cId="2014286686" sldId="287"/>
            <ac:spMk id="12" creationId="{61DA4420-CE50-1878-9C95-48943C01D860}"/>
          </ac:spMkLst>
        </pc:spChg>
        <pc:spChg chg="mod">
          <ac:chgData name="이 은찬" userId="7171d596-a1e6-43c2-b263-57fdfdab9399" providerId="ADAL" clId="{76144162-B7B6-40E4-A480-CFC11E63907E}" dt="2026-10-03T09:52:02.548" v="122"/>
          <ac:spMkLst>
            <pc:docMk/>
            <pc:sldMk cId="2014286686" sldId="287"/>
            <ac:spMk id="15" creationId="{38F39432-D797-CE04-B26E-4A02D4951400}"/>
          </ac:spMkLst>
        </pc:spChg>
        <pc:spChg chg="mod">
          <ac:chgData name="이 은찬" userId="7171d596-a1e6-43c2-b263-57fdfdab9399" providerId="ADAL" clId="{76144162-B7B6-40E4-A480-CFC11E63907E}" dt="2026-10-03T09:52:02.548" v="122"/>
          <ac:spMkLst>
            <pc:docMk/>
            <pc:sldMk cId="2014286686" sldId="287"/>
            <ac:spMk id="16" creationId="{81A61E83-DF05-D4F1-2E87-82B1DFCCFDAC}"/>
          </ac:spMkLst>
        </pc:spChg>
        <pc:spChg chg="mod">
          <ac:chgData name="이 은찬" userId="7171d596-a1e6-43c2-b263-57fdfdab9399" providerId="ADAL" clId="{76144162-B7B6-40E4-A480-CFC11E63907E}" dt="2026-10-03T09:52:02.548" v="122"/>
          <ac:spMkLst>
            <pc:docMk/>
            <pc:sldMk cId="2014286686" sldId="287"/>
            <ac:spMk id="17" creationId="{AC509972-DED2-FBC8-B05E-B2AC1DFCB8BD}"/>
          </ac:spMkLst>
        </pc:spChg>
        <pc:spChg chg="add mod">
          <ac:chgData name="이 은찬" userId="7171d596-a1e6-43c2-b263-57fdfdab9399" providerId="ADAL" clId="{76144162-B7B6-40E4-A480-CFC11E63907E}" dt="2026-10-03T09:52:02.548" v="122"/>
          <ac:spMkLst>
            <pc:docMk/>
            <pc:sldMk cId="2014286686" sldId="287"/>
            <ac:spMk id="18" creationId="{F8E372E9-2ED4-1B00-0F6B-AAC6A38D7020}"/>
          </ac:spMkLst>
        </pc:spChg>
        <pc:spChg chg="mod">
          <ac:chgData name="이 은찬" userId="7171d596-a1e6-43c2-b263-57fdfdab9399" providerId="ADAL" clId="{76144162-B7B6-40E4-A480-CFC11E63907E}" dt="2026-10-03T09:52:02.548" v="122"/>
          <ac:spMkLst>
            <pc:docMk/>
            <pc:sldMk cId="2014286686" sldId="287"/>
            <ac:spMk id="21" creationId="{C7F90392-30A6-EF3D-82EA-7BB3C39B00F1}"/>
          </ac:spMkLst>
        </pc:spChg>
        <pc:spChg chg="mod">
          <ac:chgData name="이 은찬" userId="7171d596-a1e6-43c2-b263-57fdfdab9399" providerId="ADAL" clId="{76144162-B7B6-40E4-A480-CFC11E63907E}" dt="2026-10-03T09:52:02.548" v="122"/>
          <ac:spMkLst>
            <pc:docMk/>
            <pc:sldMk cId="2014286686" sldId="287"/>
            <ac:spMk id="22" creationId="{FBA0092B-8673-C5F7-7E9E-F64D23FE985C}"/>
          </ac:spMkLst>
        </pc:spChg>
        <pc:spChg chg="mod">
          <ac:chgData name="이 은찬" userId="7171d596-a1e6-43c2-b263-57fdfdab9399" providerId="ADAL" clId="{76144162-B7B6-40E4-A480-CFC11E63907E}" dt="2026-10-03T09:52:02.548" v="122"/>
          <ac:spMkLst>
            <pc:docMk/>
            <pc:sldMk cId="2014286686" sldId="287"/>
            <ac:spMk id="23" creationId="{0B2C552B-6456-BF1E-9F36-69359DB705C5}"/>
          </ac:spMkLst>
        </pc:spChg>
        <pc:spChg chg="del mod topLvl">
          <ac:chgData name="이 은찬" userId="7171d596-a1e6-43c2-b263-57fdfdab9399" providerId="ADAL" clId="{76144162-B7B6-40E4-A480-CFC11E63907E}" dt="2026-10-03T09:51:53.561" v="120" actId="478"/>
          <ac:spMkLst>
            <pc:docMk/>
            <pc:sldMk cId="2014286686" sldId="287"/>
            <ac:spMk id="31" creationId="{C1E058C1-8AAF-AE76-7C38-254B98CD19BD}"/>
          </ac:spMkLst>
        </pc:spChg>
        <pc:grpChg chg="add mod">
          <ac:chgData name="이 은찬" userId="7171d596-a1e6-43c2-b263-57fdfdab9399" providerId="ADAL" clId="{76144162-B7B6-40E4-A480-CFC11E63907E}" dt="2026-10-03T09:52:02.548" v="122"/>
          <ac:grpSpMkLst>
            <pc:docMk/>
            <pc:sldMk cId="2014286686" sldId="287"/>
            <ac:grpSpMk id="6" creationId="{74174DB0-CBE7-9763-F642-D688E036AEDD}"/>
          </ac:grpSpMkLst>
        </pc:grpChg>
        <pc:grpChg chg="mod">
          <ac:chgData name="이 은찬" userId="7171d596-a1e6-43c2-b263-57fdfdab9399" providerId="ADAL" clId="{76144162-B7B6-40E4-A480-CFC11E63907E}" dt="2026-10-03T09:52:02.548" v="122"/>
          <ac:grpSpMkLst>
            <pc:docMk/>
            <pc:sldMk cId="2014286686" sldId="287"/>
            <ac:grpSpMk id="7" creationId="{9B9004AE-323B-4F96-0646-A1F35A4D79DF}"/>
          </ac:grpSpMkLst>
        </pc:grpChg>
        <pc:grpChg chg="add mod">
          <ac:chgData name="이 은찬" userId="7171d596-a1e6-43c2-b263-57fdfdab9399" providerId="ADAL" clId="{76144162-B7B6-40E4-A480-CFC11E63907E}" dt="2026-10-03T09:52:02.548" v="122"/>
          <ac:grpSpMkLst>
            <pc:docMk/>
            <pc:sldMk cId="2014286686" sldId="287"/>
            <ac:grpSpMk id="13" creationId="{A8D0E4AA-4FAF-845E-A7F8-2AAD066D5B84}"/>
          </ac:grpSpMkLst>
        </pc:grpChg>
        <pc:grpChg chg="mod">
          <ac:chgData name="이 은찬" userId="7171d596-a1e6-43c2-b263-57fdfdab9399" providerId="ADAL" clId="{76144162-B7B6-40E4-A480-CFC11E63907E}" dt="2026-10-03T09:52:02.548" v="122"/>
          <ac:grpSpMkLst>
            <pc:docMk/>
            <pc:sldMk cId="2014286686" sldId="287"/>
            <ac:grpSpMk id="14" creationId="{2BD923D3-291C-313A-1D2E-89FA3B39E6ED}"/>
          </ac:grpSpMkLst>
        </pc:grpChg>
        <pc:grpChg chg="add mod">
          <ac:chgData name="이 은찬" userId="7171d596-a1e6-43c2-b263-57fdfdab9399" providerId="ADAL" clId="{76144162-B7B6-40E4-A480-CFC11E63907E}" dt="2026-10-03T09:52:02.548" v="122"/>
          <ac:grpSpMkLst>
            <pc:docMk/>
            <pc:sldMk cId="2014286686" sldId="287"/>
            <ac:grpSpMk id="19" creationId="{84B448AA-3597-9C14-67C4-97F008F4A2C9}"/>
          </ac:grpSpMkLst>
        </pc:grpChg>
        <pc:grpChg chg="mod">
          <ac:chgData name="이 은찬" userId="7171d596-a1e6-43c2-b263-57fdfdab9399" providerId="ADAL" clId="{76144162-B7B6-40E4-A480-CFC11E63907E}" dt="2026-10-03T09:52:02.548" v="122"/>
          <ac:grpSpMkLst>
            <pc:docMk/>
            <pc:sldMk cId="2014286686" sldId="287"/>
            <ac:grpSpMk id="20" creationId="{13181B23-299B-0426-2686-409CE727142E}"/>
          </ac:grpSpMkLst>
        </pc:grpChg>
        <pc:grpChg chg="del">
          <ac:chgData name="이 은찬" userId="7171d596-a1e6-43c2-b263-57fdfdab9399" providerId="ADAL" clId="{76144162-B7B6-40E4-A480-CFC11E63907E}" dt="2026-10-03T09:51:53.561" v="120" actId="478"/>
          <ac:grpSpMkLst>
            <pc:docMk/>
            <pc:sldMk cId="2014286686" sldId="287"/>
            <ac:grpSpMk id="29" creationId="{EB076271-AAE1-C8D2-4009-72DA8A196114}"/>
          </ac:grpSpMkLst>
        </pc:grpChg>
        <pc:grpChg chg="del topLvl">
          <ac:chgData name="이 은찬" userId="7171d596-a1e6-43c2-b263-57fdfdab9399" providerId="ADAL" clId="{76144162-B7B6-40E4-A480-CFC11E63907E}" dt="2026-10-03T09:51:55.544" v="121" actId="478"/>
          <ac:grpSpMkLst>
            <pc:docMk/>
            <pc:sldMk cId="2014286686" sldId="287"/>
            <ac:grpSpMk id="30" creationId="{0C5DEEEB-0296-5683-6F87-98A3B5EA9F94}"/>
          </ac:grpSpMkLst>
        </pc:grpChg>
        <pc:picChg chg="del">
          <ac:chgData name="이 은찬" userId="7171d596-a1e6-43c2-b263-57fdfdab9399" providerId="ADAL" clId="{76144162-B7B6-40E4-A480-CFC11E63907E}" dt="2026-10-03T09:51:48.809" v="115" actId="478"/>
          <ac:picMkLst>
            <pc:docMk/>
            <pc:sldMk cId="2014286686" sldId="287"/>
            <ac:picMk id="24" creationId="{02E54112-1E19-CCC0-E200-0A28C9059A07}"/>
          </ac:picMkLst>
        </pc:picChg>
      </pc:sldChg>
      <pc:sldChg chg="modSp add mod">
        <pc:chgData name="이 은찬" userId="7171d596-a1e6-43c2-b263-57fdfdab9399" providerId="ADAL" clId="{76144162-B7B6-40E4-A480-CFC11E63907E}" dt="2026-10-24T07:05:24.593" v="263" actId="207"/>
        <pc:sldMkLst>
          <pc:docMk/>
          <pc:sldMk cId="698358847" sldId="288"/>
        </pc:sldMkLst>
        <pc:spChg chg="mod">
          <ac:chgData name="이 은찬" userId="7171d596-a1e6-43c2-b263-57fdfdab9399" providerId="ADAL" clId="{76144162-B7B6-40E4-A480-CFC11E63907E}" dt="2026-10-24T07:05:05.225" v="258" actId="207"/>
          <ac:spMkLst>
            <pc:docMk/>
            <pc:sldMk cId="698358847" sldId="288"/>
            <ac:spMk id="19" creationId="{D63D451C-63B7-BFAB-B19B-06A2620A96C3}"/>
          </ac:spMkLst>
        </pc:spChg>
        <pc:spChg chg="mod">
          <ac:chgData name="이 은찬" userId="7171d596-a1e6-43c2-b263-57fdfdab9399" providerId="ADAL" clId="{76144162-B7B6-40E4-A480-CFC11E63907E}" dt="2026-10-24T07:05:09.728" v="259" actId="207"/>
          <ac:spMkLst>
            <pc:docMk/>
            <pc:sldMk cId="698358847" sldId="288"/>
            <ac:spMk id="21" creationId="{C3C695BF-A573-141F-2DB7-77B77F5725CD}"/>
          </ac:spMkLst>
        </pc:spChg>
        <pc:spChg chg="mod">
          <ac:chgData name="이 은찬" userId="7171d596-a1e6-43c2-b263-57fdfdab9399" providerId="ADAL" clId="{76144162-B7B6-40E4-A480-CFC11E63907E}" dt="2026-10-24T07:05:16.065" v="261" actId="207"/>
          <ac:spMkLst>
            <pc:docMk/>
            <pc:sldMk cId="698358847" sldId="288"/>
            <ac:spMk id="22" creationId="{E6A5D4C4-09DC-8C2F-4D52-EE065BFFB41E}"/>
          </ac:spMkLst>
        </pc:spChg>
        <pc:spChg chg="mod">
          <ac:chgData name="이 은찬" userId="7171d596-a1e6-43c2-b263-57fdfdab9399" providerId="ADAL" clId="{76144162-B7B6-40E4-A480-CFC11E63907E}" dt="2026-10-24T07:05:19.442" v="262" actId="207"/>
          <ac:spMkLst>
            <pc:docMk/>
            <pc:sldMk cId="698358847" sldId="288"/>
            <ac:spMk id="23" creationId="{7F368E7E-0DB4-62CD-4491-C91BB7B38A83}"/>
          </ac:spMkLst>
        </pc:spChg>
        <pc:spChg chg="mod">
          <ac:chgData name="이 은찬" userId="7171d596-a1e6-43c2-b263-57fdfdab9399" providerId="ADAL" clId="{76144162-B7B6-40E4-A480-CFC11E63907E}" dt="2026-10-24T07:05:24.593" v="263" actId="207"/>
          <ac:spMkLst>
            <pc:docMk/>
            <pc:sldMk cId="698358847" sldId="288"/>
            <ac:spMk id="25" creationId="{B8B15DA6-6B00-ED01-D74E-8D1E0F98A31B}"/>
          </ac:spMkLst>
        </pc:spChg>
      </pc:sldChg>
      <pc:sldChg chg="add del">
        <pc:chgData name="이 은찬" userId="7171d596-a1e6-43c2-b263-57fdfdab9399" providerId="ADAL" clId="{76144162-B7B6-40E4-A480-CFC11E63907E}" dt="2026-10-24T07:05:41.022" v="275" actId="47"/>
        <pc:sldMkLst>
          <pc:docMk/>
          <pc:sldMk cId="1738178205" sldId="289"/>
        </pc:sldMkLst>
      </pc:sldChg>
      <pc:sldChg chg="add del">
        <pc:chgData name="이 은찬" userId="7171d596-a1e6-43c2-b263-57fdfdab9399" providerId="ADAL" clId="{76144162-B7B6-40E4-A480-CFC11E63907E}" dt="2026-10-24T07:05:48.426" v="279" actId="47"/>
        <pc:sldMkLst>
          <pc:docMk/>
          <pc:sldMk cId="536347320" sldId="290"/>
        </pc:sldMkLst>
      </pc:sldChg>
      <pc:sldChg chg="add del">
        <pc:chgData name="이 은찬" userId="7171d596-a1e6-43c2-b263-57fdfdab9399" providerId="ADAL" clId="{76144162-B7B6-40E4-A480-CFC11E63907E}" dt="2026-10-24T07:05:47.244" v="278" actId="47"/>
        <pc:sldMkLst>
          <pc:docMk/>
          <pc:sldMk cId="1160755897" sldId="291"/>
        </pc:sldMkLst>
      </pc:sldChg>
      <pc:sldChg chg="add del">
        <pc:chgData name="이 은찬" userId="7171d596-a1e6-43c2-b263-57fdfdab9399" providerId="ADAL" clId="{76144162-B7B6-40E4-A480-CFC11E63907E}" dt="2026-10-24T07:05:46.191" v="277" actId="47"/>
        <pc:sldMkLst>
          <pc:docMk/>
          <pc:sldMk cId="46512513" sldId="292"/>
        </pc:sldMkLst>
      </pc:sldChg>
      <pc:sldChg chg="modSp add del mod">
        <pc:chgData name="이 은찬" userId="7171d596-a1e6-43c2-b263-57fdfdab9399" providerId="ADAL" clId="{76144162-B7B6-40E4-A480-CFC11E63907E}" dt="2026-10-24T07:05:30.576" v="265" actId="47"/>
        <pc:sldMkLst>
          <pc:docMk/>
          <pc:sldMk cId="2824789779" sldId="293"/>
        </pc:sldMkLst>
        <pc:spChg chg="mod">
          <ac:chgData name="이 은찬" userId="7171d596-a1e6-43c2-b263-57fdfdab9399" providerId="ADAL" clId="{76144162-B7B6-40E4-A480-CFC11E63907E}" dt="2026-10-24T07:04:52.847" v="256" actId="20577"/>
          <ac:spMkLst>
            <pc:docMk/>
            <pc:sldMk cId="2824789779" sldId="293"/>
            <ac:spMk id="19" creationId="{D63D451C-63B7-BFAB-B19B-06A2620A96C3}"/>
          </ac:spMkLst>
        </pc:spChg>
      </pc:sldChg>
      <pc:sldChg chg="delSp modSp add mod">
        <pc:chgData name="이 은찬" userId="7171d596-a1e6-43c2-b263-57fdfdab9399" providerId="ADAL" clId="{76144162-B7B6-40E4-A480-CFC11E63907E}" dt="2026-10-24T07:06:05.521" v="292" actId="478"/>
        <pc:sldMkLst>
          <pc:docMk/>
          <pc:sldMk cId="1490241401" sldId="294"/>
        </pc:sldMkLst>
        <pc:spChg chg="del">
          <ac:chgData name="이 은찬" userId="7171d596-a1e6-43c2-b263-57fdfdab9399" providerId="ADAL" clId="{76144162-B7B6-40E4-A480-CFC11E63907E}" dt="2026-10-24T07:06:05.521" v="292" actId="478"/>
          <ac:spMkLst>
            <pc:docMk/>
            <pc:sldMk cId="1490241401" sldId="294"/>
            <ac:spMk id="4" creationId="{E6D61E16-3170-4311-EAA8-C630C147E4F8}"/>
          </ac:spMkLst>
        </pc:spChg>
        <pc:spChg chg="mod">
          <ac:chgData name="이 은찬" userId="7171d596-a1e6-43c2-b263-57fdfdab9399" providerId="ADAL" clId="{76144162-B7B6-40E4-A480-CFC11E63907E}" dt="2026-10-24T07:05:36.478" v="274" actId="20577"/>
          <ac:spMkLst>
            <pc:docMk/>
            <pc:sldMk cId="1490241401" sldId="294"/>
            <ac:spMk id="19" creationId="{D63D451C-63B7-BFAB-B19B-06A2620A96C3}"/>
          </ac:spMkLst>
        </pc:spChg>
      </pc:sldChg>
      <pc:sldChg chg="delSp modSp add mod">
        <pc:chgData name="이 은찬" userId="7171d596-a1e6-43c2-b263-57fdfdab9399" providerId="ADAL" clId="{76144162-B7B6-40E4-A480-CFC11E63907E}" dt="2026-10-24T07:06:08.594" v="293" actId="478"/>
        <pc:sldMkLst>
          <pc:docMk/>
          <pc:sldMk cId="1331398631" sldId="295"/>
        </pc:sldMkLst>
        <pc:spChg chg="del">
          <ac:chgData name="이 은찬" userId="7171d596-a1e6-43c2-b263-57fdfdab9399" providerId="ADAL" clId="{76144162-B7B6-40E4-A480-CFC11E63907E}" dt="2026-10-24T07:06:08.594" v="293" actId="478"/>
          <ac:spMkLst>
            <pc:docMk/>
            <pc:sldMk cId="1331398631" sldId="295"/>
            <ac:spMk id="4" creationId="{E6D61E16-3170-4311-EAA8-C630C147E4F8}"/>
          </ac:spMkLst>
        </pc:spChg>
        <pc:spChg chg="mod">
          <ac:chgData name="이 은찬" userId="7171d596-a1e6-43c2-b263-57fdfdab9399" providerId="ADAL" clId="{76144162-B7B6-40E4-A480-CFC11E63907E}" dt="2026-10-24T07:05:57.836" v="290" actId="20577"/>
          <ac:spMkLst>
            <pc:docMk/>
            <pc:sldMk cId="1331398631" sldId="295"/>
            <ac:spMk id="21" creationId="{C3C695BF-A573-141F-2DB7-77B77F5725CD}"/>
          </ac:spMkLst>
        </pc:spChg>
      </pc:sldChg>
      <pc:sldChg chg="delSp modSp add mod">
        <pc:chgData name="이 은찬" userId="7171d596-a1e6-43c2-b263-57fdfdab9399" providerId="ADAL" clId="{76144162-B7B6-40E4-A480-CFC11E63907E}" dt="2026-10-24T07:06:25.340" v="313" actId="20577"/>
        <pc:sldMkLst>
          <pc:docMk/>
          <pc:sldMk cId="1436737431" sldId="296"/>
        </pc:sldMkLst>
        <pc:spChg chg="del">
          <ac:chgData name="이 은찬" userId="7171d596-a1e6-43c2-b263-57fdfdab9399" providerId="ADAL" clId="{76144162-B7B6-40E4-A480-CFC11E63907E}" dt="2026-10-24T07:06:11.010" v="294" actId="478"/>
          <ac:spMkLst>
            <pc:docMk/>
            <pc:sldMk cId="1436737431" sldId="296"/>
            <ac:spMk id="4" creationId="{E6D61E16-3170-4311-EAA8-C630C147E4F8}"/>
          </ac:spMkLst>
        </pc:spChg>
        <pc:spChg chg="mod">
          <ac:chgData name="이 은찬" userId="7171d596-a1e6-43c2-b263-57fdfdab9399" providerId="ADAL" clId="{76144162-B7B6-40E4-A480-CFC11E63907E}" dt="2026-10-24T07:06:25.340" v="313" actId="20577"/>
          <ac:spMkLst>
            <pc:docMk/>
            <pc:sldMk cId="1436737431" sldId="296"/>
            <ac:spMk id="22" creationId="{E6A5D4C4-09DC-8C2F-4D52-EE065BFFB41E}"/>
          </ac:spMkLst>
        </pc:spChg>
      </pc:sldChg>
      <pc:sldChg chg="modSp add mod">
        <pc:chgData name="이 은찬" userId="7171d596-a1e6-43c2-b263-57fdfdab9399" providerId="ADAL" clId="{76144162-B7B6-40E4-A480-CFC11E63907E}" dt="2026-10-24T07:06:31.213" v="323" actId="20577"/>
        <pc:sldMkLst>
          <pc:docMk/>
          <pc:sldMk cId="2196346142" sldId="297"/>
        </pc:sldMkLst>
        <pc:spChg chg="mod">
          <ac:chgData name="이 은찬" userId="7171d596-a1e6-43c2-b263-57fdfdab9399" providerId="ADAL" clId="{76144162-B7B6-40E4-A480-CFC11E63907E}" dt="2026-10-24T07:06:31.213" v="323" actId="20577"/>
          <ac:spMkLst>
            <pc:docMk/>
            <pc:sldMk cId="2196346142" sldId="297"/>
            <ac:spMk id="23" creationId="{7F368E7E-0DB4-62CD-4491-C91BB7B38A83}"/>
          </ac:spMkLst>
        </pc:spChg>
      </pc:sldChg>
      <pc:sldChg chg="modSp add mod">
        <pc:chgData name="이 은찬" userId="7171d596-a1e6-43c2-b263-57fdfdab9399" providerId="ADAL" clId="{76144162-B7B6-40E4-A480-CFC11E63907E}" dt="2026-10-24T07:06:38.944" v="333" actId="20577"/>
        <pc:sldMkLst>
          <pc:docMk/>
          <pc:sldMk cId="2751536692" sldId="298"/>
        </pc:sldMkLst>
        <pc:spChg chg="mod">
          <ac:chgData name="이 은찬" userId="7171d596-a1e6-43c2-b263-57fdfdab9399" providerId="ADAL" clId="{76144162-B7B6-40E4-A480-CFC11E63907E}" dt="2026-10-24T07:06:38.944" v="333" actId="20577"/>
          <ac:spMkLst>
            <pc:docMk/>
            <pc:sldMk cId="2751536692" sldId="298"/>
            <ac:spMk id="25" creationId="{B8B15DA6-6B00-ED01-D74E-8D1E0F98A3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407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42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173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950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1692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512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201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790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625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755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149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2541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202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3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10" Type="http://schemas.microsoft.com/office/2007/relationships/hdphoto" Target="../media/hdphoto4.wdp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14" Type="http://schemas.microsoft.com/office/2007/relationships/hdphoto" Target="../media/hdphoto6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472267" y="2767280"/>
            <a:ext cx="99033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4000" spc="-200" dirty="0">
                <a:solidFill>
                  <a:srgbClr val="F6877E"/>
                </a:solidFill>
                <a:latin typeface="+mj-ea"/>
                <a:ea typeface="+mj-ea"/>
              </a:rPr>
              <a:t>공간을 디자인하면</a:t>
            </a:r>
            <a:endParaRPr lang="en-US" altLang="ko-KR" sz="4000" spc="-200" dirty="0">
              <a:solidFill>
                <a:srgbClr val="F6877E"/>
              </a:solidFill>
              <a:latin typeface="+mj-ea"/>
              <a:ea typeface="+mj-ea"/>
            </a:endParaRPr>
          </a:p>
          <a:p>
            <a:r>
              <a:rPr lang="ko-KR" altLang="en-US" sz="4000" spc="-200" dirty="0">
                <a:solidFill>
                  <a:srgbClr val="F6877E"/>
                </a:solidFill>
                <a:latin typeface="+mj-ea"/>
                <a:ea typeface="+mj-ea"/>
              </a:rPr>
              <a:t>무엇이 달라질까</a:t>
            </a:r>
            <a:r>
              <a:rPr lang="en-US" altLang="ko-KR" sz="4000" spc="-200" dirty="0">
                <a:solidFill>
                  <a:srgbClr val="F6877E"/>
                </a:solidFill>
                <a:latin typeface="+mj-ea"/>
                <a:ea typeface="+mj-ea"/>
              </a:rPr>
              <a:t>?</a:t>
            </a:r>
            <a:endParaRPr lang="ko-KR" altLang="en-US" sz="4000" spc="-200" dirty="0">
              <a:solidFill>
                <a:srgbClr val="F6877E"/>
              </a:solidFill>
              <a:latin typeface="+mj-ea"/>
              <a:ea typeface="+mj-ea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2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2">
            <a:extLst>
              <a:ext uri="{FF2B5EF4-FFF2-40B4-BE49-F238E27FC236}">
                <a16:creationId xmlns:a16="http://schemas.microsoft.com/office/drawing/2014/main" id="{FA334E57-535E-D53B-C8AD-17A1D28241E4}"/>
              </a:ext>
            </a:extLst>
          </p:cNvPr>
          <p:cNvSpPr/>
          <p:nvPr/>
        </p:nvSpPr>
        <p:spPr>
          <a:xfrm>
            <a:off x="472268" y="4281006"/>
            <a:ext cx="4951658" cy="308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altLang="ko-KR" sz="1500" b="1" u="none" dirty="0">
                <a:solidFill>
                  <a:srgbClr val="F6877E"/>
                </a:solidFill>
                <a:latin typeface="+mj-ea"/>
                <a:ea typeface="+mj-ea"/>
              </a:rPr>
              <a:t>(</a:t>
            </a:r>
            <a:r>
              <a:rPr lang="ko-KR" altLang="en-US" sz="1500" b="1" u="none" dirty="0">
                <a:solidFill>
                  <a:srgbClr val="F6877E"/>
                </a:solidFill>
                <a:latin typeface="+mj-ea"/>
                <a:ea typeface="+mj-ea"/>
              </a:rPr>
              <a:t>공간 디자인의 의미와 좋은 공간 디자인의 조건 알아보기</a:t>
            </a:r>
            <a:r>
              <a:rPr lang="en-US" altLang="ko-KR" sz="1500" b="1" u="none" dirty="0">
                <a:solidFill>
                  <a:srgbClr val="F6877E"/>
                </a:solidFill>
                <a:latin typeface="+mj-ea"/>
                <a:ea typeface="+mj-ea"/>
              </a:rPr>
              <a:t>)</a:t>
            </a:r>
            <a:endParaRPr lang="ko-KR" altLang="en-US" sz="1500" b="1" u="none" dirty="0">
              <a:solidFill>
                <a:srgbClr val="F6877E"/>
              </a:solidFill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85E423-5130-678A-F2A2-6017CB42FB8E}"/>
              </a:ext>
            </a:extLst>
          </p:cNvPr>
          <p:cNvSpPr/>
          <p:nvPr/>
        </p:nvSpPr>
        <p:spPr>
          <a:xfrm>
            <a:off x="5159542" y="1977998"/>
            <a:ext cx="2542512" cy="66633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373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20</a:t>
            </a:r>
            <a:r>
              <a:rPr lang="ko-KR" altLang="en-US" sz="373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373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이번 차시의 프로젝트 단계는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2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도입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15565" y="3169213"/>
            <a:ext cx="10397305" cy="0"/>
          </a:xfrm>
          <a:prstGeom prst="line">
            <a:avLst/>
          </a:prstGeom>
          <a:ln w="38100">
            <a:solidFill>
              <a:srgbClr val="F6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238657" y="2492305"/>
            <a:ext cx="1353816" cy="1353816"/>
          </a:xfrm>
          <a:prstGeom prst="ellipse">
            <a:avLst/>
          </a:prstGeom>
          <a:solidFill>
            <a:srgbClr val="D9534A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chemeClr val="bg1"/>
                </a:solidFill>
                <a:latin typeface="+mj-ea"/>
                <a:ea typeface="+mj-ea"/>
              </a:rPr>
              <a:t>이해</a:t>
            </a:r>
            <a:endParaRPr sz="2000" b="1" u="none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1971541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발견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3704425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200" b="1" dirty="0">
                <a:solidFill>
                  <a:srgbClr val="D9534A"/>
                </a:solidFill>
                <a:latin typeface="+mj-ea"/>
                <a:ea typeface="+mj-ea"/>
              </a:rPr>
              <a:t>발상</a:t>
            </a:r>
            <a:endParaRPr sz="22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5437310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계획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7170194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점검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8903078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실행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10635962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성찰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AFCF6A-D709-A8B5-CC63-6914AEE57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1120" y="1604846"/>
            <a:ext cx="1214918" cy="12149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A45240A-967E-5DDE-85B9-0E3683CD2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757" y="1604846"/>
            <a:ext cx="1214918" cy="121491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8F4C225-D12B-793F-5AE4-A66C69E365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44151" y="1604846"/>
            <a:ext cx="1214918" cy="121491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9A56EA5-FFDF-771C-C13B-6290377B09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77545" y="1604846"/>
            <a:ext cx="1214918" cy="121491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30F32C6-F35C-78BB-9343-3ED5FAF59B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0939" y="1604846"/>
            <a:ext cx="1214918" cy="121491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F8E921A-7829-0BD1-F3C9-B93975F1AA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44333" y="1604846"/>
            <a:ext cx="1214918" cy="121491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697346D-28B4-79AB-63DC-3F57536209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77727" y="1604846"/>
            <a:ext cx="1214918" cy="121491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4612EE2-C4E5-CDEB-D56A-F0917584DCA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02" y="4300305"/>
            <a:ext cx="2105025" cy="210502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23CEA3C-687A-33A9-F268-DAD19E2A567F}"/>
              </a:ext>
            </a:extLst>
          </p:cNvPr>
          <p:cNvSpPr/>
          <p:nvPr/>
        </p:nvSpPr>
        <p:spPr>
          <a:xfrm>
            <a:off x="2204829" y="4953600"/>
            <a:ext cx="9715500" cy="1196772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이번 차시를 배우면 여러분은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  <a:p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공간 디자인의 의미를 알고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좋은 공간 디자인의 조건을 설명할 수 있어요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E7FE75-2E23-0C91-04F6-0F3CC49ED665}"/>
              </a:ext>
            </a:extLst>
          </p:cNvPr>
          <p:cNvSpPr/>
          <p:nvPr/>
        </p:nvSpPr>
        <p:spPr>
          <a:xfrm>
            <a:off x="181402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DD635B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20</a:t>
            </a:r>
            <a:r>
              <a:rPr lang="ko-KR" altLang="en-US" sz="2000" spc="-147" dirty="0">
                <a:solidFill>
                  <a:srgbClr val="DD635B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r>
              <a:rPr lang="en-US" altLang="ko-KR" sz="2000" spc="-147" dirty="0">
                <a:solidFill>
                  <a:srgbClr val="DD635B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2000" spc="-147" dirty="0">
                <a:solidFill>
                  <a:srgbClr val="DD635B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★</a:t>
            </a:r>
            <a:r>
              <a:rPr lang="en-US" altLang="ko-KR" sz="2000" spc="-147" dirty="0">
                <a:solidFill>
                  <a:srgbClr val="DD635B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90AE18-0900-A828-1F58-9A19E59A07F5}"/>
              </a:ext>
            </a:extLst>
          </p:cNvPr>
          <p:cNvSpPr/>
          <p:nvPr/>
        </p:nvSpPr>
        <p:spPr>
          <a:xfrm>
            <a:off x="10581713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26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20C9BE9-BE65-9E95-A06F-21B7C5C04DB8}"/>
              </a:ext>
            </a:extLst>
          </p:cNvPr>
          <p:cNvSpPr/>
          <p:nvPr/>
        </p:nvSpPr>
        <p:spPr>
          <a:xfrm>
            <a:off x="191478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21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C270440-D40B-364B-8BEE-F08A6EE3A51A}"/>
              </a:ext>
            </a:extLst>
          </p:cNvPr>
          <p:cNvSpPr/>
          <p:nvPr/>
        </p:nvSpPr>
        <p:spPr>
          <a:xfrm>
            <a:off x="3648172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22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E968277-2D3A-8AD5-F027-647F2A1857A9}"/>
              </a:ext>
            </a:extLst>
          </p:cNvPr>
          <p:cNvSpPr/>
          <p:nvPr/>
        </p:nvSpPr>
        <p:spPr>
          <a:xfrm>
            <a:off x="538155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23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C4F26A3-B3FF-1B7F-5E5F-7B63B6C5BF50}"/>
              </a:ext>
            </a:extLst>
          </p:cNvPr>
          <p:cNvSpPr/>
          <p:nvPr/>
        </p:nvSpPr>
        <p:spPr>
          <a:xfrm>
            <a:off x="7114942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24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CBE7C41-2F0B-1E9E-28A7-4ADA194B2A0B}"/>
              </a:ext>
            </a:extLst>
          </p:cNvPr>
          <p:cNvSpPr/>
          <p:nvPr/>
        </p:nvSpPr>
        <p:spPr>
          <a:xfrm>
            <a:off x="884832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25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같은 공간인데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무엇이 달라졌을까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2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동기유발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5BD36E0-EFC0-CE4C-9351-BBC1FA87E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88" y="1752203"/>
            <a:ext cx="4864400" cy="36483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ECE14DE-457C-9229-F57C-CFBD788E1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386" y="1752203"/>
            <a:ext cx="4864400" cy="364830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94512E4-038C-FE6D-478A-6D746473F87C}"/>
              </a:ext>
            </a:extLst>
          </p:cNvPr>
          <p:cNvSpPr/>
          <p:nvPr/>
        </p:nvSpPr>
        <p:spPr>
          <a:xfrm>
            <a:off x="120994" y="5535506"/>
            <a:ext cx="1167875" cy="869825"/>
          </a:xfrm>
          <a:prstGeom prst="roundRect">
            <a:avLst/>
          </a:prstGeom>
          <a:solidFill>
            <a:srgbClr val="F6877E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무엇이</a:t>
            </a:r>
            <a:endParaRPr lang="en-US" altLang="ko-KR" sz="14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달라졌나요</a:t>
            </a:r>
            <a:r>
              <a:rPr lang="en-US" altLang="ko-KR" sz="14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14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33A60DF-EA79-DF55-16FD-AB2777B25155}"/>
              </a:ext>
            </a:extLst>
          </p:cNvPr>
          <p:cNvSpPr/>
          <p:nvPr/>
        </p:nvSpPr>
        <p:spPr>
          <a:xfrm>
            <a:off x="1349829" y="5535505"/>
            <a:ext cx="10680080" cy="869825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46F7658C-5ACD-DB48-86C2-E2D6DBC41B78}"/>
              </a:ext>
            </a:extLst>
          </p:cNvPr>
          <p:cNvSpPr/>
          <p:nvPr/>
        </p:nvSpPr>
        <p:spPr>
          <a:xfrm>
            <a:off x="5577916" y="3421780"/>
            <a:ext cx="548640" cy="379656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6FD4A6-26AA-DACE-945D-2E02C7D2DC37}"/>
              </a:ext>
            </a:extLst>
          </p:cNvPr>
          <p:cNvSpPr txBox="1"/>
          <p:nvPr/>
        </p:nvSpPr>
        <p:spPr>
          <a:xfrm>
            <a:off x="11085764" y="503022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</a:t>
            </a:r>
          </a:p>
          <a:p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658A327-E1D9-C43B-E5EA-CE947AD79E40}"/>
              </a:ext>
            </a:extLst>
          </p:cNvPr>
          <p:cNvGrpSpPr/>
          <p:nvPr/>
        </p:nvGrpSpPr>
        <p:grpSpPr>
          <a:xfrm>
            <a:off x="519760" y="1301339"/>
            <a:ext cx="6670177" cy="379656"/>
            <a:chOff x="882303" y="1491687"/>
            <a:chExt cx="5002641" cy="284742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C002F02-68C8-ED65-849C-9B9F09C2289A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4" name="모서리가 둥근 직사각형 41">
                <a:extLst>
                  <a:ext uri="{FF2B5EF4-FFF2-40B4-BE49-F238E27FC236}">
                    <a16:creationId xmlns:a16="http://schemas.microsoft.com/office/drawing/2014/main" id="{F484BDF3-77B2-D14C-2D2D-BF61B0F9E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97DED7-8619-AAA5-43F9-0564133EF78A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64A7C2-C561-2AAB-C8D6-09866407E468}"/>
                </a:ext>
              </a:extLst>
            </p:cNvPr>
            <p:cNvSpPr txBox="1"/>
            <p:nvPr/>
          </p:nvSpPr>
          <p:spPr>
            <a:xfrm>
              <a:off x="1139406" y="1491687"/>
              <a:ext cx="4745538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두 사진을 보고 달라진 부분을 찾아 오른쪽에 표시해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3191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탐구 질문</a:t>
              </a: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978FEC4-9884-5BFF-1132-A216038AA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664" y="1599202"/>
            <a:ext cx="1885845" cy="156287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0A52C7F-80DB-1F40-2637-9FB6949E0EB8}"/>
              </a:ext>
            </a:extLst>
          </p:cNvPr>
          <p:cNvSpPr/>
          <p:nvPr/>
        </p:nvSpPr>
        <p:spPr>
          <a:xfrm>
            <a:off x="0" y="3075056"/>
            <a:ext cx="12191999" cy="70788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좋은 공간 디자인의 조건은 무엇일까</a:t>
            </a:r>
            <a:r>
              <a:rPr lang="en-US" altLang="ko-KR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?</a:t>
            </a:r>
            <a:endParaRPr lang="ko-KR" altLang="en-US" sz="4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탐구 활동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9EE7576-3A81-4EBD-E489-5517A61707EB}"/>
              </a:ext>
            </a:extLst>
          </p:cNvPr>
          <p:cNvGrpSpPr/>
          <p:nvPr/>
        </p:nvGrpSpPr>
        <p:grpSpPr>
          <a:xfrm>
            <a:off x="2796016" y="2560288"/>
            <a:ext cx="6983930" cy="1984820"/>
            <a:chOff x="2796016" y="2560288"/>
            <a:chExt cx="6983930" cy="1984820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AE63B14-E732-26C8-79E1-2768CEF592C9}"/>
                </a:ext>
              </a:extLst>
            </p:cNvPr>
            <p:cNvGrpSpPr/>
            <p:nvPr/>
          </p:nvGrpSpPr>
          <p:grpSpPr>
            <a:xfrm>
              <a:off x="2796016" y="2560288"/>
              <a:ext cx="6983930" cy="1984820"/>
              <a:chOff x="3017925" y="1778292"/>
              <a:chExt cx="4529967" cy="727514"/>
            </a:xfrm>
          </p:grpSpPr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7C3A767F-83BB-FD12-A589-D82DA76B03BD}"/>
                  </a:ext>
                </a:extLst>
              </p:cNvPr>
              <p:cNvGrpSpPr/>
              <p:nvPr/>
            </p:nvGrpSpPr>
            <p:grpSpPr>
              <a:xfrm>
                <a:off x="3017925" y="1778292"/>
                <a:ext cx="3931363" cy="236906"/>
                <a:chOff x="1397760" y="2086117"/>
                <a:chExt cx="4646237" cy="279982"/>
              </a:xfrm>
            </p:grpSpPr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3168F200-C15A-7DEE-8B3B-0700DE64E854}"/>
                    </a:ext>
                  </a:extLst>
                </p:cNvPr>
                <p:cNvSpPr/>
                <p:nvPr/>
              </p:nvSpPr>
              <p:spPr>
                <a:xfrm>
                  <a:off x="1397760" y="2088461"/>
                  <a:ext cx="441595" cy="252000"/>
                </a:xfrm>
                <a:prstGeom prst="ellipse">
                  <a:avLst/>
                </a:prstGeom>
                <a:solidFill>
                  <a:srgbClr val="F687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DFD1A338-1A2E-A94C-E877-B5FD7BF6AB01}"/>
                    </a:ext>
                  </a:extLst>
                </p:cNvPr>
                <p:cNvSpPr/>
                <p:nvPr/>
              </p:nvSpPr>
              <p:spPr>
                <a:xfrm>
                  <a:off x="1912954" y="2086117"/>
                  <a:ext cx="4131043" cy="279982"/>
                </a:xfrm>
                <a:prstGeom prst="rect">
                  <a:avLst/>
                </a:prstGeom>
              </p:spPr>
              <p:txBody>
                <a:bodyPr wrap="none" anchor="ctr" anchorCtr="0">
                  <a:spAutoFit/>
                </a:bodyPr>
                <a:lstStyle/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공간 디자인의 의미 알아보기</a:t>
                  </a:r>
                </a:p>
              </p:txBody>
            </p:sp>
          </p:grpSp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55405D80-DA08-2C3F-8474-6E812B033F40}"/>
                  </a:ext>
                </a:extLst>
              </p:cNvPr>
              <p:cNvGrpSpPr/>
              <p:nvPr/>
            </p:nvGrpSpPr>
            <p:grpSpPr>
              <a:xfrm>
                <a:off x="3017925" y="2268900"/>
                <a:ext cx="4529967" cy="236906"/>
                <a:chOff x="1397760" y="2712202"/>
                <a:chExt cx="5353684" cy="279983"/>
              </a:xfrm>
            </p:grpSpPr>
            <p:sp>
              <p:nvSpPr>
                <p:cNvPr id="6" name="타원 5">
                  <a:extLst>
                    <a:ext uri="{FF2B5EF4-FFF2-40B4-BE49-F238E27FC236}">
                      <a16:creationId xmlns:a16="http://schemas.microsoft.com/office/drawing/2014/main" id="{702A533B-750F-D3DA-05E5-BF140579B77C}"/>
                    </a:ext>
                  </a:extLst>
                </p:cNvPr>
                <p:cNvSpPr/>
                <p:nvPr/>
              </p:nvSpPr>
              <p:spPr>
                <a:xfrm>
                  <a:off x="1397760" y="2714548"/>
                  <a:ext cx="441594" cy="252000"/>
                </a:xfrm>
                <a:prstGeom prst="ellipse">
                  <a:avLst/>
                </a:prstGeom>
                <a:solidFill>
                  <a:srgbClr val="F687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BA6F16A0-9C58-E2C5-EAC6-285D5992B700}"/>
                    </a:ext>
                  </a:extLst>
                </p:cNvPr>
                <p:cNvSpPr/>
                <p:nvPr/>
              </p:nvSpPr>
              <p:spPr>
                <a:xfrm>
                  <a:off x="1912953" y="2712202"/>
                  <a:ext cx="4838491" cy="279983"/>
                </a:xfrm>
                <a:prstGeom prst="rect">
                  <a:avLst/>
                </a:prstGeom>
              </p:spPr>
              <p:txBody>
                <a:bodyPr wrap="none" anchor="ctr" anchorCtr="0">
                  <a:spAutoFit/>
                </a:bodyPr>
                <a:lstStyle/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좋은 공간 디자인의 조건 찾아보기</a:t>
                  </a:r>
                </a:p>
              </p:txBody>
            </p:sp>
          </p:grp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544BC1A-CB02-D09E-6A91-A7DABCAC4517}"/>
                </a:ext>
              </a:extLst>
            </p:cNvPr>
            <p:cNvSpPr txBox="1"/>
            <p:nvPr/>
          </p:nvSpPr>
          <p:spPr>
            <a:xfrm>
              <a:off x="2901548" y="2625734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</a:rPr>
                <a:t>1</a:t>
              </a:r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B13A669-0010-5816-0414-9A051F1710B3}"/>
                </a:ext>
              </a:extLst>
            </p:cNvPr>
            <p:cNvSpPr txBox="1"/>
            <p:nvPr/>
          </p:nvSpPr>
          <p:spPr>
            <a:xfrm>
              <a:off x="2905976" y="3964226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</a:rPr>
                <a:t>2</a:t>
              </a:r>
              <a:endParaRPr lang="ko-KR" altLang="en-US" sz="2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8056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공간 디자인의 의미 알아보기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5" name="Rounded Rectangle 98">
            <a:extLst>
              <a:ext uri="{FF2B5EF4-FFF2-40B4-BE49-F238E27FC236}">
                <a16:creationId xmlns:a16="http://schemas.microsoft.com/office/drawing/2014/main" id="{3C55CA39-AF10-482D-F60C-9E4232A74202}"/>
              </a:ext>
            </a:extLst>
          </p:cNvPr>
          <p:cNvSpPr/>
          <p:nvPr/>
        </p:nvSpPr>
        <p:spPr>
          <a:xfrm>
            <a:off x="174171" y="2154339"/>
            <a:ext cx="11855737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4174DB0-CBE7-9763-F642-D688E036AEDD}"/>
              </a:ext>
            </a:extLst>
          </p:cNvPr>
          <p:cNvGrpSpPr/>
          <p:nvPr/>
        </p:nvGrpSpPr>
        <p:grpSpPr>
          <a:xfrm>
            <a:off x="519759" y="1702215"/>
            <a:ext cx="8445037" cy="380129"/>
            <a:chOff x="882302" y="1474298"/>
            <a:chExt cx="6333789" cy="285097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B9004AE-323B-4F96-0646-A1F35A4D79DF}"/>
                </a:ext>
              </a:extLst>
            </p:cNvPr>
            <p:cNvGrpSpPr/>
            <p:nvPr/>
          </p:nvGrpSpPr>
          <p:grpSpPr>
            <a:xfrm>
              <a:off x="882302" y="1505480"/>
              <a:ext cx="602241" cy="253915"/>
              <a:chOff x="853871" y="1487438"/>
              <a:chExt cx="749672" cy="316074"/>
            </a:xfrm>
          </p:grpSpPr>
          <p:sp>
            <p:nvSpPr>
              <p:cNvPr id="10" name="모서리가 둥근 직사각형 41">
                <a:extLst>
                  <a:ext uri="{FF2B5EF4-FFF2-40B4-BE49-F238E27FC236}">
                    <a16:creationId xmlns:a16="http://schemas.microsoft.com/office/drawing/2014/main" id="{DA1D0A4F-4084-089C-0C16-8C0FBA5042A1}"/>
                  </a:ext>
                </a:extLst>
              </p:cNvPr>
              <p:cNvSpPr/>
              <p:nvPr/>
            </p:nvSpPr>
            <p:spPr>
              <a:xfrm>
                <a:off x="853871" y="1487438"/>
                <a:ext cx="749672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DA4420-CE50-1878-9C95-48943C01D860}"/>
                  </a:ext>
                </a:extLst>
              </p:cNvPr>
              <p:cNvSpPr txBox="1"/>
              <p:nvPr/>
            </p:nvSpPr>
            <p:spPr>
              <a:xfrm>
                <a:off x="885499" y="1487438"/>
                <a:ext cx="718044" cy="3160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1600" dirty="0">
                    <a:latin typeface="+mj-ea"/>
                    <a:ea typeface="+mj-ea"/>
                  </a:rPr>
                  <a:t>질문</a:t>
                </a:r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13C6D3B-03FE-F820-22C7-25E7B03FE810}"/>
                </a:ext>
              </a:extLst>
            </p:cNvPr>
            <p:cNvSpPr txBox="1"/>
            <p:nvPr/>
          </p:nvSpPr>
          <p:spPr>
            <a:xfrm>
              <a:off x="1509951" y="1474298"/>
              <a:ext cx="5706140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공간 디자인을 하기 전과 공간 디자인을 하고 난 후에 무엇이 달라졌나요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8D0E4AA-4FAF-845E-A7F8-2AAD066D5B84}"/>
              </a:ext>
            </a:extLst>
          </p:cNvPr>
          <p:cNvGrpSpPr/>
          <p:nvPr/>
        </p:nvGrpSpPr>
        <p:grpSpPr>
          <a:xfrm>
            <a:off x="519761" y="4017496"/>
            <a:ext cx="6558302" cy="380129"/>
            <a:chOff x="882302" y="1474298"/>
            <a:chExt cx="4918736" cy="285097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BD923D3-291C-313A-1D2E-89FA3B39E6ED}"/>
                </a:ext>
              </a:extLst>
            </p:cNvPr>
            <p:cNvGrpSpPr/>
            <p:nvPr/>
          </p:nvGrpSpPr>
          <p:grpSpPr>
            <a:xfrm>
              <a:off x="882302" y="1505480"/>
              <a:ext cx="602241" cy="253915"/>
              <a:chOff x="853871" y="1487438"/>
              <a:chExt cx="749672" cy="316074"/>
            </a:xfrm>
          </p:grpSpPr>
          <p:sp>
            <p:nvSpPr>
              <p:cNvPr id="16" name="모서리가 둥근 직사각형 41">
                <a:extLst>
                  <a:ext uri="{FF2B5EF4-FFF2-40B4-BE49-F238E27FC236}">
                    <a16:creationId xmlns:a16="http://schemas.microsoft.com/office/drawing/2014/main" id="{81A61E83-DF05-D4F1-2E87-82B1DFCCFDAC}"/>
                  </a:ext>
                </a:extLst>
              </p:cNvPr>
              <p:cNvSpPr/>
              <p:nvPr/>
            </p:nvSpPr>
            <p:spPr>
              <a:xfrm>
                <a:off x="853871" y="1487438"/>
                <a:ext cx="749672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509972-DED2-FBC8-B05E-B2AC1DFCB8BD}"/>
                  </a:ext>
                </a:extLst>
              </p:cNvPr>
              <p:cNvSpPr txBox="1"/>
              <p:nvPr/>
            </p:nvSpPr>
            <p:spPr>
              <a:xfrm flipH="1">
                <a:off x="928183" y="1487438"/>
                <a:ext cx="675359" cy="3160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1600" dirty="0">
                    <a:latin typeface="+mj-ea"/>
                    <a:ea typeface="+mj-ea"/>
                  </a:rPr>
                  <a:t>질문</a:t>
                </a:r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8F39432-D797-CE04-B26E-4A02D4951400}"/>
                </a:ext>
              </a:extLst>
            </p:cNvPr>
            <p:cNvSpPr txBox="1"/>
            <p:nvPr/>
          </p:nvSpPr>
          <p:spPr>
            <a:xfrm>
              <a:off x="1509951" y="1474298"/>
              <a:ext cx="4291087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이 공간을 사용하는 사람들에게는 무엇이 달라졌나요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8" name="Rounded Rectangle 98">
            <a:extLst>
              <a:ext uri="{FF2B5EF4-FFF2-40B4-BE49-F238E27FC236}">
                <a16:creationId xmlns:a16="http://schemas.microsoft.com/office/drawing/2014/main" id="{F8E372E9-2ED4-1B00-0F6B-AAC6A38D7020}"/>
              </a:ext>
            </a:extLst>
          </p:cNvPr>
          <p:cNvSpPr/>
          <p:nvPr/>
        </p:nvSpPr>
        <p:spPr>
          <a:xfrm>
            <a:off x="168131" y="4509563"/>
            <a:ext cx="11855737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4B448AA-3597-9C14-67C4-97F008F4A2C9}"/>
              </a:ext>
            </a:extLst>
          </p:cNvPr>
          <p:cNvGrpSpPr/>
          <p:nvPr/>
        </p:nvGrpSpPr>
        <p:grpSpPr>
          <a:xfrm>
            <a:off x="519760" y="1301339"/>
            <a:ext cx="6554760" cy="379656"/>
            <a:chOff x="882303" y="1491687"/>
            <a:chExt cx="4916079" cy="284742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3181B23-299B-0426-2686-409CE727142E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22" name="모서리가 둥근 직사각형 41">
                <a:extLst>
                  <a:ext uri="{FF2B5EF4-FFF2-40B4-BE49-F238E27FC236}">
                    <a16:creationId xmlns:a16="http://schemas.microsoft.com/office/drawing/2014/main" id="{FBA0092B-8673-C5F7-7E9E-F64D23FE985C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B2C552B-6456-BF1E-9F36-69359DB705C5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7F90392-30A6-EF3D-82EA-7BB3C39B00F1}"/>
                </a:ext>
              </a:extLst>
            </p:cNvPr>
            <p:cNvSpPr txBox="1"/>
            <p:nvPr/>
          </p:nvSpPr>
          <p:spPr>
            <a:xfrm>
              <a:off x="1139406" y="1491687"/>
              <a:ext cx="4658976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『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같은 공간인데 왜 느낌이 다를까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?』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영상을 시청해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4286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공간 디자인의 의미 알아보기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11" name="Rounded Rectangle 98">
            <a:extLst>
              <a:ext uri="{FF2B5EF4-FFF2-40B4-BE49-F238E27FC236}">
                <a16:creationId xmlns:a16="http://schemas.microsoft.com/office/drawing/2014/main" id="{85C1EBB4-E1E7-1D50-20DE-C572F9829AF7}"/>
              </a:ext>
            </a:extLst>
          </p:cNvPr>
          <p:cNvSpPr/>
          <p:nvPr/>
        </p:nvSpPr>
        <p:spPr>
          <a:xfrm>
            <a:off x="174171" y="1745291"/>
            <a:ext cx="11855737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altLang="ko-KR" sz="3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2E54112-1E19-CCC0-E200-0A28C9059A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759" b="4255"/>
          <a:stretch/>
        </p:blipFill>
        <p:spPr>
          <a:xfrm>
            <a:off x="610138" y="3611162"/>
            <a:ext cx="10971723" cy="2794168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EB076271-AAE1-C8D2-4009-72DA8A196114}"/>
              </a:ext>
            </a:extLst>
          </p:cNvPr>
          <p:cNvGrpSpPr/>
          <p:nvPr/>
        </p:nvGrpSpPr>
        <p:grpSpPr>
          <a:xfrm>
            <a:off x="519760" y="1301339"/>
            <a:ext cx="2343672" cy="379656"/>
            <a:chOff x="882303" y="1491687"/>
            <a:chExt cx="1757757" cy="284742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0C5DEEEB-0296-5683-6F87-98A3B5EA9F94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2" name="모서리가 둥근 직사각형 41">
                <a:extLst>
                  <a:ext uri="{FF2B5EF4-FFF2-40B4-BE49-F238E27FC236}">
                    <a16:creationId xmlns:a16="http://schemas.microsoft.com/office/drawing/2014/main" id="{47476463-6039-C9F2-E3FD-0CAAC3B3A5E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DF2654-BE01-EF84-31E7-1DC08914F93A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E058C1-8AAF-AE76-7C38-254B98CD19BD}"/>
                </a:ext>
              </a:extLst>
            </p:cNvPr>
            <p:cNvSpPr txBox="1"/>
            <p:nvPr/>
          </p:nvSpPr>
          <p:spPr>
            <a:xfrm>
              <a:off x="1139406" y="1491687"/>
              <a:ext cx="1500654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공간 디자인이란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C4BE56-2517-14EB-2368-E703864108EB}"/>
              </a:ext>
            </a:extLst>
          </p:cNvPr>
          <p:cNvSpPr/>
          <p:nvPr/>
        </p:nvSpPr>
        <p:spPr>
          <a:xfrm>
            <a:off x="174171" y="2020126"/>
            <a:ext cx="11855737" cy="1200329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3600" spc="-147" dirty="0">
                <a:solidFill>
                  <a:srgbClr val="D9534A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공간디자인</a:t>
            </a:r>
            <a:r>
              <a:rPr lang="ko-KR" altLang="en-US" sz="36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은 공간의 목적과 그 공간을 사용하는 사람의</a:t>
            </a:r>
            <a:endParaRPr lang="en-US" altLang="ko-KR" sz="36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36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필요를 생각하여 더 나은 경험을 만드는 디자인입니다</a:t>
            </a:r>
            <a:r>
              <a:rPr lang="en-US" altLang="ko-KR" sz="36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75253-5116-C647-9892-47B22757E216}"/>
              </a:ext>
            </a:extLst>
          </p:cNvPr>
          <p:cNvSpPr txBox="1"/>
          <p:nvPr/>
        </p:nvSpPr>
        <p:spPr>
          <a:xfrm>
            <a:off x="10134601" y="6384405"/>
            <a:ext cx="18065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3696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좋은 공간디자인의 조건 찾아보기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D8E59E-456E-0F11-B786-A03E3F3A7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337" y="1283869"/>
            <a:ext cx="8280172" cy="46600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180808-8A34-E9BC-9310-E9BA65B48220}"/>
              </a:ext>
            </a:extLst>
          </p:cNvPr>
          <p:cNvSpPr txBox="1"/>
          <p:nvPr/>
        </p:nvSpPr>
        <p:spPr>
          <a:xfrm>
            <a:off x="0" y="6032053"/>
            <a:ext cx="11625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이 공간을 자세히 살펴보면서 좋은 공간 디자인이란 무엇일지 생각해 봅시다</a:t>
            </a:r>
            <a:r>
              <a:rPr lang="en-US" altLang="ko-KR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20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61CD36-C972-184F-0FC4-66D3C5D68705}"/>
              </a:ext>
            </a:extLst>
          </p:cNvPr>
          <p:cNvSpPr txBox="1"/>
          <p:nvPr/>
        </p:nvSpPr>
        <p:spPr>
          <a:xfrm>
            <a:off x="9943509" y="5697721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8805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좋은 공간디자인의 조건 찾아보기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D8E59E-456E-0F11-B786-A03E3F3A7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47" y="1757568"/>
            <a:ext cx="3076575" cy="1799266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4C887594-229C-FEE0-A5BD-BB26C97DBF90}"/>
              </a:ext>
            </a:extLst>
          </p:cNvPr>
          <p:cNvGrpSpPr/>
          <p:nvPr/>
        </p:nvGrpSpPr>
        <p:grpSpPr>
          <a:xfrm>
            <a:off x="519760" y="1301339"/>
            <a:ext cx="7128635" cy="379656"/>
            <a:chOff x="882303" y="1491687"/>
            <a:chExt cx="5346486" cy="284742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E0040FDD-0F91-E82A-6DD8-8E92FD0B5A0E}"/>
                </a:ext>
              </a:extLst>
            </p:cNvPr>
            <p:cNvGrpSpPr/>
            <p:nvPr/>
          </p:nvGrpSpPr>
          <p:grpSpPr>
            <a:xfrm>
              <a:off x="882303" y="1505480"/>
              <a:ext cx="232269" cy="255989"/>
              <a:chOff x="853871" y="1487438"/>
              <a:chExt cx="289129" cy="318656"/>
            </a:xfrm>
          </p:grpSpPr>
          <p:sp>
            <p:nvSpPr>
              <p:cNvPr id="6" name="모서리가 둥근 직사각형 41">
                <a:extLst>
                  <a:ext uri="{FF2B5EF4-FFF2-40B4-BE49-F238E27FC236}">
                    <a16:creationId xmlns:a16="http://schemas.microsoft.com/office/drawing/2014/main" id="{D3086C3C-BC29-E36E-1CB1-0AA08F24BC10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9F26C73-D4DE-543C-D0A3-4814F1D48A22}"/>
                  </a:ext>
                </a:extLst>
              </p:cNvPr>
              <p:cNvSpPr txBox="1"/>
              <p:nvPr/>
            </p:nvSpPr>
            <p:spPr>
              <a:xfrm>
                <a:off x="853871" y="1490019"/>
                <a:ext cx="278753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7F59C59-2A64-A30C-9290-55F4A4C5FECC}"/>
                </a:ext>
              </a:extLst>
            </p:cNvPr>
            <p:cNvSpPr txBox="1"/>
            <p:nvPr/>
          </p:nvSpPr>
          <p:spPr>
            <a:xfrm>
              <a:off x="1139406" y="1491687"/>
              <a:ext cx="508938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디자이너의 눈으로 다음 질문에 대해 자신만의 생각을 써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4" name="Rounded Rectangle 98">
            <a:extLst>
              <a:ext uri="{FF2B5EF4-FFF2-40B4-BE49-F238E27FC236}">
                <a16:creationId xmlns:a16="http://schemas.microsoft.com/office/drawing/2014/main" id="{D4983C1E-0649-193D-32E2-E95B13FCA23E}"/>
              </a:ext>
            </a:extLst>
          </p:cNvPr>
          <p:cNvSpPr/>
          <p:nvPr/>
        </p:nvSpPr>
        <p:spPr>
          <a:xfrm>
            <a:off x="3680360" y="2228706"/>
            <a:ext cx="3737258" cy="828819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F35C2FE-D47D-018F-14BA-DD1C7C554FD8}"/>
              </a:ext>
            </a:extLst>
          </p:cNvPr>
          <p:cNvGrpSpPr/>
          <p:nvPr/>
        </p:nvGrpSpPr>
        <p:grpSpPr>
          <a:xfrm>
            <a:off x="3688532" y="1757568"/>
            <a:ext cx="3729086" cy="379656"/>
            <a:chOff x="882303" y="1481684"/>
            <a:chExt cx="2796820" cy="284742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F4160DC7-43FC-87B0-57C8-99EFAB08D44E}"/>
                </a:ext>
              </a:extLst>
            </p:cNvPr>
            <p:cNvGrpSpPr/>
            <p:nvPr/>
          </p:nvGrpSpPr>
          <p:grpSpPr>
            <a:xfrm>
              <a:off x="882303" y="1505480"/>
              <a:ext cx="555576" cy="253915"/>
              <a:chOff x="853872" y="1487438"/>
              <a:chExt cx="691583" cy="316074"/>
            </a:xfrm>
          </p:grpSpPr>
          <p:sp>
            <p:nvSpPr>
              <p:cNvPr id="18" name="모서리가 둥근 직사각형 41">
                <a:extLst>
                  <a:ext uri="{FF2B5EF4-FFF2-40B4-BE49-F238E27FC236}">
                    <a16:creationId xmlns:a16="http://schemas.microsoft.com/office/drawing/2014/main" id="{A49F1205-B5B4-AFBD-8E2B-3A499A208811}"/>
                  </a:ext>
                </a:extLst>
              </p:cNvPr>
              <p:cNvSpPr/>
              <p:nvPr/>
            </p:nvSpPr>
            <p:spPr>
              <a:xfrm>
                <a:off x="853872" y="1487438"/>
                <a:ext cx="691583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9B6DD5-4F91-FB02-1709-7F3BE72AF0DC}"/>
                  </a:ext>
                </a:extLst>
              </p:cNvPr>
              <p:cNvSpPr txBox="1"/>
              <p:nvPr/>
            </p:nvSpPr>
            <p:spPr>
              <a:xfrm>
                <a:off x="885499" y="1487438"/>
                <a:ext cx="659955" cy="3160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1600" dirty="0">
                    <a:latin typeface="+mj-ea"/>
                    <a:ea typeface="+mj-ea"/>
                  </a:rPr>
                  <a:t>질문</a:t>
                </a:r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EB7A8A-4403-FA6C-4BF8-A7E02DF29DBE}"/>
                </a:ext>
              </a:extLst>
            </p:cNvPr>
            <p:cNvSpPr txBox="1"/>
            <p:nvPr/>
          </p:nvSpPr>
          <p:spPr>
            <a:xfrm>
              <a:off x="1437879" y="1481684"/>
              <a:ext cx="2241244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누가 사용하는 공간인가요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0" name="Rounded Rectangle 98">
            <a:extLst>
              <a:ext uri="{FF2B5EF4-FFF2-40B4-BE49-F238E27FC236}">
                <a16:creationId xmlns:a16="http://schemas.microsoft.com/office/drawing/2014/main" id="{BE5322C0-1B5E-FF4F-1658-5750BEA8F3B2}"/>
              </a:ext>
            </a:extLst>
          </p:cNvPr>
          <p:cNvSpPr/>
          <p:nvPr/>
        </p:nvSpPr>
        <p:spPr>
          <a:xfrm>
            <a:off x="7507809" y="2228706"/>
            <a:ext cx="4570443" cy="828819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D87C44E-99C8-D733-E446-3BF9D0A4E5A1}"/>
              </a:ext>
            </a:extLst>
          </p:cNvPr>
          <p:cNvGrpSpPr/>
          <p:nvPr/>
        </p:nvGrpSpPr>
        <p:grpSpPr>
          <a:xfrm>
            <a:off x="7516964" y="1751796"/>
            <a:ext cx="4553115" cy="379656"/>
            <a:chOff x="882303" y="1481684"/>
            <a:chExt cx="3414843" cy="284742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10C23F1-45C9-4346-81CD-37BB81FDD1F5}"/>
                </a:ext>
              </a:extLst>
            </p:cNvPr>
            <p:cNvGrpSpPr/>
            <p:nvPr/>
          </p:nvGrpSpPr>
          <p:grpSpPr>
            <a:xfrm>
              <a:off x="882303" y="1505480"/>
              <a:ext cx="555576" cy="253915"/>
              <a:chOff x="853872" y="1487438"/>
              <a:chExt cx="691583" cy="316074"/>
            </a:xfrm>
          </p:grpSpPr>
          <p:sp>
            <p:nvSpPr>
              <p:cNvPr id="24" name="모서리가 둥근 직사각형 41">
                <a:extLst>
                  <a:ext uri="{FF2B5EF4-FFF2-40B4-BE49-F238E27FC236}">
                    <a16:creationId xmlns:a16="http://schemas.microsoft.com/office/drawing/2014/main" id="{3DE17034-32A5-EDF7-24E7-8B30A15C7B27}"/>
                  </a:ext>
                </a:extLst>
              </p:cNvPr>
              <p:cNvSpPr/>
              <p:nvPr/>
            </p:nvSpPr>
            <p:spPr>
              <a:xfrm>
                <a:off x="853872" y="1487438"/>
                <a:ext cx="691583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203D596-D344-D9D1-2EB2-C0857F4C7493}"/>
                  </a:ext>
                </a:extLst>
              </p:cNvPr>
              <p:cNvSpPr txBox="1"/>
              <p:nvPr/>
            </p:nvSpPr>
            <p:spPr>
              <a:xfrm>
                <a:off x="885499" y="1487438"/>
                <a:ext cx="659955" cy="3160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1600" dirty="0">
                    <a:latin typeface="+mj-ea"/>
                    <a:ea typeface="+mj-ea"/>
                  </a:rPr>
                  <a:t>질문</a:t>
                </a:r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F30466F-BA9F-EC5A-3FB0-D19E4B25B497}"/>
                </a:ext>
              </a:extLst>
            </p:cNvPr>
            <p:cNvSpPr txBox="1"/>
            <p:nvPr/>
          </p:nvSpPr>
          <p:spPr>
            <a:xfrm>
              <a:off x="1437879" y="1481684"/>
              <a:ext cx="2859267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무엇을 하기 위한 공간인가요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6" name="Rounded Rectangle 98">
            <a:extLst>
              <a:ext uri="{FF2B5EF4-FFF2-40B4-BE49-F238E27FC236}">
                <a16:creationId xmlns:a16="http://schemas.microsoft.com/office/drawing/2014/main" id="{BEA714A9-CCF4-CCFD-9831-4CD90E022C5A}"/>
              </a:ext>
            </a:extLst>
          </p:cNvPr>
          <p:cNvSpPr/>
          <p:nvPr/>
        </p:nvSpPr>
        <p:spPr>
          <a:xfrm>
            <a:off x="138264" y="3642239"/>
            <a:ext cx="11948160" cy="8288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FA97D95-DE8F-2F92-8B79-A53D23429665}"/>
              </a:ext>
            </a:extLst>
          </p:cNvPr>
          <p:cNvGrpSpPr/>
          <p:nvPr/>
        </p:nvGrpSpPr>
        <p:grpSpPr>
          <a:xfrm>
            <a:off x="3722408" y="3183641"/>
            <a:ext cx="7028354" cy="379656"/>
            <a:chOff x="882303" y="1481684"/>
            <a:chExt cx="5271276" cy="284742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E2EB6C78-B1B8-36DE-B71E-1FD4624B7EC9}"/>
                </a:ext>
              </a:extLst>
            </p:cNvPr>
            <p:cNvGrpSpPr/>
            <p:nvPr/>
          </p:nvGrpSpPr>
          <p:grpSpPr>
            <a:xfrm>
              <a:off x="882303" y="1505480"/>
              <a:ext cx="555576" cy="253915"/>
              <a:chOff x="853872" y="1487438"/>
              <a:chExt cx="691583" cy="316074"/>
            </a:xfrm>
          </p:grpSpPr>
          <p:sp>
            <p:nvSpPr>
              <p:cNvPr id="30" name="모서리가 둥근 직사각형 41">
                <a:extLst>
                  <a:ext uri="{FF2B5EF4-FFF2-40B4-BE49-F238E27FC236}">
                    <a16:creationId xmlns:a16="http://schemas.microsoft.com/office/drawing/2014/main" id="{C5FEA864-A265-8E1B-3393-D6848190A7AF}"/>
                  </a:ext>
                </a:extLst>
              </p:cNvPr>
              <p:cNvSpPr/>
              <p:nvPr/>
            </p:nvSpPr>
            <p:spPr>
              <a:xfrm>
                <a:off x="853872" y="1487438"/>
                <a:ext cx="691583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5ADBC9B-4888-7459-8DED-9A2AF2E8E639}"/>
                  </a:ext>
                </a:extLst>
              </p:cNvPr>
              <p:cNvSpPr txBox="1"/>
              <p:nvPr/>
            </p:nvSpPr>
            <p:spPr>
              <a:xfrm>
                <a:off x="885499" y="1487438"/>
                <a:ext cx="659955" cy="3160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1600" dirty="0">
                    <a:latin typeface="+mj-ea"/>
                    <a:ea typeface="+mj-ea"/>
                  </a:rPr>
                  <a:t>질문</a:t>
                </a:r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89BDF46-312C-20D9-275F-410FF03A4846}"/>
                </a:ext>
              </a:extLst>
            </p:cNvPr>
            <p:cNvSpPr txBox="1"/>
            <p:nvPr/>
          </p:nvSpPr>
          <p:spPr>
            <a:xfrm>
              <a:off x="1437879" y="1481684"/>
              <a:ext cx="4715700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색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형태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물건의 배치에서 어떤 디자인 특징이 보이나요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Rounded Rectangle 98">
            <a:extLst>
              <a:ext uri="{FF2B5EF4-FFF2-40B4-BE49-F238E27FC236}">
                <a16:creationId xmlns:a16="http://schemas.microsoft.com/office/drawing/2014/main" id="{90A282A1-4B54-B4F3-2395-DD0A5E6B607B}"/>
              </a:ext>
            </a:extLst>
          </p:cNvPr>
          <p:cNvSpPr/>
          <p:nvPr/>
        </p:nvSpPr>
        <p:spPr>
          <a:xfrm>
            <a:off x="138264" y="5059376"/>
            <a:ext cx="11948160" cy="8288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DC6A02E-8920-2FBA-B5EB-F12FA28C7A2A}"/>
              </a:ext>
            </a:extLst>
          </p:cNvPr>
          <p:cNvGrpSpPr/>
          <p:nvPr/>
        </p:nvGrpSpPr>
        <p:grpSpPr>
          <a:xfrm>
            <a:off x="146436" y="4588238"/>
            <a:ext cx="10604326" cy="379656"/>
            <a:chOff x="882303" y="1481684"/>
            <a:chExt cx="7953260" cy="284742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573E26CE-B54E-C57F-31EB-83A722F27BA7}"/>
                </a:ext>
              </a:extLst>
            </p:cNvPr>
            <p:cNvGrpSpPr/>
            <p:nvPr/>
          </p:nvGrpSpPr>
          <p:grpSpPr>
            <a:xfrm>
              <a:off x="882303" y="1505480"/>
              <a:ext cx="555576" cy="253915"/>
              <a:chOff x="853872" y="1487438"/>
              <a:chExt cx="691583" cy="316074"/>
            </a:xfrm>
          </p:grpSpPr>
          <p:sp>
            <p:nvSpPr>
              <p:cNvPr id="36" name="모서리가 둥근 직사각형 41">
                <a:extLst>
                  <a:ext uri="{FF2B5EF4-FFF2-40B4-BE49-F238E27FC236}">
                    <a16:creationId xmlns:a16="http://schemas.microsoft.com/office/drawing/2014/main" id="{69674494-9930-58F9-54AB-BB0DA398025E}"/>
                  </a:ext>
                </a:extLst>
              </p:cNvPr>
              <p:cNvSpPr/>
              <p:nvPr/>
            </p:nvSpPr>
            <p:spPr>
              <a:xfrm>
                <a:off x="853872" y="1487438"/>
                <a:ext cx="691583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8290DF1-498E-8E61-96B2-720A899CB9AF}"/>
                  </a:ext>
                </a:extLst>
              </p:cNvPr>
              <p:cNvSpPr txBox="1"/>
              <p:nvPr/>
            </p:nvSpPr>
            <p:spPr>
              <a:xfrm>
                <a:off x="885499" y="1487438"/>
                <a:ext cx="659955" cy="3160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1600" dirty="0">
                    <a:latin typeface="+mj-ea"/>
                    <a:ea typeface="+mj-ea"/>
                  </a:rPr>
                  <a:t>질문</a:t>
                </a:r>
                <a:r>
                  <a:rPr lang="en-US" altLang="ko-KR" sz="1600" dirty="0">
                    <a:latin typeface="+mj-ea"/>
                    <a:ea typeface="+mj-ea"/>
                  </a:rPr>
                  <a:t>4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65F84B2-FC8C-DB63-2B0A-0A640A6F7C56}"/>
                </a:ext>
              </a:extLst>
            </p:cNvPr>
            <p:cNvSpPr txBox="1"/>
            <p:nvPr/>
          </p:nvSpPr>
          <p:spPr>
            <a:xfrm>
              <a:off x="1437879" y="1481684"/>
              <a:ext cx="7397684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이러한 디자인 특징은 이 공간을 사용하는 사람들에게 어떤 생각이나 기분을 느끼게 할까요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C3BCE3A-677D-EC07-274E-382FA1F81B31}"/>
              </a:ext>
            </a:extLst>
          </p:cNvPr>
          <p:cNvGrpSpPr/>
          <p:nvPr/>
        </p:nvGrpSpPr>
        <p:grpSpPr>
          <a:xfrm>
            <a:off x="508647" y="6003137"/>
            <a:ext cx="6070653" cy="379656"/>
            <a:chOff x="882303" y="1492140"/>
            <a:chExt cx="4552998" cy="284742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89E712CE-BADE-0BE5-27FF-17526264928D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1" name="모서리가 둥근 직사각형 41">
                <a:extLst>
                  <a:ext uri="{FF2B5EF4-FFF2-40B4-BE49-F238E27FC236}">
                    <a16:creationId xmlns:a16="http://schemas.microsoft.com/office/drawing/2014/main" id="{F18A1280-E63D-EAD9-5245-620D90D5C8FB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4EF4F2E-57E3-F0A8-D424-0BF5B299659D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532657A-F875-AA96-9E4B-89E6233B0377}"/>
                </a:ext>
              </a:extLst>
            </p:cNvPr>
            <p:cNvSpPr txBox="1"/>
            <p:nvPr/>
          </p:nvSpPr>
          <p:spPr>
            <a:xfrm>
              <a:off x="1139406" y="1492140"/>
              <a:ext cx="4295895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모둠 친구들과 각자 찾아본 공간의 특징을 나눠봅시다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5460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좋은 공간디자인의 조건 찾아보기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1D84E5A-6783-8811-184F-E76B7E2124FB}"/>
              </a:ext>
            </a:extLst>
          </p:cNvPr>
          <p:cNvGrpSpPr/>
          <p:nvPr/>
        </p:nvGrpSpPr>
        <p:grpSpPr>
          <a:xfrm>
            <a:off x="519760" y="1301339"/>
            <a:ext cx="8098452" cy="379656"/>
            <a:chOff x="882303" y="1491687"/>
            <a:chExt cx="6073850" cy="28474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B1A69CEC-8D14-983A-3A63-AA5D4E93B377}"/>
                </a:ext>
              </a:extLst>
            </p:cNvPr>
            <p:cNvGrpSpPr/>
            <p:nvPr/>
          </p:nvGrpSpPr>
          <p:grpSpPr>
            <a:xfrm>
              <a:off x="882303" y="1505480"/>
              <a:ext cx="242345" cy="255989"/>
              <a:chOff x="853872" y="1487438"/>
              <a:chExt cx="301672" cy="318656"/>
            </a:xfrm>
          </p:grpSpPr>
          <p:sp>
            <p:nvSpPr>
              <p:cNvPr id="16" name="모서리가 둥근 직사각형 41">
                <a:extLst>
                  <a:ext uri="{FF2B5EF4-FFF2-40B4-BE49-F238E27FC236}">
                    <a16:creationId xmlns:a16="http://schemas.microsoft.com/office/drawing/2014/main" id="{20C6C91A-8568-BDC8-4F94-76165AA868B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F9F6B7E-69C6-44E6-88BA-FCBA6F2267F5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301672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3A71EE-1E52-98B7-A287-E26337A899E4}"/>
                </a:ext>
              </a:extLst>
            </p:cNvPr>
            <p:cNvSpPr txBox="1"/>
            <p:nvPr/>
          </p:nvSpPr>
          <p:spPr>
            <a:xfrm>
              <a:off x="1139406" y="1491687"/>
              <a:ext cx="5816747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이 사례를 통해 알 수 있는 좋은 공간 디자인의 조건은 무엇인지 써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CE12420A-C697-7461-8B1E-27DB346692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96" b="16301"/>
          <a:stretch/>
        </p:blipFill>
        <p:spPr>
          <a:xfrm>
            <a:off x="184213" y="1680996"/>
            <a:ext cx="5340287" cy="1720608"/>
          </a:xfrm>
          <a:prstGeom prst="rect">
            <a:avLst/>
          </a:prstGeom>
        </p:spPr>
      </p:pic>
      <p:sp>
        <p:nvSpPr>
          <p:cNvPr id="20" name="Rounded Rectangle 98">
            <a:extLst>
              <a:ext uri="{FF2B5EF4-FFF2-40B4-BE49-F238E27FC236}">
                <a16:creationId xmlns:a16="http://schemas.microsoft.com/office/drawing/2014/main" id="{779ACC18-372B-2603-8125-7B2C60DED3FB}"/>
              </a:ext>
            </a:extLst>
          </p:cNvPr>
          <p:cNvSpPr/>
          <p:nvPr/>
        </p:nvSpPr>
        <p:spPr>
          <a:xfrm>
            <a:off x="184213" y="3533776"/>
            <a:ext cx="11845694" cy="2871554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39A5A42-F901-BC8B-82DB-F0BE9DDDCA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803"/>
          <a:stretch/>
        </p:blipFill>
        <p:spPr>
          <a:xfrm>
            <a:off x="5695949" y="1754701"/>
            <a:ext cx="6333959" cy="16742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1DFE897-9EF6-0FEF-BFCE-6BAC1355BBF7}"/>
              </a:ext>
            </a:extLst>
          </p:cNvPr>
          <p:cNvSpPr txBox="1"/>
          <p:nvPr/>
        </p:nvSpPr>
        <p:spPr>
          <a:xfrm>
            <a:off x="329163" y="3623309"/>
            <a:ext cx="5545108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* 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좋은 공간 디자인이 되기 위한 조건은 무엇일까요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1867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51C068-F365-EA1C-277E-EAF0A085D09D}"/>
              </a:ext>
            </a:extLst>
          </p:cNvPr>
          <p:cNvSpPr txBox="1"/>
          <p:nvPr/>
        </p:nvSpPr>
        <p:spPr>
          <a:xfrm>
            <a:off x="4752701" y="3337275"/>
            <a:ext cx="15457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9801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좋은 공간디자인의 조건 찾아보기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426EDB-17CE-47A5-F3C1-9534E512EE6C}"/>
              </a:ext>
            </a:extLst>
          </p:cNvPr>
          <p:cNvGrpSpPr/>
          <p:nvPr/>
        </p:nvGrpSpPr>
        <p:grpSpPr>
          <a:xfrm>
            <a:off x="519760" y="1301339"/>
            <a:ext cx="5613798" cy="379656"/>
            <a:chOff x="882303" y="1491687"/>
            <a:chExt cx="4210356" cy="284742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A119DCEE-4F9A-8693-6F5E-A38F28CF86A1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4" name="모서리가 둥근 직사각형 41">
                <a:extLst>
                  <a:ext uri="{FF2B5EF4-FFF2-40B4-BE49-F238E27FC236}">
                    <a16:creationId xmlns:a16="http://schemas.microsoft.com/office/drawing/2014/main" id="{086689F8-2685-3202-FA56-5032E39A104A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4FFB20-9F87-1FB4-7F61-3C39161F3872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4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F06D93-4C47-E8FF-5418-2A48297F89E1}"/>
                </a:ext>
              </a:extLst>
            </p:cNvPr>
            <p:cNvSpPr txBox="1"/>
            <p:nvPr/>
          </p:nvSpPr>
          <p:spPr>
            <a:xfrm>
              <a:off x="1139406" y="1491687"/>
              <a:ext cx="395325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좋은 공간 디자인은 이러한 특징을 가지고 있어요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!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F17B63BB-4107-B07C-F7DA-B3181B1DCC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500" b="6601"/>
          <a:stretch/>
        </p:blipFill>
        <p:spPr>
          <a:xfrm>
            <a:off x="174147" y="3609975"/>
            <a:ext cx="11855762" cy="2822517"/>
          </a:xfrm>
          <a:prstGeom prst="rect">
            <a:avLst/>
          </a:prstGeom>
        </p:spPr>
      </p:pic>
      <p:sp>
        <p:nvSpPr>
          <p:cNvPr id="19" name="Rounded Rectangle 100">
            <a:extLst>
              <a:ext uri="{FF2B5EF4-FFF2-40B4-BE49-F238E27FC236}">
                <a16:creationId xmlns:a16="http://schemas.microsoft.com/office/drawing/2014/main" id="{D63D451C-63B7-BFAB-B19B-06A2620A96C3}"/>
              </a:ext>
            </a:extLst>
          </p:cNvPr>
          <p:cNvSpPr/>
          <p:nvPr/>
        </p:nvSpPr>
        <p:spPr>
          <a:xfrm>
            <a:off x="257175" y="1735945"/>
            <a:ext cx="2590800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사용자의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ㅍㅇ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를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 생각해요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어린이의 키를 생각하여 쉽게 책을 꺼내고 앉을 수 있는 공간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)</a:t>
            </a:r>
            <a:endParaRPr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1" name="Rounded Rectangle 100">
            <a:extLst>
              <a:ext uri="{FF2B5EF4-FFF2-40B4-BE49-F238E27FC236}">
                <a16:creationId xmlns:a16="http://schemas.microsoft.com/office/drawing/2014/main" id="{C3C695BF-A573-141F-2DB7-77B77F5725CD}"/>
              </a:ext>
            </a:extLst>
          </p:cNvPr>
          <p:cNvSpPr/>
          <p:nvPr/>
        </p:nvSpPr>
        <p:spPr>
          <a:xfrm>
            <a:off x="2889194" y="1735945"/>
            <a:ext cx="2065107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공간의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ㅁㅈ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에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 알맞아요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독서를 위한 책장과 독서 자리가 마련된 공간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)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2" name="Rounded Rectangle 100">
            <a:extLst>
              <a:ext uri="{FF2B5EF4-FFF2-40B4-BE49-F238E27FC236}">
                <a16:creationId xmlns:a16="http://schemas.microsoft.com/office/drawing/2014/main" id="{E6A5D4C4-09DC-8C2F-4D52-EE065BFFB41E}"/>
              </a:ext>
            </a:extLst>
          </p:cNvPr>
          <p:cNvSpPr/>
          <p:nvPr/>
        </p:nvSpPr>
        <p:spPr>
          <a:xfrm>
            <a:off x="4995520" y="1735945"/>
            <a:ext cx="2442326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사용하기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ㅍㄹ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하고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ㅇㅈ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통로가 넓어 안전하게 이동할 수 있는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3" name="Rounded Rectangle 100">
            <a:extLst>
              <a:ext uri="{FF2B5EF4-FFF2-40B4-BE49-F238E27FC236}">
                <a16:creationId xmlns:a16="http://schemas.microsoft.com/office/drawing/2014/main" id="{7F368E7E-0DB4-62CD-4491-C91BB7B38A83}"/>
              </a:ext>
            </a:extLst>
          </p:cNvPr>
          <p:cNvSpPr/>
          <p:nvPr/>
        </p:nvSpPr>
        <p:spPr>
          <a:xfrm>
            <a:off x="7479065" y="1735945"/>
            <a:ext cx="2070851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공간의 문제를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ㅎㄱ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흩어진 물건을 수납하여 문제를 해결한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5" name="Rounded Rectangle 100">
            <a:extLst>
              <a:ext uri="{FF2B5EF4-FFF2-40B4-BE49-F238E27FC236}">
                <a16:creationId xmlns:a16="http://schemas.microsoft.com/office/drawing/2014/main" id="{B8B15DA6-6B00-ED01-D74E-8D1E0F98A31B}"/>
              </a:ext>
            </a:extLst>
          </p:cNvPr>
          <p:cNvSpPr/>
          <p:nvPr/>
        </p:nvSpPr>
        <p:spPr>
          <a:xfrm>
            <a:off x="9591133" y="1735945"/>
            <a:ext cx="2470901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색</a:t>
            </a:r>
            <a:r>
              <a:rPr lang="en-US" altLang="ko-KR" sz="2000" b="1" u="none" dirty="0">
                <a:solidFill>
                  <a:srgbClr val="0070C0"/>
                </a:solidFill>
                <a:latin typeface="+mj-lt"/>
                <a:ea typeface="+mj-ea"/>
              </a:rPr>
              <a:t>, 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형태 등이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ㅈㅎ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롭게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 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어울려요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부드러운 색과 둥근 형태가 통일감 있게 어우러진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61E16-3170-4311-EAA8-C630C147E4F8}"/>
              </a:ext>
            </a:extLst>
          </p:cNvPr>
          <p:cNvSpPr txBox="1"/>
          <p:nvPr/>
        </p:nvSpPr>
        <p:spPr>
          <a:xfrm>
            <a:off x="10472083" y="6384405"/>
            <a:ext cx="15457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8358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좋은 공간디자인의 조건 찾아보기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426EDB-17CE-47A5-F3C1-9534E512EE6C}"/>
              </a:ext>
            </a:extLst>
          </p:cNvPr>
          <p:cNvGrpSpPr/>
          <p:nvPr/>
        </p:nvGrpSpPr>
        <p:grpSpPr>
          <a:xfrm>
            <a:off x="519760" y="1301339"/>
            <a:ext cx="5613798" cy="379656"/>
            <a:chOff x="882303" y="1491687"/>
            <a:chExt cx="4210356" cy="284742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A119DCEE-4F9A-8693-6F5E-A38F28CF86A1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4" name="모서리가 둥근 직사각형 41">
                <a:extLst>
                  <a:ext uri="{FF2B5EF4-FFF2-40B4-BE49-F238E27FC236}">
                    <a16:creationId xmlns:a16="http://schemas.microsoft.com/office/drawing/2014/main" id="{086689F8-2685-3202-FA56-5032E39A104A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4FFB20-9F87-1FB4-7F61-3C39161F3872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4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F06D93-4C47-E8FF-5418-2A48297F89E1}"/>
                </a:ext>
              </a:extLst>
            </p:cNvPr>
            <p:cNvSpPr txBox="1"/>
            <p:nvPr/>
          </p:nvSpPr>
          <p:spPr>
            <a:xfrm>
              <a:off x="1139406" y="1491687"/>
              <a:ext cx="395325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좋은 공간 디자인은 이러한 특징을 가지고 있어요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!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F17B63BB-4107-B07C-F7DA-B3181B1DCC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500" b="6601"/>
          <a:stretch/>
        </p:blipFill>
        <p:spPr>
          <a:xfrm>
            <a:off x="174147" y="3609975"/>
            <a:ext cx="11855762" cy="2822517"/>
          </a:xfrm>
          <a:prstGeom prst="rect">
            <a:avLst/>
          </a:prstGeom>
        </p:spPr>
      </p:pic>
      <p:sp>
        <p:nvSpPr>
          <p:cNvPr id="19" name="Rounded Rectangle 100">
            <a:extLst>
              <a:ext uri="{FF2B5EF4-FFF2-40B4-BE49-F238E27FC236}">
                <a16:creationId xmlns:a16="http://schemas.microsoft.com/office/drawing/2014/main" id="{D63D451C-63B7-BFAB-B19B-06A2620A96C3}"/>
              </a:ext>
            </a:extLst>
          </p:cNvPr>
          <p:cNvSpPr/>
          <p:nvPr/>
        </p:nvSpPr>
        <p:spPr>
          <a:xfrm>
            <a:off x="257175" y="1735945"/>
            <a:ext cx="2590800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사용자의 </a:t>
            </a:r>
            <a:r>
              <a:rPr lang="ko-KR" altLang="en-US" sz="2000" b="1" u="none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필요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를 생각해요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어린이의 키를 생각하여 쉽게 책을 꺼내고 앉을 수 있는 공간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)</a:t>
            </a:r>
            <a:endParaRPr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1" name="Rounded Rectangle 100">
            <a:extLst>
              <a:ext uri="{FF2B5EF4-FFF2-40B4-BE49-F238E27FC236}">
                <a16:creationId xmlns:a16="http://schemas.microsoft.com/office/drawing/2014/main" id="{C3C695BF-A573-141F-2DB7-77B77F5725CD}"/>
              </a:ext>
            </a:extLst>
          </p:cNvPr>
          <p:cNvSpPr/>
          <p:nvPr/>
        </p:nvSpPr>
        <p:spPr>
          <a:xfrm>
            <a:off x="2889194" y="1735945"/>
            <a:ext cx="2065107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공간의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ㅁㅈ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에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 알맞아요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독서를 위한 책장과 독서 자리가 마련된 공간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)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2" name="Rounded Rectangle 100">
            <a:extLst>
              <a:ext uri="{FF2B5EF4-FFF2-40B4-BE49-F238E27FC236}">
                <a16:creationId xmlns:a16="http://schemas.microsoft.com/office/drawing/2014/main" id="{E6A5D4C4-09DC-8C2F-4D52-EE065BFFB41E}"/>
              </a:ext>
            </a:extLst>
          </p:cNvPr>
          <p:cNvSpPr/>
          <p:nvPr/>
        </p:nvSpPr>
        <p:spPr>
          <a:xfrm>
            <a:off x="4995520" y="1735945"/>
            <a:ext cx="2442326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사용하기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ㅍㄹ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하고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ㅇㅈ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통로가 넓어 안전하게 이동할 수 있는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3" name="Rounded Rectangle 100">
            <a:extLst>
              <a:ext uri="{FF2B5EF4-FFF2-40B4-BE49-F238E27FC236}">
                <a16:creationId xmlns:a16="http://schemas.microsoft.com/office/drawing/2014/main" id="{7F368E7E-0DB4-62CD-4491-C91BB7B38A83}"/>
              </a:ext>
            </a:extLst>
          </p:cNvPr>
          <p:cNvSpPr/>
          <p:nvPr/>
        </p:nvSpPr>
        <p:spPr>
          <a:xfrm>
            <a:off x="7479065" y="1735945"/>
            <a:ext cx="2070851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공간의 문제를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ㅎㄱ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흩어진 물건을 수납하여 문제를 해결한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5" name="Rounded Rectangle 100">
            <a:extLst>
              <a:ext uri="{FF2B5EF4-FFF2-40B4-BE49-F238E27FC236}">
                <a16:creationId xmlns:a16="http://schemas.microsoft.com/office/drawing/2014/main" id="{B8B15DA6-6B00-ED01-D74E-8D1E0F98A31B}"/>
              </a:ext>
            </a:extLst>
          </p:cNvPr>
          <p:cNvSpPr/>
          <p:nvPr/>
        </p:nvSpPr>
        <p:spPr>
          <a:xfrm>
            <a:off x="9591133" y="1735945"/>
            <a:ext cx="2470901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색</a:t>
            </a:r>
            <a:r>
              <a:rPr lang="en-US" altLang="ko-KR" sz="2000" b="1" u="none" dirty="0">
                <a:solidFill>
                  <a:srgbClr val="0070C0"/>
                </a:solidFill>
                <a:latin typeface="+mj-lt"/>
                <a:ea typeface="+mj-ea"/>
              </a:rPr>
              <a:t>, 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형태 등이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ㅈㅎ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롭게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 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어울려요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부드러운 색과 둥근 형태가 통일감 있게 어우러진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90241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좋은 공간디자인의 조건 찾아보기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426EDB-17CE-47A5-F3C1-9534E512EE6C}"/>
              </a:ext>
            </a:extLst>
          </p:cNvPr>
          <p:cNvGrpSpPr/>
          <p:nvPr/>
        </p:nvGrpSpPr>
        <p:grpSpPr>
          <a:xfrm>
            <a:off x="519760" y="1301339"/>
            <a:ext cx="5613798" cy="379656"/>
            <a:chOff x="882303" y="1491687"/>
            <a:chExt cx="4210356" cy="284742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A119DCEE-4F9A-8693-6F5E-A38F28CF86A1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4" name="모서리가 둥근 직사각형 41">
                <a:extLst>
                  <a:ext uri="{FF2B5EF4-FFF2-40B4-BE49-F238E27FC236}">
                    <a16:creationId xmlns:a16="http://schemas.microsoft.com/office/drawing/2014/main" id="{086689F8-2685-3202-FA56-5032E39A104A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4FFB20-9F87-1FB4-7F61-3C39161F3872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4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F06D93-4C47-E8FF-5418-2A48297F89E1}"/>
                </a:ext>
              </a:extLst>
            </p:cNvPr>
            <p:cNvSpPr txBox="1"/>
            <p:nvPr/>
          </p:nvSpPr>
          <p:spPr>
            <a:xfrm>
              <a:off x="1139406" y="1491687"/>
              <a:ext cx="395325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좋은 공간 디자인은 이러한 특징을 가지고 있어요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!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F17B63BB-4107-B07C-F7DA-B3181B1DCC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500" b="6601"/>
          <a:stretch/>
        </p:blipFill>
        <p:spPr>
          <a:xfrm>
            <a:off x="174147" y="3609975"/>
            <a:ext cx="11855762" cy="2822517"/>
          </a:xfrm>
          <a:prstGeom prst="rect">
            <a:avLst/>
          </a:prstGeom>
        </p:spPr>
      </p:pic>
      <p:sp>
        <p:nvSpPr>
          <p:cNvPr id="19" name="Rounded Rectangle 100">
            <a:extLst>
              <a:ext uri="{FF2B5EF4-FFF2-40B4-BE49-F238E27FC236}">
                <a16:creationId xmlns:a16="http://schemas.microsoft.com/office/drawing/2014/main" id="{D63D451C-63B7-BFAB-B19B-06A2620A96C3}"/>
              </a:ext>
            </a:extLst>
          </p:cNvPr>
          <p:cNvSpPr/>
          <p:nvPr/>
        </p:nvSpPr>
        <p:spPr>
          <a:xfrm>
            <a:off x="257175" y="1735945"/>
            <a:ext cx="2590800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사용자의 </a:t>
            </a:r>
            <a:r>
              <a:rPr lang="ko-KR" altLang="en-US" sz="2000" b="1" u="none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필요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를 생각해요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어린이의 키를 생각하여 쉽게 책을 꺼내고 앉을 수 있는 공간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)</a:t>
            </a:r>
            <a:endParaRPr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1" name="Rounded Rectangle 100">
            <a:extLst>
              <a:ext uri="{FF2B5EF4-FFF2-40B4-BE49-F238E27FC236}">
                <a16:creationId xmlns:a16="http://schemas.microsoft.com/office/drawing/2014/main" id="{C3C695BF-A573-141F-2DB7-77B77F5725CD}"/>
              </a:ext>
            </a:extLst>
          </p:cNvPr>
          <p:cNvSpPr/>
          <p:nvPr/>
        </p:nvSpPr>
        <p:spPr>
          <a:xfrm>
            <a:off x="2889194" y="1735945"/>
            <a:ext cx="2065107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공간의 </a:t>
            </a:r>
            <a:r>
              <a:rPr lang="ko-KR" altLang="en-US" sz="2000" b="1" u="none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목적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에 알맞아요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독서를 위한 책장과 독서 자리가 마련된 공간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)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2" name="Rounded Rectangle 100">
            <a:extLst>
              <a:ext uri="{FF2B5EF4-FFF2-40B4-BE49-F238E27FC236}">
                <a16:creationId xmlns:a16="http://schemas.microsoft.com/office/drawing/2014/main" id="{E6A5D4C4-09DC-8C2F-4D52-EE065BFFB41E}"/>
              </a:ext>
            </a:extLst>
          </p:cNvPr>
          <p:cNvSpPr/>
          <p:nvPr/>
        </p:nvSpPr>
        <p:spPr>
          <a:xfrm>
            <a:off x="4995520" y="1735945"/>
            <a:ext cx="2442326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사용하기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ㅍㄹ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하고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ㅇㅈ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통로가 넓어 안전하게 이동할 수 있는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3" name="Rounded Rectangle 100">
            <a:extLst>
              <a:ext uri="{FF2B5EF4-FFF2-40B4-BE49-F238E27FC236}">
                <a16:creationId xmlns:a16="http://schemas.microsoft.com/office/drawing/2014/main" id="{7F368E7E-0DB4-62CD-4491-C91BB7B38A83}"/>
              </a:ext>
            </a:extLst>
          </p:cNvPr>
          <p:cNvSpPr/>
          <p:nvPr/>
        </p:nvSpPr>
        <p:spPr>
          <a:xfrm>
            <a:off x="7479065" y="1735945"/>
            <a:ext cx="2070851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공간의 문제를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ㅎㄱ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흩어진 물건을 수납하여 문제를 해결한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5" name="Rounded Rectangle 100">
            <a:extLst>
              <a:ext uri="{FF2B5EF4-FFF2-40B4-BE49-F238E27FC236}">
                <a16:creationId xmlns:a16="http://schemas.microsoft.com/office/drawing/2014/main" id="{B8B15DA6-6B00-ED01-D74E-8D1E0F98A31B}"/>
              </a:ext>
            </a:extLst>
          </p:cNvPr>
          <p:cNvSpPr/>
          <p:nvPr/>
        </p:nvSpPr>
        <p:spPr>
          <a:xfrm>
            <a:off x="9591133" y="1735945"/>
            <a:ext cx="2470901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색</a:t>
            </a:r>
            <a:r>
              <a:rPr lang="en-US" altLang="ko-KR" sz="2000" b="1" u="none" dirty="0">
                <a:solidFill>
                  <a:srgbClr val="0070C0"/>
                </a:solidFill>
                <a:latin typeface="+mj-lt"/>
                <a:ea typeface="+mj-ea"/>
              </a:rPr>
              <a:t>, 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형태 등이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ㅈㅎ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롭게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 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어울려요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부드러운 색과 둥근 형태가 통일감 있게 어우러진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31398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좋은 공간디자인의 조건 찾아보기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426EDB-17CE-47A5-F3C1-9534E512EE6C}"/>
              </a:ext>
            </a:extLst>
          </p:cNvPr>
          <p:cNvGrpSpPr/>
          <p:nvPr/>
        </p:nvGrpSpPr>
        <p:grpSpPr>
          <a:xfrm>
            <a:off x="519760" y="1301339"/>
            <a:ext cx="5613798" cy="379656"/>
            <a:chOff x="882303" y="1491687"/>
            <a:chExt cx="4210356" cy="284742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A119DCEE-4F9A-8693-6F5E-A38F28CF86A1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4" name="모서리가 둥근 직사각형 41">
                <a:extLst>
                  <a:ext uri="{FF2B5EF4-FFF2-40B4-BE49-F238E27FC236}">
                    <a16:creationId xmlns:a16="http://schemas.microsoft.com/office/drawing/2014/main" id="{086689F8-2685-3202-FA56-5032E39A104A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4FFB20-9F87-1FB4-7F61-3C39161F3872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4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F06D93-4C47-E8FF-5418-2A48297F89E1}"/>
                </a:ext>
              </a:extLst>
            </p:cNvPr>
            <p:cNvSpPr txBox="1"/>
            <p:nvPr/>
          </p:nvSpPr>
          <p:spPr>
            <a:xfrm>
              <a:off x="1139406" y="1491687"/>
              <a:ext cx="395325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좋은 공간 디자인은 이러한 특징을 가지고 있어요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!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F17B63BB-4107-B07C-F7DA-B3181B1DCC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500" b="6601"/>
          <a:stretch/>
        </p:blipFill>
        <p:spPr>
          <a:xfrm>
            <a:off x="174147" y="3609975"/>
            <a:ext cx="11855762" cy="2822517"/>
          </a:xfrm>
          <a:prstGeom prst="rect">
            <a:avLst/>
          </a:prstGeom>
        </p:spPr>
      </p:pic>
      <p:sp>
        <p:nvSpPr>
          <p:cNvPr id="19" name="Rounded Rectangle 100">
            <a:extLst>
              <a:ext uri="{FF2B5EF4-FFF2-40B4-BE49-F238E27FC236}">
                <a16:creationId xmlns:a16="http://schemas.microsoft.com/office/drawing/2014/main" id="{D63D451C-63B7-BFAB-B19B-06A2620A96C3}"/>
              </a:ext>
            </a:extLst>
          </p:cNvPr>
          <p:cNvSpPr/>
          <p:nvPr/>
        </p:nvSpPr>
        <p:spPr>
          <a:xfrm>
            <a:off x="257175" y="1735945"/>
            <a:ext cx="2590800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사용자의 </a:t>
            </a:r>
            <a:r>
              <a:rPr lang="ko-KR" altLang="en-US" sz="2000" b="1" u="none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필요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를 생각해요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어린이의 키를 생각하여 쉽게 책을 꺼내고 앉을 수 있는 공간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)</a:t>
            </a:r>
            <a:endParaRPr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1" name="Rounded Rectangle 100">
            <a:extLst>
              <a:ext uri="{FF2B5EF4-FFF2-40B4-BE49-F238E27FC236}">
                <a16:creationId xmlns:a16="http://schemas.microsoft.com/office/drawing/2014/main" id="{C3C695BF-A573-141F-2DB7-77B77F5725CD}"/>
              </a:ext>
            </a:extLst>
          </p:cNvPr>
          <p:cNvSpPr/>
          <p:nvPr/>
        </p:nvSpPr>
        <p:spPr>
          <a:xfrm>
            <a:off x="2889194" y="1735945"/>
            <a:ext cx="2065107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공간의 </a:t>
            </a:r>
            <a:r>
              <a:rPr lang="ko-KR" altLang="en-US" sz="2000" b="1" u="none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목적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에 알맞아요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독서를 위한 책장과 독서 자리가 마련된 공간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)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2" name="Rounded Rectangle 100">
            <a:extLst>
              <a:ext uri="{FF2B5EF4-FFF2-40B4-BE49-F238E27FC236}">
                <a16:creationId xmlns:a16="http://schemas.microsoft.com/office/drawing/2014/main" id="{E6A5D4C4-09DC-8C2F-4D52-EE065BFFB41E}"/>
              </a:ext>
            </a:extLst>
          </p:cNvPr>
          <p:cNvSpPr/>
          <p:nvPr/>
        </p:nvSpPr>
        <p:spPr>
          <a:xfrm>
            <a:off x="4995520" y="1735945"/>
            <a:ext cx="2442326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사용하기 </a:t>
            </a:r>
            <a:r>
              <a:rPr lang="ko-KR" alt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편리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하고 </a:t>
            </a:r>
            <a:r>
              <a:rPr lang="ko-KR" alt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안전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통로가 넓어 안전하게 이동할 수 있는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3" name="Rounded Rectangle 100">
            <a:extLst>
              <a:ext uri="{FF2B5EF4-FFF2-40B4-BE49-F238E27FC236}">
                <a16:creationId xmlns:a16="http://schemas.microsoft.com/office/drawing/2014/main" id="{7F368E7E-0DB4-62CD-4491-C91BB7B38A83}"/>
              </a:ext>
            </a:extLst>
          </p:cNvPr>
          <p:cNvSpPr/>
          <p:nvPr/>
        </p:nvSpPr>
        <p:spPr>
          <a:xfrm>
            <a:off x="7479065" y="1735945"/>
            <a:ext cx="2070851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공간의 문제를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ㅎㄱ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흩어진 물건을 수납하여 문제를 해결한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5" name="Rounded Rectangle 100">
            <a:extLst>
              <a:ext uri="{FF2B5EF4-FFF2-40B4-BE49-F238E27FC236}">
                <a16:creationId xmlns:a16="http://schemas.microsoft.com/office/drawing/2014/main" id="{B8B15DA6-6B00-ED01-D74E-8D1E0F98A31B}"/>
              </a:ext>
            </a:extLst>
          </p:cNvPr>
          <p:cNvSpPr/>
          <p:nvPr/>
        </p:nvSpPr>
        <p:spPr>
          <a:xfrm>
            <a:off x="9591133" y="1735945"/>
            <a:ext cx="2470901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색</a:t>
            </a:r>
            <a:r>
              <a:rPr lang="en-US" altLang="ko-KR" sz="2000" b="1" u="none" dirty="0">
                <a:solidFill>
                  <a:srgbClr val="0070C0"/>
                </a:solidFill>
                <a:latin typeface="+mj-lt"/>
                <a:ea typeface="+mj-ea"/>
              </a:rPr>
              <a:t>, 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형태 등이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ㅈㅎ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롭게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 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어울려요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부드러운 색과 둥근 형태가 통일감 있게 어우러진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36737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좋은 공간디자인의 조건 찾아보기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426EDB-17CE-47A5-F3C1-9534E512EE6C}"/>
              </a:ext>
            </a:extLst>
          </p:cNvPr>
          <p:cNvGrpSpPr/>
          <p:nvPr/>
        </p:nvGrpSpPr>
        <p:grpSpPr>
          <a:xfrm>
            <a:off x="519760" y="1301339"/>
            <a:ext cx="5613798" cy="379656"/>
            <a:chOff x="882303" y="1491687"/>
            <a:chExt cx="4210356" cy="284742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A119DCEE-4F9A-8693-6F5E-A38F28CF86A1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4" name="모서리가 둥근 직사각형 41">
                <a:extLst>
                  <a:ext uri="{FF2B5EF4-FFF2-40B4-BE49-F238E27FC236}">
                    <a16:creationId xmlns:a16="http://schemas.microsoft.com/office/drawing/2014/main" id="{086689F8-2685-3202-FA56-5032E39A104A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4FFB20-9F87-1FB4-7F61-3C39161F3872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4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F06D93-4C47-E8FF-5418-2A48297F89E1}"/>
                </a:ext>
              </a:extLst>
            </p:cNvPr>
            <p:cNvSpPr txBox="1"/>
            <p:nvPr/>
          </p:nvSpPr>
          <p:spPr>
            <a:xfrm>
              <a:off x="1139406" y="1491687"/>
              <a:ext cx="395325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좋은 공간 디자인은 이러한 특징을 가지고 있어요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!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F17B63BB-4107-B07C-F7DA-B3181B1DCC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500" b="6601"/>
          <a:stretch/>
        </p:blipFill>
        <p:spPr>
          <a:xfrm>
            <a:off x="174147" y="3609975"/>
            <a:ext cx="11855762" cy="2822517"/>
          </a:xfrm>
          <a:prstGeom prst="rect">
            <a:avLst/>
          </a:prstGeom>
        </p:spPr>
      </p:pic>
      <p:sp>
        <p:nvSpPr>
          <p:cNvPr id="19" name="Rounded Rectangle 100">
            <a:extLst>
              <a:ext uri="{FF2B5EF4-FFF2-40B4-BE49-F238E27FC236}">
                <a16:creationId xmlns:a16="http://schemas.microsoft.com/office/drawing/2014/main" id="{D63D451C-63B7-BFAB-B19B-06A2620A96C3}"/>
              </a:ext>
            </a:extLst>
          </p:cNvPr>
          <p:cNvSpPr/>
          <p:nvPr/>
        </p:nvSpPr>
        <p:spPr>
          <a:xfrm>
            <a:off x="257175" y="1735945"/>
            <a:ext cx="2590800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사용자의 </a:t>
            </a:r>
            <a:r>
              <a:rPr lang="ko-KR" altLang="en-US" sz="2000" b="1" u="none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필요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를 생각해요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어린이의 키를 생각하여 쉽게 책을 꺼내고 앉을 수 있는 공간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)</a:t>
            </a:r>
            <a:endParaRPr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1" name="Rounded Rectangle 100">
            <a:extLst>
              <a:ext uri="{FF2B5EF4-FFF2-40B4-BE49-F238E27FC236}">
                <a16:creationId xmlns:a16="http://schemas.microsoft.com/office/drawing/2014/main" id="{C3C695BF-A573-141F-2DB7-77B77F5725CD}"/>
              </a:ext>
            </a:extLst>
          </p:cNvPr>
          <p:cNvSpPr/>
          <p:nvPr/>
        </p:nvSpPr>
        <p:spPr>
          <a:xfrm>
            <a:off x="2889194" y="1735945"/>
            <a:ext cx="2065107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공간의 </a:t>
            </a:r>
            <a:r>
              <a:rPr lang="ko-KR" altLang="en-US" sz="2000" b="1" u="none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목적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에 알맞아요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독서를 위한 책장과 독서 자리가 마련된 공간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)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2" name="Rounded Rectangle 100">
            <a:extLst>
              <a:ext uri="{FF2B5EF4-FFF2-40B4-BE49-F238E27FC236}">
                <a16:creationId xmlns:a16="http://schemas.microsoft.com/office/drawing/2014/main" id="{E6A5D4C4-09DC-8C2F-4D52-EE065BFFB41E}"/>
              </a:ext>
            </a:extLst>
          </p:cNvPr>
          <p:cNvSpPr/>
          <p:nvPr/>
        </p:nvSpPr>
        <p:spPr>
          <a:xfrm>
            <a:off x="4995520" y="1735945"/>
            <a:ext cx="2442326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사용하기 </a:t>
            </a:r>
            <a:r>
              <a:rPr lang="ko-KR" alt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편리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하고 </a:t>
            </a:r>
            <a:r>
              <a:rPr lang="ko-KR" alt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안전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통로가 넓어 안전하게 이동할 수 있는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3" name="Rounded Rectangle 100">
            <a:extLst>
              <a:ext uri="{FF2B5EF4-FFF2-40B4-BE49-F238E27FC236}">
                <a16:creationId xmlns:a16="http://schemas.microsoft.com/office/drawing/2014/main" id="{7F368E7E-0DB4-62CD-4491-C91BB7B38A83}"/>
              </a:ext>
            </a:extLst>
          </p:cNvPr>
          <p:cNvSpPr/>
          <p:nvPr/>
        </p:nvSpPr>
        <p:spPr>
          <a:xfrm>
            <a:off x="7479065" y="1735945"/>
            <a:ext cx="2070851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공간의 문제를 </a:t>
            </a:r>
            <a:r>
              <a:rPr lang="ko-KR" alt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해결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흩어진 물건을 수납하여 문제를 해결한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5" name="Rounded Rectangle 100">
            <a:extLst>
              <a:ext uri="{FF2B5EF4-FFF2-40B4-BE49-F238E27FC236}">
                <a16:creationId xmlns:a16="http://schemas.microsoft.com/office/drawing/2014/main" id="{B8B15DA6-6B00-ED01-D74E-8D1E0F98A31B}"/>
              </a:ext>
            </a:extLst>
          </p:cNvPr>
          <p:cNvSpPr/>
          <p:nvPr/>
        </p:nvSpPr>
        <p:spPr>
          <a:xfrm>
            <a:off x="9591133" y="1735945"/>
            <a:ext cx="2470901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색</a:t>
            </a:r>
            <a:r>
              <a:rPr lang="en-US" altLang="ko-KR" sz="2000" b="1" u="none" dirty="0">
                <a:solidFill>
                  <a:srgbClr val="0070C0"/>
                </a:solidFill>
                <a:latin typeface="+mj-lt"/>
                <a:ea typeface="+mj-ea"/>
              </a:rPr>
              <a:t>, 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형태 등이 </a:t>
            </a:r>
            <a:r>
              <a:rPr lang="ko-KR" altLang="en-US" sz="2000" b="1" u="none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ㅈㅎ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롭게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 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어울려요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부드러운 색과 둥근 형태가 통일감 있게 어우러진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96346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좋은 공간디자인의 조건 찾아보기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426EDB-17CE-47A5-F3C1-9534E512EE6C}"/>
              </a:ext>
            </a:extLst>
          </p:cNvPr>
          <p:cNvGrpSpPr/>
          <p:nvPr/>
        </p:nvGrpSpPr>
        <p:grpSpPr>
          <a:xfrm>
            <a:off x="519760" y="1301339"/>
            <a:ext cx="5613798" cy="379656"/>
            <a:chOff x="882303" y="1491687"/>
            <a:chExt cx="4210356" cy="284742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A119DCEE-4F9A-8693-6F5E-A38F28CF86A1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4" name="모서리가 둥근 직사각형 41">
                <a:extLst>
                  <a:ext uri="{FF2B5EF4-FFF2-40B4-BE49-F238E27FC236}">
                    <a16:creationId xmlns:a16="http://schemas.microsoft.com/office/drawing/2014/main" id="{086689F8-2685-3202-FA56-5032E39A104A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4FFB20-9F87-1FB4-7F61-3C39161F3872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4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F06D93-4C47-E8FF-5418-2A48297F89E1}"/>
                </a:ext>
              </a:extLst>
            </p:cNvPr>
            <p:cNvSpPr txBox="1"/>
            <p:nvPr/>
          </p:nvSpPr>
          <p:spPr>
            <a:xfrm>
              <a:off x="1139406" y="1491687"/>
              <a:ext cx="395325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좋은 공간 디자인은 이러한 특징을 가지고 있어요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!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F17B63BB-4107-B07C-F7DA-B3181B1DCC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500" b="6601"/>
          <a:stretch/>
        </p:blipFill>
        <p:spPr>
          <a:xfrm>
            <a:off x="174147" y="3609975"/>
            <a:ext cx="11855762" cy="2822517"/>
          </a:xfrm>
          <a:prstGeom prst="rect">
            <a:avLst/>
          </a:prstGeom>
        </p:spPr>
      </p:pic>
      <p:sp>
        <p:nvSpPr>
          <p:cNvPr id="19" name="Rounded Rectangle 100">
            <a:extLst>
              <a:ext uri="{FF2B5EF4-FFF2-40B4-BE49-F238E27FC236}">
                <a16:creationId xmlns:a16="http://schemas.microsoft.com/office/drawing/2014/main" id="{D63D451C-63B7-BFAB-B19B-06A2620A96C3}"/>
              </a:ext>
            </a:extLst>
          </p:cNvPr>
          <p:cNvSpPr/>
          <p:nvPr/>
        </p:nvSpPr>
        <p:spPr>
          <a:xfrm>
            <a:off x="257175" y="1735945"/>
            <a:ext cx="2590800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사용자의 </a:t>
            </a:r>
            <a:r>
              <a:rPr lang="ko-KR" altLang="en-US" sz="2000" b="1" u="none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필요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를 생각해요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어린이의 키를 생각하여 쉽게 책을 꺼내고 앉을 수 있는 공간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)</a:t>
            </a:r>
            <a:endParaRPr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1" name="Rounded Rectangle 100">
            <a:extLst>
              <a:ext uri="{FF2B5EF4-FFF2-40B4-BE49-F238E27FC236}">
                <a16:creationId xmlns:a16="http://schemas.microsoft.com/office/drawing/2014/main" id="{C3C695BF-A573-141F-2DB7-77B77F5725CD}"/>
              </a:ext>
            </a:extLst>
          </p:cNvPr>
          <p:cNvSpPr/>
          <p:nvPr/>
        </p:nvSpPr>
        <p:spPr>
          <a:xfrm>
            <a:off x="2889194" y="1735945"/>
            <a:ext cx="2065107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공간의 </a:t>
            </a:r>
            <a:r>
              <a:rPr lang="ko-KR" altLang="en-US" sz="2000" b="1" u="none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목적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에 알맞아요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독서를 위한 책장과 독서 자리가 마련된 공간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)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2" name="Rounded Rectangle 100">
            <a:extLst>
              <a:ext uri="{FF2B5EF4-FFF2-40B4-BE49-F238E27FC236}">
                <a16:creationId xmlns:a16="http://schemas.microsoft.com/office/drawing/2014/main" id="{E6A5D4C4-09DC-8C2F-4D52-EE065BFFB41E}"/>
              </a:ext>
            </a:extLst>
          </p:cNvPr>
          <p:cNvSpPr/>
          <p:nvPr/>
        </p:nvSpPr>
        <p:spPr>
          <a:xfrm>
            <a:off x="4995520" y="1735945"/>
            <a:ext cx="2442326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사용하기 </a:t>
            </a:r>
            <a:r>
              <a:rPr lang="ko-KR" alt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편리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하고 </a:t>
            </a:r>
            <a:r>
              <a:rPr lang="ko-KR" alt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안전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통로가 넓어 안전하게 이동할 수 있는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3" name="Rounded Rectangle 100">
            <a:extLst>
              <a:ext uri="{FF2B5EF4-FFF2-40B4-BE49-F238E27FC236}">
                <a16:creationId xmlns:a16="http://schemas.microsoft.com/office/drawing/2014/main" id="{7F368E7E-0DB4-62CD-4491-C91BB7B38A83}"/>
              </a:ext>
            </a:extLst>
          </p:cNvPr>
          <p:cNvSpPr/>
          <p:nvPr/>
        </p:nvSpPr>
        <p:spPr>
          <a:xfrm>
            <a:off x="7479065" y="1735945"/>
            <a:ext cx="2070851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공간의 문제를 </a:t>
            </a:r>
            <a:r>
              <a:rPr lang="ko-KR" alt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해결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해요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흩어진 물건을 수납하여 문제를 해결한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5" name="Rounded Rectangle 100">
            <a:extLst>
              <a:ext uri="{FF2B5EF4-FFF2-40B4-BE49-F238E27FC236}">
                <a16:creationId xmlns:a16="http://schemas.microsoft.com/office/drawing/2014/main" id="{B8B15DA6-6B00-ED01-D74E-8D1E0F98A31B}"/>
              </a:ext>
            </a:extLst>
          </p:cNvPr>
          <p:cNvSpPr/>
          <p:nvPr/>
        </p:nvSpPr>
        <p:spPr>
          <a:xfrm>
            <a:off x="9591133" y="1735945"/>
            <a:ext cx="2470901" cy="18271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색</a:t>
            </a:r>
            <a:r>
              <a:rPr lang="en-US" altLang="ko-KR" sz="2000" b="1" u="none" dirty="0">
                <a:solidFill>
                  <a:srgbClr val="0070C0"/>
                </a:solidFill>
                <a:latin typeface="+mj-lt"/>
                <a:ea typeface="+mj-ea"/>
              </a:rPr>
              <a:t>, 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형태 등이 </a:t>
            </a:r>
            <a:r>
              <a:rPr lang="ko-KR" alt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조화</a:t>
            </a:r>
            <a:r>
              <a:rPr lang="ko-KR" altLang="en-US" sz="2000" b="1" u="none" dirty="0">
                <a:solidFill>
                  <a:srgbClr val="0070C0"/>
                </a:solidFill>
                <a:latin typeface="+mj-lt"/>
                <a:ea typeface="+mj-ea"/>
              </a:rPr>
              <a:t>롭게 </a:t>
            </a:r>
            <a:r>
              <a:rPr lang="ko-KR" altLang="en-US" sz="2000" b="1" u="none" dirty="0" err="1">
                <a:solidFill>
                  <a:srgbClr val="0070C0"/>
                </a:solidFill>
                <a:latin typeface="+mj-lt"/>
                <a:ea typeface="+mj-ea"/>
              </a:rPr>
              <a:t>어울려요</a:t>
            </a:r>
            <a:endParaRPr lang="en-US" altLang="ko-KR" sz="2000" b="1" u="none" dirty="0">
              <a:solidFill>
                <a:srgbClr val="0070C0"/>
              </a:solidFill>
              <a:latin typeface="+mj-lt"/>
              <a:ea typeface="+mj-ea"/>
            </a:endParaRPr>
          </a:p>
          <a:p>
            <a:pPr algn="ctr"/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(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예시</a:t>
            </a:r>
            <a:r>
              <a:rPr lang="en-US" altLang="ko-KR" sz="1600" b="1" dirty="0">
                <a:solidFill>
                  <a:srgbClr val="0D0D0D"/>
                </a:solidFill>
                <a:latin typeface="+mj-lt"/>
                <a:ea typeface="+mj-ea"/>
              </a:rPr>
              <a:t>: </a:t>
            </a:r>
            <a:r>
              <a:rPr lang="ko-KR" altLang="en-US" sz="1600" b="1" dirty="0">
                <a:solidFill>
                  <a:srgbClr val="0D0D0D"/>
                </a:solidFill>
                <a:latin typeface="+mj-lt"/>
                <a:ea typeface="+mj-ea"/>
              </a:rPr>
              <a:t>부드러운 색과 둥근 형태가 통일감 있게 어우러진 공간</a:t>
            </a:r>
            <a:endParaRPr lang="ko-KR" altLang="en-US" sz="1400" b="1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51536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7CF3A5-02F4-467E-1443-5C318ABEE8D7}"/>
              </a:ext>
            </a:extLst>
          </p:cNvPr>
          <p:cNvSpPr txBox="1">
            <a:spLocks/>
          </p:cNvSpPr>
          <p:nvPr/>
        </p:nvSpPr>
        <p:spPr>
          <a:xfrm>
            <a:off x="0" y="1552647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좋은 공간 디자인의 조건은 무엇이었나요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0A784B-04E8-7C48-1F22-7B2AD1BFCD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500" b="6601"/>
          <a:stretch/>
        </p:blipFill>
        <p:spPr>
          <a:xfrm>
            <a:off x="704850" y="2288981"/>
            <a:ext cx="10734675" cy="369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7CF3A5-02F4-467E-1443-5C318ABEE8D7}"/>
              </a:ext>
            </a:extLst>
          </p:cNvPr>
          <p:cNvSpPr txBox="1">
            <a:spLocks/>
          </p:cNvSpPr>
          <p:nvPr/>
        </p:nvSpPr>
        <p:spPr>
          <a:xfrm>
            <a:off x="0" y="1505022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차시에는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2BA96E-A503-E600-DCB9-64F97FC65F5D}"/>
              </a:ext>
            </a:extLst>
          </p:cNvPr>
          <p:cNvSpPr txBox="1">
            <a:spLocks/>
          </p:cNvSpPr>
          <p:nvPr/>
        </p:nvSpPr>
        <p:spPr>
          <a:xfrm>
            <a:off x="-1" y="2155704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우리 학교 공간을 디자이너의 눈으로 살펴봅시다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!</a:t>
            </a:r>
            <a:endParaRPr lang="ko-KR" altLang="en-US" sz="32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20D954-91D7-A924-485A-EE52AEC0C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642" y="2790897"/>
            <a:ext cx="7216711" cy="33807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F69B248-1DA2-0830-8560-4D249201B6E7}"/>
              </a:ext>
            </a:extLst>
          </p:cNvPr>
          <p:cNvSpPr txBox="1"/>
          <p:nvPr/>
        </p:nvSpPr>
        <p:spPr>
          <a:xfrm>
            <a:off x="9666143" y="5939930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5329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931</Words>
  <Application>Microsoft Office PowerPoint</Application>
  <PresentationFormat>와이드스크린</PresentationFormat>
  <Paragraphs>197</Paragraphs>
  <Slides>19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Noto Sans KR Black</vt:lpstr>
      <vt:lpstr>나눔스퀘어 ExtraBold</vt:lpstr>
      <vt:lpstr>땅스부대찌개 Bold</vt:lpstr>
      <vt:lpstr>에스코어 드림 3 Light</vt:lpstr>
      <vt:lpstr>Arial</vt:lpstr>
      <vt:lpstr>Office Theme</vt:lpstr>
      <vt:lpstr>PowerPoint 프레젠테이션</vt:lpstr>
      <vt:lpstr>이번 차시의 프로젝트 단계는?</vt:lpstr>
      <vt:lpstr>같은 공간인데 무엇이 달라졌을까?</vt:lpstr>
      <vt:lpstr>PowerPoint 프레젠테이션</vt:lpstr>
      <vt:lpstr>PowerPoint 프레젠테이션</vt:lpstr>
      <vt:lpstr>[활동1] 공간 디자인의 의미 알아보기</vt:lpstr>
      <vt:lpstr>[활동1] 공간 디자인의 의미 알아보기</vt:lpstr>
      <vt:lpstr>[활동2] 좋은 공간디자인의 조건 찾아보기</vt:lpstr>
      <vt:lpstr>[활동2] 좋은 공간디자인의 조건 찾아보기</vt:lpstr>
      <vt:lpstr>[활동2] 좋은 공간디자인의 조건 찾아보기</vt:lpstr>
      <vt:lpstr>[활동2] 좋은 공간디자인의 조건 찾아보기</vt:lpstr>
      <vt:lpstr>[활동2] 좋은 공간디자인의 조건 찾아보기</vt:lpstr>
      <vt:lpstr>[활동2] 좋은 공간디자인의 조건 찾아보기</vt:lpstr>
      <vt:lpstr>[활동2] 좋은 공간디자인의 조건 찾아보기</vt:lpstr>
      <vt:lpstr>[활동2] 좋은 공간디자인의 조건 찾아보기</vt:lpstr>
      <vt:lpstr>[활동2] 좋은 공간디자인의 조건 찾아보기</vt:lpstr>
      <vt:lpstr>정리하기</vt:lpstr>
      <vt:lpstr>정리하기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 은찬</cp:lastModifiedBy>
  <cp:revision>13</cp:revision>
  <dcterms:created xsi:type="dcterms:W3CDTF">2026-07-09T22:35:37Z</dcterms:created>
  <dcterms:modified xsi:type="dcterms:W3CDTF">2026-10-24T07:06:55Z</dcterms:modified>
</cp:coreProperties>
</file>