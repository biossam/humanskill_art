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64" r:id="rId2"/>
    <p:sldId id="283" r:id="rId3"/>
    <p:sldId id="285" r:id="rId4"/>
    <p:sldId id="265" r:id="rId5"/>
    <p:sldId id="272" r:id="rId6"/>
    <p:sldId id="287" r:id="rId7"/>
    <p:sldId id="274" r:id="rId8"/>
    <p:sldId id="275" r:id="rId9"/>
    <p:sldId id="276" r:id="rId10"/>
    <p:sldId id="277" r:id="rId11"/>
    <p:sldId id="288" r:id="rId12"/>
    <p:sldId id="294" r:id="rId13"/>
    <p:sldId id="295" r:id="rId14"/>
    <p:sldId id="296" r:id="rId15"/>
    <p:sldId id="297" r:id="rId16"/>
    <p:sldId id="298" r:id="rId17"/>
    <p:sldId id="269" r:id="rId18"/>
    <p:sldId id="279" r:id="rId19"/>
    <p:sldId id="270" r:id="rId20"/>
  </p:sldIdLst>
  <p:sldSz cx="12192000" cy="6858000"/>
  <p:notesSz cx="6858000" cy="12192000"/>
  <p:embeddedFontLst>
    <p:embeddedFont>
      <p:font typeface="Noto Sans KR Black" panose="020B0200000000000000" pitchFamily="50" charset="-127"/>
      <p:bold r:id="rId22"/>
    </p:embeddedFont>
    <p:embeddedFont>
      <p:font typeface="Noto Sans KR Medium" panose="020B0200000000000000" pitchFamily="50" charset="-127"/>
      <p:regular r:id="rId23"/>
    </p:embeddedFont>
    <p:embeddedFont>
      <p:font typeface="나눔스퀘어 ExtraBold" panose="020B0600000101010101" pitchFamily="50" charset="-127"/>
      <p:bold r:id="rId24"/>
    </p:embeddedFont>
    <p:embeddedFont>
      <p:font typeface="땅스부대찌개 Bold" panose="02020603020101020101" pitchFamily="18" charset="-127"/>
      <p:bold r:id="rId25"/>
    </p:embeddedFont>
    <p:embeddedFont>
      <p:font typeface="에스코어 드림 3 Light" panose="020B0303030302020204" pitchFamily="34" charset="-127"/>
      <p:regular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534A"/>
    <a:srgbClr val="F6877E"/>
    <a:srgbClr val="DD635B"/>
    <a:srgbClr val="808080"/>
    <a:srgbClr val="FFD966"/>
    <a:srgbClr val="FAE4D6"/>
    <a:srgbClr val="FDEC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144162-B7B6-40E4-A480-CFC11E63907E}" v="35" dt="2026-10-24T07:06:32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76144162-B7B6-40E4-A480-CFC11E63907E}"/>
    <pc:docChg chg="undo custSel addSld delSld modSld">
      <pc:chgData name="이 은찬" userId="7171d596-a1e6-43c2-b263-57fdfdab9399" providerId="ADAL" clId="{76144162-B7B6-40E4-A480-CFC11E63907E}" dt="2026-10-24T07:06:54.604" v="334" actId="478"/>
      <pc:docMkLst>
        <pc:docMk/>
      </pc:docMkLst>
      <pc:sldChg chg="delSp modSp mod">
        <pc:chgData name="이 은찬" userId="7171d596-a1e6-43c2-b263-57fdfdab9399" providerId="ADAL" clId="{76144162-B7B6-40E4-A480-CFC11E63907E}" dt="2026-10-24T06:50:26.826" v="206" actId="478"/>
        <pc:sldMkLst>
          <pc:docMk/>
          <pc:sldMk cId="2746174679" sldId="264"/>
        </pc:sldMkLst>
        <pc:spChg chg="del">
          <ac:chgData name="이 은찬" userId="7171d596-a1e6-43c2-b263-57fdfdab9399" providerId="ADAL" clId="{76144162-B7B6-40E4-A480-CFC11E63907E}" dt="2026-10-24T06:50:26.826" v="206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76144162-B7B6-40E4-A480-CFC11E63907E}" dt="2026-10-18T07:00:26.007" v="183" actId="20577"/>
          <ac:spMkLst>
            <pc:docMk/>
            <pc:sldMk cId="2746174679" sldId="264"/>
            <ac:spMk id="8" creationId="{8A85E423-5130-678A-F2A2-6017CB42FB8E}"/>
          </ac:spMkLst>
        </pc:spChg>
        <pc:picChg chg="del">
          <ac:chgData name="이 은찬" userId="7171d596-a1e6-43c2-b263-57fdfdab9399" providerId="ADAL" clId="{76144162-B7B6-40E4-A480-CFC11E63907E}" dt="2026-10-24T06:50:15.875" v="205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76144162-B7B6-40E4-A480-CFC11E63907E}" dt="2026-10-03T07:29:14.756" v="34" actId="404"/>
        <pc:sldMkLst>
          <pc:docMk/>
          <pc:sldMk cId="1828356913" sldId="265"/>
        </pc:sldMkLst>
        <pc:spChg chg="mod">
          <ac:chgData name="이 은찬" userId="7171d596-a1e6-43c2-b263-57fdfdab9399" providerId="ADAL" clId="{76144162-B7B6-40E4-A480-CFC11E63907E}" dt="2026-10-03T07:29:14.756" v="34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modSp del mod">
        <pc:chgData name="이 은찬" userId="7171d596-a1e6-43c2-b263-57fdfdab9399" providerId="ADAL" clId="{76144162-B7B6-40E4-A480-CFC11E63907E}" dt="2026-10-03T09:28:48.397" v="88" actId="4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delSp mod">
        <pc:chgData name="이 은찬" userId="7171d596-a1e6-43c2-b263-57fdfdab9399" providerId="ADAL" clId="{76144162-B7B6-40E4-A480-CFC11E63907E}" dt="2026-10-24T07:06:54.604" v="334" actId="478"/>
        <pc:sldMkLst>
          <pc:docMk/>
          <pc:sldMk cId="2661022117" sldId="270"/>
        </pc:sldMkLst>
        <pc:picChg chg="del">
          <ac:chgData name="이 은찬" userId="7171d596-a1e6-43c2-b263-57fdfdab9399" providerId="ADAL" clId="{76144162-B7B6-40E4-A480-CFC11E63907E}" dt="2026-10-24T07:06:54.604" v="334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addSp delSp modSp mod">
        <pc:chgData name="이 은찬" userId="7171d596-a1e6-43c2-b263-57fdfdab9399" providerId="ADAL" clId="{76144162-B7B6-40E4-A480-CFC11E63907E}" dt="2026-10-03T08:47:06.074" v="81" actId="164"/>
        <pc:sldMkLst>
          <pc:docMk/>
          <pc:sldMk cId="1468056876" sldId="272"/>
        </pc:sldMkLst>
        <pc:spChg chg="add mod">
          <ac:chgData name="이 은찬" userId="7171d596-a1e6-43c2-b263-57fdfdab9399" providerId="ADAL" clId="{76144162-B7B6-40E4-A480-CFC11E63907E}" dt="2026-10-03T08:45:29.044" v="39"/>
          <ac:spMkLst>
            <pc:docMk/>
            <pc:sldMk cId="1468056876" sldId="272"/>
            <ac:spMk id="4" creationId="{13003EA8-6832-3E72-179B-50429E4E7279}"/>
          </ac:spMkLst>
        </pc:spChg>
        <pc:spChg chg="mod">
          <ac:chgData name="이 은찬" userId="7171d596-a1e6-43c2-b263-57fdfdab9399" providerId="ADAL" clId="{76144162-B7B6-40E4-A480-CFC11E63907E}" dt="2026-10-03T08:46:53.031" v="79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6144162-B7B6-40E4-A480-CFC11E63907E}" dt="2026-10-03T08:46:27.618" v="65" actId="20577"/>
          <ac:spMkLst>
            <pc:docMk/>
            <pc:sldMk cId="1468056876" sldId="272"/>
            <ac:spMk id="8" creationId="{3168F200-C15A-7DEE-8B3B-0700DE64E854}"/>
          </ac:spMkLst>
        </pc:spChg>
        <pc:spChg chg="add mod">
          <ac:chgData name="이 은찬" userId="7171d596-a1e6-43c2-b263-57fdfdab9399" providerId="ADAL" clId="{76144162-B7B6-40E4-A480-CFC11E63907E}" dt="2026-10-03T08:45:29.044" v="39"/>
          <ac:spMkLst>
            <pc:docMk/>
            <pc:sldMk cId="1468056876" sldId="272"/>
            <ac:spMk id="12" creationId="{26279D7E-72DC-4C98-4121-71E1B583E1DB}"/>
          </ac:spMkLst>
        </pc:spChg>
        <pc:spChg chg="add del mod">
          <ac:chgData name="이 은찬" userId="7171d596-a1e6-43c2-b263-57fdfdab9399" providerId="ADAL" clId="{76144162-B7B6-40E4-A480-CFC11E63907E}" dt="2026-10-03T08:46:26.197" v="64" actId="478"/>
          <ac:spMkLst>
            <pc:docMk/>
            <pc:sldMk cId="1468056876" sldId="272"/>
            <ac:spMk id="14" creationId="{AF7A0588-3F8D-FF57-F5D3-55497F0A9F66}"/>
          </ac:spMkLst>
        </pc:spChg>
        <pc:spChg chg="add mod">
          <ac:chgData name="이 은찬" userId="7171d596-a1e6-43c2-b263-57fdfdab9399" providerId="ADAL" clId="{76144162-B7B6-40E4-A480-CFC11E63907E}" dt="2026-10-03T08:47:06.074" v="81" actId="164"/>
          <ac:spMkLst>
            <pc:docMk/>
            <pc:sldMk cId="1468056876" sldId="272"/>
            <ac:spMk id="15" creationId="{5544BC1A-CB02-D09E-6A91-A7DABCAC4517}"/>
          </ac:spMkLst>
        </pc:spChg>
        <pc:spChg chg="add mod">
          <ac:chgData name="이 은찬" userId="7171d596-a1e6-43c2-b263-57fdfdab9399" providerId="ADAL" clId="{76144162-B7B6-40E4-A480-CFC11E63907E}" dt="2026-10-03T08:46:30.639" v="67"/>
          <ac:spMkLst>
            <pc:docMk/>
            <pc:sldMk cId="1468056876" sldId="272"/>
            <ac:spMk id="16" creationId="{00486F2D-D00F-D1F6-5E5D-A834D4FADEE0}"/>
          </ac:spMkLst>
        </pc:spChg>
        <pc:spChg chg="add del mod">
          <ac:chgData name="이 은찬" userId="7171d596-a1e6-43c2-b263-57fdfdab9399" providerId="ADAL" clId="{76144162-B7B6-40E4-A480-CFC11E63907E}" dt="2026-10-03T08:46:52.406" v="78" actId="478"/>
          <ac:spMkLst>
            <pc:docMk/>
            <pc:sldMk cId="1468056876" sldId="272"/>
            <ac:spMk id="17" creationId="{0C363CD8-1FA4-C3ED-3A75-ACF0BBC2D425}"/>
          </ac:spMkLst>
        </pc:spChg>
        <pc:spChg chg="add mod">
          <ac:chgData name="이 은찬" userId="7171d596-a1e6-43c2-b263-57fdfdab9399" providerId="ADAL" clId="{76144162-B7B6-40E4-A480-CFC11E63907E}" dt="2026-10-03T08:47:06.074" v="81" actId="164"/>
          <ac:spMkLst>
            <pc:docMk/>
            <pc:sldMk cId="1468056876" sldId="272"/>
            <ac:spMk id="18" creationId="{BB13A669-0010-5816-0414-9A051F1710B3}"/>
          </ac:spMkLst>
        </pc:spChg>
        <pc:grpChg chg="mod">
          <ac:chgData name="이 은찬" userId="7171d596-a1e6-43c2-b263-57fdfdab9399" providerId="ADAL" clId="{76144162-B7B6-40E4-A480-CFC11E63907E}" dt="2026-10-03T08:47:06.074" v="81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6144162-B7B6-40E4-A480-CFC11E63907E}" dt="2026-10-03T08:47:06.074" v="81" actId="164"/>
          <ac:grpSpMkLst>
            <pc:docMk/>
            <pc:sldMk cId="1468056876" sldId="272"/>
            <ac:grpSpMk id="19" creationId="{39EE7576-3A81-4EBD-E489-5517A61707EB}"/>
          </ac:grpSpMkLst>
        </pc:grpChg>
        <pc:picChg chg="add mod">
          <ac:chgData name="이 은찬" userId="7171d596-a1e6-43c2-b263-57fdfdab9399" providerId="ADAL" clId="{76144162-B7B6-40E4-A480-CFC11E63907E}" dt="2026-10-03T08:45:46.840" v="42" actId="1076"/>
          <ac:picMkLst>
            <pc:docMk/>
            <pc:sldMk cId="1468056876" sldId="272"/>
            <ac:picMk id="13" creationId="{E3B1A1FE-A719-0B83-6336-AF20009F2D1C}"/>
          </ac:picMkLst>
        </pc:picChg>
      </pc:sldChg>
      <pc:sldChg chg="addSp modSp mod">
        <pc:chgData name="이 은찬" userId="7171d596-a1e6-43c2-b263-57fdfdab9399" providerId="ADAL" clId="{76144162-B7B6-40E4-A480-CFC11E63907E}" dt="2026-10-24T06:51:29.116" v="212" actId="1076"/>
        <pc:sldMkLst>
          <pc:docMk/>
          <pc:sldMk cId="2003696341" sldId="274"/>
        </pc:sldMkLst>
        <pc:spChg chg="mod">
          <ac:chgData name="이 은찬" userId="7171d596-a1e6-43c2-b263-57fdfdab9399" providerId="ADAL" clId="{76144162-B7B6-40E4-A480-CFC11E63907E}" dt="2026-10-04T14:09:27.559" v="171" actId="404"/>
          <ac:spMkLst>
            <pc:docMk/>
            <pc:sldMk cId="2003696341" sldId="274"/>
            <ac:spMk id="2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23:39:31.474" v="148" actId="207"/>
          <ac:spMkLst>
            <pc:docMk/>
            <pc:sldMk cId="2003696341" sldId="274"/>
            <ac:spMk id="4" creationId="{6AC4BE56-2517-14EB-2368-E703864108EB}"/>
          </ac:spMkLst>
        </pc:spChg>
        <pc:spChg chg="add mod">
          <ac:chgData name="이 은찬" userId="7171d596-a1e6-43c2-b263-57fdfdab9399" providerId="ADAL" clId="{76144162-B7B6-40E4-A480-CFC11E63907E}" dt="2026-10-24T06:51:29.116" v="212" actId="1076"/>
          <ac:spMkLst>
            <pc:docMk/>
            <pc:sldMk cId="2003696341" sldId="274"/>
            <ac:spMk id="5" creationId="{EBA75253-5116-C647-9892-47B22757E216}"/>
          </ac:spMkLst>
        </pc:spChg>
      </pc:sldChg>
      <pc:sldChg chg="modSp mod">
        <pc:chgData name="이 은찬" userId="7171d596-a1e6-43c2-b263-57fdfdab9399" providerId="ADAL" clId="{76144162-B7B6-40E4-A480-CFC11E63907E}" dt="2026-10-04T14:09:21.699" v="168" actId="404"/>
        <pc:sldMkLst>
          <pc:docMk/>
          <pc:sldMk cId="1598805440" sldId="275"/>
        </pc:sldMkLst>
        <pc:spChg chg="mod">
          <ac:chgData name="이 은찬" userId="7171d596-a1e6-43c2-b263-57fdfdab9399" providerId="ADAL" clId="{76144162-B7B6-40E4-A480-CFC11E63907E}" dt="2026-10-04T14:09:21.699" v="168" actId="404"/>
          <ac:spMkLst>
            <pc:docMk/>
            <pc:sldMk cId="1598805440" sldId="275"/>
            <ac:spMk id="8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4T09:38:53.019" v="152" actId="404"/>
          <ac:spMkLst>
            <pc:docMk/>
            <pc:sldMk cId="1598805440" sldId="275"/>
            <ac:spMk id="11" creationId="{8E61CD36-C972-184F-0FC4-66D3C5D68705}"/>
          </ac:spMkLst>
        </pc:spChg>
      </pc:sldChg>
      <pc:sldChg chg="modSp mod">
        <pc:chgData name="이 은찬" userId="7171d596-a1e6-43c2-b263-57fdfdab9399" providerId="ADAL" clId="{76144162-B7B6-40E4-A480-CFC11E63907E}" dt="2026-10-04T14:09:17.841" v="165" actId="404"/>
        <pc:sldMkLst>
          <pc:docMk/>
          <pc:sldMk cId="1625460004" sldId="276"/>
        </pc:sldMkLst>
        <pc:spChg chg="mod">
          <ac:chgData name="이 은찬" userId="7171d596-a1e6-43c2-b263-57fdfdab9399" providerId="ADAL" clId="{76144162-B7B6-40E4-A480-CFC11E63907E}" dt="2026-10-04T14:09:17.841" v="165" actId="404"/>
          <ac:spMkLst>
            <pc:docMk/>
            <pc:sldMk cId="1625460004" sldId="276"/>
            <ac:spMk id="8" creationId="{00000000-0000-0000-0000-000000000000}"/>
          </ac:spMkLst>
        </pc:spChg>
      </pc:sldChg>
      <pc:sldChg chg="addSp modSp mod">
        <pc:chgData name="이 은찬" userId="7171d596-a1e6-43c2-b263-57fdfdab9399" providerId="ADAL" clId="{76144162-B7B6-40E4-A480-CFC11E63907E}" dt="2026-10-24T06:52:36.884" v="215" actId="1076"/>
        <pc:sldMkLst>
          <pc:docMk/>
          <pc:sldMk cId="959801221" sldId="277"/>
        </pc:sldMkLst>
        <pc:spChg chg="add mod">
          <ac:chgData name="이 은찬" userId="7171d596-a1e6-43c2-b263-57fdfdab9399" providerId="ADAL" clId="{76144162-B7B6-40E4-A480-CFC11E63907E}" dt="2026-10-24T06:52:36.884" v="215" actId="1076"/>
          <ac:spMkLst>
            <pc:docMk/>
            <pc:sldMk cId="959801221" sldId="277"/>
            <ac:spMk id="2" creationId="{EC51C068-F365-EA1C-277E-EAF0A085D09D}"/>
          </ac:spMkLst>
        </pc:spChg>
        <pc:spChg chg="mod">
          <ac:chgData name="이 은찬" userId="7171d596-a1e6-43c2-b263-57fdfdab9399" providerId="ADAL" clId="{76144162-B7B6-40E4-A480-CFC11E63907E}" dt="2026-10-04T14:09:13.834" v="162" actId="404"/>
          <ac:spMkLst>
            <pc:docMk/>
            <pc:sldMk cId="959801221" sldId="277"/>
            <ac:spMk id="8" creationId="{00000000-0000-0000-0000-000000000000}"/>
          </ac:spMkLst>
        </pc:spChg>
      </pc:sldChg>
      <pc:sldChg chg="addSp modSp del mod">
        <pc:chgData name="이 은찬" userId="7171d596-a1e6-43c2-b263-57fdfdab9399" providerId="ADAL" clId="{76144162-B7B6-40E4-A480-CFC11E63907E}" dt="2026-10-24T07:05:44.995" v="276" actId="47"/>
        <pc:sldMkLst>
          <pc:docMk/>
          <pc:sldMk cId="2725197688" sldId="278"/>
        </pc:sldMkLst>
        <pc:spChg chg="mod">
          <ac:chgData name="이 은찬" userId="7171d596-a1e6-43c2-b263-57fdfdab9399" providerId="ADAL" clId="{76144162-B7B6-40E4-A480-CFC11E63907E}" dt="2026-10-04T14:09:08.450" v="159" actId="404"/>
          <ac:spMkLst>
            <pc:docMk/>
            <pc:sldMk cId="2725197688" sldId="278"/>
            <ac:spMk id="2" creationId="{00000000-0000-0000-0000-000000000000}"/>
          </ac:spMkLst>
        </pc:spChg>
        <pc:spChg chg="add mod">
          <ac:chgData name="이 은찬" userId="7171d596-a1e6-43c2-b263-57fdfdab9399" providerId="ADAL" clId="{76144162-B7B6-40E4-A480-CFC11E63907E}" dt="2026-10-24T07:03:27.294" v="217" actId="1076"/>
          <ac:spMkLst>
            <pc:docMk/>
            <pc:sldMk cId="2725197688" sldId="278"/>
            <ac:spMk id="4" creationId="{E6D61E16-3170-4311-EAA8-C630C147E4F8}"/>
          </ac:spMkLst>
        </pc:spChg>
      </pc:sldChg>
      <pc:sldChg chg="modSp mod">
        <pc:chgData name="이 은찬" userId="7171d596-a1e6-43c2-b263-57fdfdab9399" providerId="ADAL" clId="{76144162-B7B6-40E4-A480-CFC11E63907E}" dt="2026-10-04T09:38:30.814" v="150" actId="404"/>
        <pc:sldMkLst>
          <pc:docMk/>
          <pc:sldMk cId="1345329290" sldId="279"/>
        </pc:sldMkLst>
        <pc:spChg chg="mod">
          <ac:chgData name="이 은찬" userId="7171d596-a1e6-43c2-b263-57fdfdab9399" providerId="ADAL" clId="{76144162-B7B6-40E4-A480-CFC11E63907E}" dt="2026-10-04T09:38:30.814" v="150" actId="404"/>
          <ac:spMkLst>
            <pc:docMk/>
            <pc:sldMk cId="1345329290" sldId="279"/>
            <ac:spMk id="17" creationId="{0F69B248-1DA2-0830-8560-4D249201B6E7}"/>
          </ac:spMkLst>
        </pc:spChg>
      </pc:sldChg>
      <pc:sldChg chg="modSp mod">
        <pc:chgData name="이 은찬" userId="7171d596-a1e6-43c2-b263-57fdfdab9399" providerId="ADAL" clId="{76144162-B7B6-40E4-A480-CFC11E63907E}" dt="2026-10-18T07:02:03.914" v="204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4T14:09:45.424" v="180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18T07:01:35.357" v="186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76144162-B7B6-40E4-A480-CFC11E63907E}" dt="2026-10-18T07:02:03.914" v="204" actId="20577"/>
          <ac:spMkLst>
            <pc:docMk/>
            <pc:sldMk cId="0" sldId="283"/>
            <ac:spMk id="18" creationId="{1190AE18-0900-A828-1F58-9A19E59A07F5}"/>
          </ac:spMkLst>
        </pc:spChg>
        <pc:spChg chg="mod">
          <ac:chgData name="이 은찬" userId="7171d596-a1e6-43c2-b263-57fdfdab9399" providerId="ADAL" clId="{76144162-B7B6-40E4-A480-CFC11E63907E}" dt="2026-10-18T07:01:38.828" v="187" actId="20577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6144162-B7B6-40E4-A480-CFC11E63907E}" dt="2026-10-18T07:01:43.131" v="190" actId="20577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76144162-B7B6-40E4-A480-CFC11E63907E}" dt="2026-10-18T07:01:47.840" v="193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76144162-B7B6-40E4-A480-CFC11E63907E}" dt="2026-10-18T07:01:53.514" v="196" actId="20577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76144162-B7B6-40E4-A480-CFC11E63907E}" dt="2026-10-18T07:01:59.242" v="201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  <pc:sldChg chg="del">
        <pc:chgData name="이 은찬" userId="7171d596-a1e6-43c2-b263-57fdfdab9399" providerId="ADAL" clId="{76144162-B7B6-40E4-A480-CFC11E63907E}" dt="2026-10-03T09:51:37.100" v="113" actId="47"/>
        <pc:sldMkLst>
          <pc:docMk/>
          <pc:sldMk cId="618715306" sldId="284"/>
        </pc:sldMkLst>
      </pc:sldChg>
      <pc:sldChg chg="add del">
        <pc:chgData name="이 은찬" userId="7171d596-a1e6-43c2-b263-57fdfdab9399" providerId="ADAL" clId="{76144162-B7B6-40E4-A480-CFC11E63907E}" dt="2026-10-03T08:46:04.009" v="46" actId="47"/>
        <pc:sldMkLst>
          <pc:docMk/>
          <pc:sldMk cId="8852166" sldId="285"/>
        </pc:sldMkLst>
      </pc:sldChg>
      <pc:sldChg chg="addSp delSp modSp add mod">
        <pc:chgData name="이 은찬" userId="7171d596-a1e6-43c2-b263-57fdfdab9399" providerId="ADAL" clId="{76144162-B7B6-40E4-A480-CFC11E63907E}" dt="2026-10-04T14:09:40.800" v="177" actId="404"/>
        <pc:sldMkLst>
          <pc:docMk/>
          <pc:sldMk cId="1933191495" sldId="285"/>
        </pc:sldMkLst>
        <pc:spChg chg="mod">
          <ac:chgData name="이 은찬" userId="7171d596-a1e6-43c2-b263-57fdfdab9399" providerId="ADAL" clId="{76144162-B7B6-40E4-A480-CFC11E63907E}" dt="2026-10-04T14:09:40.800" v="177" actId="404"/>
          <ac:spMkLst>
            <pc:docMk/>
            <pc:sldMk cId="1933191495" sldId="285"/>
            <ac:spMk id="2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9:28:40.682" v="87"/>
          <ac:spMkLst>
            <pc:docMk/>
            <pc:sldMk cId="1933191495" sldId="285"/>
            <ac:spMk id="7" creationId="{0864A7C2-C561-2AAB-C8D6-09866407E468}"/>
          </ac:spMkLst>
        </pc:spChg>
        <pc:spChg chg="mod">
          <ac:chgData name="이 은찬" userId="7171d596-a1e6-43c2-b263-57fdfdab9399" providerId="ADAL" clId="{76144162-B7B6-40E4-A480-CFC11E63907E}" dt="2026-10-04T09:39:04.614" v="156" actId="20577"/>
          <ac:spMkLst>
            <pc:docMk/>
            <pc:sldMk cId="1933191495" sldId="285"/>
            <ac:spMk id="13" creationId="{A76FD4A6-26AA-DACE-945D-2E02C7D2DC37}"/>
          </ac:spMkLst>
        </pc:spChg>
        <pc:spChg chg="mod">
          <ac:chgData name="이 은찬" userId="7171d596-a1e6-43c2-b263-57fdfdab9399" providerId="ADAL" clId="{76144162-B7B6-40E4-A480-CFC11E63907E}" dt="2026-10-03T09:28:32.609" v="84"/>
          <ac:spMkLst>
            <pc:docMk/>
            <pc:sldMk cId="1933191495" sldId="285"/>
            <ac:spMk id="14" creationId="{F484BDF3-77B2-D14C-2D2D-BF61B0F9E366}"/>
          </ac:spMkLst>
        </pc:spChg>
        <pc:spChg chg="mod">
          <ac:chgData name="이 은찬" userId="7171d596-a1e6-43c2-b263-57fdfdab9399" providerId="ADAL" clId="{76144162-B7B6-40E4-A480-CFC11E63907E}" dt="2026-10-03T09:28:37.031" v="86" actId="20577"/>
          <ac:spMkLst>
            <pc:docMk/>
            <pc:sldMk cId="1933191495" sldId="285"/>
            <ac:spMk id="15" creationId="{B497DED7-8619-AAA5-43F9-0564133EF78A}"/>
          </ac:spMkLst>
        </pc:spChg>
        <pc:grpChg chg="add mod">
          <ac:chgData name="이 은찬" userId="7171d596-a1e6-43c2-b263-57fdfdab9399" providerId="ADAL" clId="{76144162-B7B6-40E4-A480-CFC11E63907E}" dt="2026-10-03T09:28:32.609" v="84"/>
          <ac:grpSpMkLst>
            <pc:docMk/>
            <pc:sldMk cId="1933191495" sldId="285"/>
            <ac:grpSpMk id="4" creationId="{1658A327-E1D9-C43B-E5EA-CE947AD79E40}"/>
          </ac:grpSpMkLst>
        </pc:grpChg>
        <pc:grpChg chg="mod">
          <ac:chgData name="이 은찬" userId="7171d596-a1e6-43c2-b263-57fdfdab9399" providerId="ADAL" clId="{76144162-B7B6-40E4-A480-CFC11E63907E}" dt="2026-10-03T09:28:32.609" v="84"/>
          <ac:grpSpMkLst>
            <pc:docMk/>
            <pc:sldMk cId="1933191495" sldId="285"/>
            <ac:grpSpMk id="5" creationId="{3C002F02-68C8-ED65-849C-9B9F09C2289A}"/>
          </ac:grpSpMkLst>
        </pc:grpChg>
        <pc:grpChg chg="del">
          <ac:chgData name="이 은찬" userId="7171d596-a1e6-43c2-b263-57fdfdab9399" providerId="ADAL" clId="{76144162-B7B6-40E4-A480-CFC11E63907E}" dt="2026-10-03T09:28:31.537" v="83" actId="478"/>
          <ac:grpSpMkLst>
            <pc:docMk/>
            <pc:sldMk cId="1933191495" sldId="285"/>
            <ac:grpSpMk id="35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76144162-B7B6-40E4-A480-CFC11E63907E}" dt="2026-10-03T09:52:04.081" v="123" actId="47"/>
        <pc:sldMkLst>
          <pc:docMk/>
          <pc:sldMk cId="2162922352" sldId="286"/>
        </pc:sldMkLst>
        <pc:spChg chg="del">
          <ac:chgData name="이 은찬" userId="7171d596-a1e6-43c2-b263-57fdfdab9399" providerId="ADAL" clId="{76144162-B7B6-40E4-A480-CFC11E63907E}" dt="2026-10-03T09:49:44.419" v="91" actId="478"/>
          <ac:spMkLst>
            <pc:docMk/>
            <pc:sldMk cId="2162922352" sldId="286"/>
            <ac:spMk id="4" creationId="{6AC4BE56-2517-14EB-2368-E703864108EB}"/>
          </ac:spMkLst>
        </pc:spChg>
        <pc:spChg chg="add 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5" creationId="{73AE6C51-C5B9-0ECB-3BEF-246860BE1170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8" creationId="{410D206A-AE03-CB04-4357-DFE3455E6883}"/>
          </ac:spMkLst>
        </pc:spChg>
        <pc:spChg chg="del">
          <ac:chgData name="이 은찬" userId="7171d596-a1e6-43c2-b263-57fdfdab9399" providerId="ADAL" clId="{76144162-B7B6-40E4-A480-CFC11E63907E}" dt="2026-10-03T09:49:44.419" v="91" actId="478"/>
          <ac:spMkLst>
            <pc:docMk/>
            <pc:sldMk cId="2162922352" sldId="28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0" creationId="{84C383E5-61A1-9446-BC09-32B1D2CB2B76}"/>
          </ac:spMkLst>
        </pc:spChg>
        <pc:spChg chg="del">
          <ac:chgData name="이 은찬" userId="7171d596-a1e6-43c2-b263-57fdfdab9399" providerId="ADAL" clId="{76144162-B7B6-40E4-A480-CFC11E63907E}" dt="2026-10-03T09:49:41.733" v="90" actId="478"/>
          <ac:spMkLst>
            <pc:docMk/>
            <pc:sldMk cId="2162922352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2" creationId="{560AF66E-92D5-838A-6DF5-E2B999B6836D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5" creationId="{3BEE5B0C-514C-263A-A7CB-F757A0912B9E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6" creationId="{DBC2EE64-C1F9-CCB6-3F7F-1A584033A77F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7" creationId="{5B6AA306-250B-855B-5BFA-18D852F23EF9}"/>
          </ac:spMkLst>
        </pc:spChg>
        <pc:spChg chg="add 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18" creationId="{1671A567-0BBB-9853-BF70-9FB2454E8706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21" creationId="{F25B9F2B-CD84-70AF-2B6F-AA40A6C85D7C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22" creationId="{5114D6EC-67CE-AE99-7275-0D428BAABAEF}"/>
          </ac:spMkLst>
        </pc:spChg>
        <pc:spChg chg="mod">
          <ac:chgData name="이 은찬" userId="7171d596-a1e6-43c2-b263-57fdfdab9399" providerId="ADAL" clId="{76144162-B7B6-40E4-A480-CFC11E63907E}" dt="2026-10-03T09:49:57.053" v="92"/>
          <ac:spMkLst>
            <pc:docMk/>
            <pc:sldMk cId="2162922352" sldId="286"/>
            <ac:spMk id="23" creationId="{6DD85C5E-CBC1-883A-A015-D06216B4C123}"/>
          </ac:spMkLst>
        </pc:spChg>
        <pc:spChg chg="add mod">
          <ac:chgData name="이 은찬" userId="7171d596-a1e6-43c2-b263-57fdfdab9399" providerId="ADAL" clId="{76144162-B7B6-40E4-A480-CFC11E63907E}" dt="2026-10-03T09:51:32.791" v="112" actId="208"/>
          <ac:spMkLst>
            <pc:docMk/>
            <pc:sldMk cId="2162922352" sldId="286"/>
            <ac:spMk id="25" creationId="{43B37C1D-6DCA-C929-CA02-18B48D514911}"/>
          </ac:spMkLst>
        </pc:spChg>
        <pc:spChg chg="mod">
          <ac:chgData name="이 은찬" userId="7171d596-a1e6-43c2-b263-57fdfdab9399" providerId="ADAL" clId="{76144162-B7B6-40E4-A480-CFC11E63907E}" dt="2026-10-03T09:50:02.551" v="94"/>
          <ac:spMkLst>
            <pc:docMk/>
            <pc:sldMk cId="2162922352" sldId="286"/>
            <ac:spMk id="28" creationId="{84506FC3-801C-0706-30B2-0836BE94AC83}"/>
          </ac:spMkLst>
        </pc:spChg>
        <pc:spChg chg="mod">
          <ac:chgData name="이 은찬" userId="7171d596-a1e6-43c2-b263-57fdfdab9399" providerId="ADAL" clId="{76144162-B7B6-40E4-A480-CFC11E63907E}" dt="2026-10-03T09:51:09.044" v="107" actId="207"/>
          <ac:spMkLst>
            <pc:docMk/>
            <pc:sldMk cId="2162922352" sldId="286"/>
            <ac:spMk id="34" creationId="{E5843410-5DEB-168C-D7B0-925742A6413B}"/>
          </ac:spMkLst>
        </pc:spChg>
        <pc:spChg chg="mod">
          <ac:chgData name="이 은찬" userId="7171d596-a1e6-43c2-b263-57fdfdab9399" providerId="ADAL" clId="{76144162-B7B6-40E4-A480-CFC11E63907E}" dt="2026-10-03T09:51:11.984" v="108" actId="14100"/>
          <ac:spMkLst>
            <pc:docMk/>
            <pc:sldMk cId="2162922352" sldId="286"/>
            <ac:spMk id="35" creationId="{D679432C-F7CD-7870-1A69-FB5ECFAABA08}"/>
          </ac:spMkLst>
        </pc:spChg>
        <pc:spChg chg="mod">
          <ac:chgData name="이 은찬" userId="7171d596-a1e6-43c2-b263-57fdfdab9399" providerId="ADAL" clId="{76144162-B7B6-40E4-A480-CFC11E63907E}" dt="2026-10-03T09:50:02.551" v="94"/>
          <ac:spMkLst>
            <pc:docMk/>
            <pc:sldMk cId="2162922352" sldId="286"/>
            <ac:spMk id="38" creationId="{7C15E2F9-C35E-0D59-C4C9-F1C6E2E6A580}"/>
          </ac:spMkLst>
        </pc:spChg>
        <pc:spChg chg="mod">
          <ac:chgData name="이 은찬" userId="7171d596-a1e6-43c2-b263-57fdfdab9399" providerId="ADAL" clId="{76144162-B7B6-40E4-A480-CFC11E63907E}" dt="2026-10-03T09:51:16.087" v="110" actId="207"/>
          <ac:spMkLst>
            <pc:docMk/>
            <pc:sldMk cId="2162922352" sldId="286"/>
            <ac:spMk id="39" creationId="{9EB3D9C0-D83E-1D66-9973-1FB4253AAB2D}"/>
          </ac:spMkLst>
        </pc:spChg>
        <pc:spChg chg="mod">
          <ac:chgData name="이 은찬" userId="7171d596-a1e6-43c2-b263-57fdfdab9399" providerId="ADAL" clId="{76144162-B7B6-40E4-A480-CFC11E63907E}" dt="2026-10-03T09:51:19.194" v="111" actId="14100"/>
          <ac:spMkLst>
            <pc:docMk/>
            <pc:sldMk cId="2162922352" sldId="286"/>
            <ac:spMk id="40" creationId="{43BF7F68-B6EF-1AF5-0DFF-F68CC232DA55}"/>
          </ac:spMkLst>
        </pc:spChg>
        <pc:spChg chg="add mod">
          <ac:chgData name="이 은찬" userId="7171d596-a1e6-43c2-b263-57fdfdab9399" providerId="ADAL" clId="{76144162-B7B6-40E4-A480-CFC11E63907E}" dt="2026-10-03T09:51:32.791" v="112" actId="208"/>
          <ac:spMkLst>
            <pc:docMk/>
            <pc:sldMk cId="2162922352" sldId="286"/>
            <ac:spMk id="41" creationId="{69123E0B-28D6-5021-21E8-54644D23A857}"/>
          </ac:spMkLst>
        </pc:spChg>
        <pc:spChg chg="mod">
          <ac:chgData name="이 은찬" userId="7171d596-a1e6-43c2-b263-57fdfdab9399" providerId="ADAL" clId="{76144162-B7B6-40E4-A480-CFC11E63907E}" dt="2026-10-03T09:50:02.551" v="94"/>
          <ac:spMkLst>
            <pc:docMk/>
            <pc:sldMk cId="2162922352" sldId="286"/>
            <ac:spMk id="44" creationId="{EA7B6079-86EA-3136-9100-4B2322A8D024}"/>
          </ac:spMkLst>
        </pc:spChg>
        <pc:spChg chg="mod">
          <ac:chgData name="이 은찬" userId="7171d596-a1e6-43c2-b263-57fdfdab9399" providerId="ADAL" clId="{76144162-B7B6-40E4-A480-CFC11E63907E}" dt="2026-10-03T09:50:41.458" v="101" actId="207"/>
          <ac:spMkLst>
            <pc:docMk/>
            <pc:sldMk cId="2162922352" sldId="286"/>
            <ac:spMk id="45" creationId="{A2CA7F5C-E3F6-A358-2BCE-CDB9B6B86D89}"/>
          </ac:spMkLst>
        </pc:spChg>
        <pc:spChg chg="mod">
          <ac:chgData name="이 은찬" userId="7171d596-a1e6-43c2-b263-57fdfdab9399" providerId="ADAL" clId="{76144162-B7B6-40E4-A480-CFC11E63907E}" dt="2026-10-03T09:50:46.321" v="102" actId="14100"/>
          <ac:spMkLst>
            <pc:docMk/>
            <pc:sldMk cId="2162922352" sldId="286"/>
            <ac:spMk id="46" creationId="{769950F3-8F81-8AF5-E83C-85D191257E6A}"/>
          </ac:spMkLst>
        </pc:spChg>
        <pc:spChg chg="mod">
          <ac:chgData name="이 은찬" userId="7171d596-a1e6-43c2-b263-57fdfdab9399" providerId="ADAL" clId="{76144162-B7B6-40E4-A480-CFC11E63907E}" dt="2026-10-03T09:50:20.916" v="96"/>
          <ac:spMkLst>
            <pc:docMk/>
            <pc:sldMk cId="2162922352" sldId="286"/>
            <ac:spMk id="49" creationId="{14DEABF9-3456-73E8-9B6E-DDB433445210}"/>
          </ac:spMkLst>
        </pc:spChg>
        <pc:spChg chg="mod">
          <ac:chgData name="이 은찬" userId="7171d596-a1e6-43c2-b263-57fdfdab9399" providerId="ADAL" clId="{76144162-B7B6-40E4-A480-CFC11E63907E}" dt="2026-10-03T09:50:20.916" v="96"/>
          <ac:spMkLst>
            <pc:docMk/>
            <pc:sldMk cId="2162922352" sldId="286"/>
            <ac:spMk id="50" creationId="{BCA9A622-9C64-6670-D4EC-378E5707D1D6}"/>
          </ac:spMkLst>
        </pc:spChg>
        <pc:spChg chg="del mod">
          <ac:chgData name="이 은찬" userId="7171d596-a1e6-43c2-b263-57fdfdab9399" providerId="ADAL" clId="{76144162-B7B6-40E4-A480-CFC11E63907E}" dt="2026-10-03T09:50:26.727" v="98" actId="478"/>
          <ac:spMkLst>
            <pc:docMk/>
            <pc:sldMk cId="2162922352" sldId="286"/>
            <ac:spMk id="51" creationId="{5B06A8B4-4F72-FE93-65CB-099EEF48D750}"/>
          </ac:spMkLst>
        </pc:spChg>
        <pc:grpChg chg="add 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6" creationId="{271BFFB7-8392-CBD3-492E-69A55E68956E}"/>
          </ac:grpSpMkLst>
        </pc:grpChg>
        <pc:grpChg chg="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7" creationId="{C8FD9107-CFD7-32EF-C9CF-8F6200FFD2B7}"/>
          </ac:grpSpMkLst>
        </pc:grpChg>
        <pc:grpChg chg="add 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13" creationId="{7CA640B2-A259-59AA-AAB0-A1AD6A424329}"/>
          </ac:grpSpMkLst>
        </pc:grpChg>
        <pc:grpChg chg="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14" creationId="{955D910D-754C-6770-5B8D-CAB6431EBF41}"/>
          </ac:grpSpMkLst>
        </pc:grpChg>
        <pc:grpChg chg="add 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19" creationId="{683C6237-B824-F963-48F5-462B96F786E5}"/>
          </ac:grpSpMkLst>
        </pc:grpChg>
        <pc:grpChg chg="mod">
          <ac:chgData name="이 은찬" userId="7171d596-a1e6-43c2-b263-57fdfdab9399" providerId="ADAL" clId="{76144162-B7B6-40E4-A480-CFC11E63907E}" dt="2026-10-03T09:49:57.053" v="92"/>
          <ac:grpSpMkLst>
            <pc:docMk/>
            <pc:sldMk cId="2162922352" sldId="286"/>
            <ac:grpSpMk id="20" creationId="{36782B1D-3C54-D3CD-BB22-6B1C26D8A3B7}"/>
          </ac:grpSpMkLst>
        </pc:grpChg>
        <pc:grpChg chg="add 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26" creationId="{02C2987C-D1C1-EC07-1A41-4E14497FF016}"/>
          </ac:grpSpMkLst>
        </pc:grpChg>
        <pc:grpChg chg="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27" creationId="{B48F0A58-AA66-F383-F3ED-C260323B3ADC}"/>
          </ac:grpSpMkLst>
        </pc:grpChg>
        <pc:grpChg chg="del">
          <ac:chgData name="이 은찬" userId="7171d596-a1e6-43c2-b263-57fdfdab9399" providerId="ADAL" clId="{76144162-B7B6-40E4-A480-CFC11E63907E}" dt="2026-10-03T09:50:00.834" v="93" actId="478"/>
          <ac:grpSpMkLst>
            <pc:docMk/>
            <pc:sldMk cId="2162922352" sldId="286"/>
            <ac:grpSpMk id="29" creationId="{EB076271-AAE1-C8D2-4009-72DA8A196114}"/>
          </ac:grpSpMkLst>
        </pc:grpChg>
        <pc:grpChg chg="add 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36" creationId="{57648775-6CE1-198E-3D29-8A7A75CA8FF4}"/>
          </ac:grpSpMkLst>
        </pc:grpChg>
        <pc:grpChg chg="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37" creationId="{217FE135-115B-C153-75B1-9448D8A86217}"/>
          </ac:grpSpMkLst>
        </pc:grpChg>
        <pc:grpChg chg="add 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42" creationId="{03A599C3-1F99-333D-CB61-6197EBDBF647}"/>
          </ac:grpSpMkLst>
        </pc:grpChg>
        <pc:grpChg chg="mod">
          <ac:chgData name="이 은찬" userId="7171d596-a1e6-43c2-b263-57fdfdab9399" providerId="ADAL" clId="{76144162-B7B6-40E4-A480-CFC11E63907E}" dt="2026-10-03T09:50:02.551" v="94"/>
          <ac:grpSpMkLst>
            <pc:docMk/>
            <pc:sldMk cId="2162922352" sldId="286"/>
            <ac:grpSpMk id="43" creationId="{92006E2B-33F2-D387-FAD1-86AD7CEEB55B}"/>
          </ac:grpSpMkLst>
        </pc:grpChg>
        <pc:grpChg chg="add del mod">
          <ac:chgData name="이 은찬" userId="7171d596-a1e6-43c2-b263-57fdfdab9399" providerId="ADAL" clId="{76144162-B7B6-40E4-A480-CFC11E63907E}" dt="2026-10-03T09:50:48.653" v="103" actId="478"/>
          <ac:grpSpMkLst>
            <pc:docMk/>
            <pc:sldMk cId="2162922352" sldId="286"/>
            <ac:grpSpMk id="47" creationId="{72551646-0B19-E23F-B0EF-EF6E767E66FC}"/>
          </ac:grpSpMkLst>
        </pc:grpChg>
        <pc:grpChg chg="del mod">
          <ac:chgData name="이 은찬" userId="7171d596-a1e6-43c2-b263-57fdfdab9399" providerId="ADAL" clId="{76144162-B7B6-40E4-A480-CFC11E63907E}" dt="2026-10-03T09:50:26.727" v="98" actId="478"/>
          <ac:grpSpMkLst>
            <pc:docMk/>
            <pc:sldMk cId="2162922352" sldId="286"/>
            <ac:grpSpMk id="48" creationId="{6D4BA4CD-81A9-0C4A-7DC7-67FC1A25EA45}"/>
          </ac:grpSpMkLst>
        </pc:grpChg>
        <pc:picChg chg="del">
          <ac:chgData name="이 은찬" userId="7171d596-a1e6-43c2-b263-57fdfdab9399" providerId="ADAL" clId="{76144162-B7B6-40E4-A480-CFC11E63907E}" dt="2026-10-03T09:49:44.419" v="91" actId="478"/>
          <ac:picMkLst>
            <pc:docMk/>
            <pc:sldMk cId="2162922352" sldId="286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76144162-B7B6-40E4-A480-CFC11E63907E}" dt="2026-10-04T14:09:33.164" v="174" actId="404"/>
        <pc:sldMkLst>
          <pc:docMk/>
          <pc:sldMk cId="2014286686" sldId="287"/>
        </pc:sldMkLst>
        <pc:spChg chg="mod">
          <ac:chgData name="이 은찬" userId="7171d596-a1e6-43c2-b263-57fdfdab9399" providerId="ADAL" clId="{76144162-B7B6-40E4-A480-CFC11E63907E}" dt="2026-10-04T14:09:33.164" v="174" actId="404"/>
          <ac:spMkLst>
            <pc:docMk/>
            <pc:sldMk cId="2014286686" sldId="287"/>
            <ac:spMk id="2" creationId="{00000000-0000-0000-0000-000000000000}"/>
          </ac:spMkLst>
        </pc:spChg>
        <pc:spChg chg="del mod">
          <ac:chgData name="이 은찬" userId="7171d596-a1e6-43c2-b263-57fdfdab9399" providerId="ADAL" clId="{76144162-B7B6-40E4-A480-CFC11E63907E}" dt="2026-10-03T09:51:52.432" v="119" actId="478"/>
          <ac:spMkLst>
            <pc:docMk/>
            <pc:sldMk cId="2014286686" sldId="287"/>
            <ac:spMk id="4" creationId="{6AC4BE56-2517-14EB-2368-E703864108EB}"/>
          </ac:spMkLst>
        </pc:spChg>
        <pc:spChg chg="add 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5" creationId="{3C55CA39-AF10-482D-F60C-9E4232A74202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8" creationId="{313C6D3B-03FE-F820-22C7-25E7B03FE810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0" creationId="{DA1D0A4F-4084-089C-0C16-8C0FBA5042A1}"/>
          </ac:spMkLst>
        </pc:spChg>
        <pc:spChg chg="del">
          <ac:chgData name="이 은찬" userId="7171d596-a1e6-43c2-b263-57fdfdab9399" providerId="ADAL" clId="{76144162-B7B6-40E4-A480-CFC11E63907E}" dt="2026-10-03T09:51:49.901" v="116" actId="478"/>
          <ac:spMkLst>
            <pc:docMk/>
            <pc:sldMk cId="2014286686" sldId="287"/>
            <ac:spMk id="11" creationId="{85C1EBB4-E1E7-1D50-20DE-C572F9829AF7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2" creationId="{61DA4420-CE50-1878-9C95-48943C01D860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5" creationId="{38F39432-D797-CE04-B26E-4A02D4951400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6" creationId="{81A61E83-DF05-D4F1-2E87-82B1DFCCFDAC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7" creationId="{AC509972-DED2-FBC8-B05E-B2AC1DFCB8BD}"/>
          </ac:spMkLst>
        </pc:spChg>
        <pc:spChg chg="add 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18" creationId="{F8E372E9-2ED4-1B00-0F6B-AAC6A38D7020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21" creationId="{C7F90392-30A6-EF3D-82EA-7BB3C39B00F1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22" creationId="{FBA0092B-8673-C5F7-7E9E-F64D23FE985C}"/>
          </ac:spMkLst>
        </pc:spChg>
        <pc:spChg chg="mod">
          <ac:chgData name="이 은찬" userId="7171d596-a1e6-43c2-b263-57fdfdab9399" providerId="ADAL" clId="{76144162-B7B6-40E4-A480-CFC11E63907E}" dt="2026-10-03T09:52:02.548" v="122"/>
          <ac:spMkLst>
            <pc:docMk/>
            <pc:sldMk cId="2014286686" sldId="287"/>
            <ac:spMk id="23" creationId="{0B2C552B-6456-BF1E-9F36-69359DB705C5}"/>
          </ac:spMkLst>
        </pc:spChg>
        <pc:spChg chg="del mod topLvl">
          <ac:chgData name="이 은찬" userId="7171d596-a1e6-43c2-b263-57fdfdab9399" providerId="ADAL" clId="{76144162-B7B6-40E4-A480-CFC11E63907E}" dt="2026-10-03T09:51:53.561" v="120" actId="478"/>
          <ac:spMkLst>
            <pc:docMk/>
            <pc:sldMk cId="2014286686" sldId="287"/>
            <ac:spMk id="31" creationId="{C1E058C1-8AAF-AE76-7C38-254B98CD19BD}"/>
          </ac:spMkLst>
        </pc:spChg>
        <pc:grpChg chg="add 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6" creationId="{74174DB0-CBE7-9763-F642-D688E036AEDD}"/>
          </ac:grpSpMkLst>
        </pc:grpChg>
        <pc:grpChg chg="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7" creationId="{9B9004AE-323B-4F96-0646-A1F35A4D79DF}"/>
          </ac:grpSpMkLst>
        </pc:grpChg>
        <pc:grpChg chg="add 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13" creationId="{A8D0E4AA-4FAF-845E-A7F8-2AAD066D5B84}"/>
          </ac:grpSpMkLst>
        </pc:grpChg>
        <pc:grpChg chg="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14" creationId="{2BD923D3-291C-313A-1D2E-89FA3B39E6ED}"/>
          </ac:grpSpMkLst>
        </pc:grpChg>
        <pc:grpChg chg="add 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19" creationId="{84B448AA-3597-9C14-67C4-97F008F4A2C9}"/>
          </ac:grpSpMkLst>
        </pc:grpChg>
        <pc:grpChg chg="mod">
          <ac:chgData name="이 은찬" userId="7171d596-a1e6-43c2-b263-57fdfdab9399" providerId="ADAL" clId="{76144162-B7B6-40E4-A480-CFC11E63907E}" dt="2026-10-03T09:52:02.548" v="122"/>
          <ac:grpSpMkLst>
            <pc:docMk/>
            <pc:sldMk cId="2014286686" sldId="287"/>
            <ac:grpSpMk id="20" creationId="{13181B23-299B-0426-2686-409CE727142E}"/>
          </ac:grpSpMkLst>
        </pc:grpChg>
        <pc:grpChg chg="del">
          <ac:chgData name="이 은찬" userId="7171d596-a1e6-43c2-b263-57fdfdab9399" providerId="ADAL" clId="{76144162-B7B6-40E4-A480-CFC11E63907E}" dt="2026-10-03T09:51:53.561" v="120" actId="478"/>
          <ac:grpSpMkLst>
            <pc:docMk/>
            <pc:sldMk cId="2014286686" sldId="287"/>
            <ac:grpSpMk id="29" creationId="{EB076271-AAE1-C8D2-4009-72DA8A196114}"/>
          </ac:grpSpMkLst>
        </pc:grpChg>
        <pc:grpChg chg="del topLvl">
          <ac:chgData name="이 은찬" userId="7171d596-a1e6-43c2-b263-57fdfdab9399" providerId="ADAL" clId="{76144162-B7B6-40E4-A480-CFC11E63907E}" dt="2026-10-03T09:51:55.544" v="121" actId="478"/>
          <ac:grpSpMkLst>
            <pc:docMk/>
            <pc:sldMk cId="2014286686" sldId="287"/>
            <ac:grpSpMk id="30" creationId="{0C5DEEEB-0296-5683-6F87-98A3B5EA9F94}"/>
          </ac:grpSpMkLst>
        </pc:grpChg>
        <pc:picChg chg="del">
          <ac:chgData name="이 은찬" userId="7171d596-a1e6-43c2-b263-57fdfdab9399" providerId="ADAL" clId="{76144162-B7B6-40E4-A480-CFC11E63907E}" dt="2026-10-03T09:51:48.809" v="115" actId="478"/>
          <ac:picMkLst>
            <pc:docMk/>
            <pc:sldMk cId="2014286686" sldId="287"/>
            <ac:picMk id="24" creationId="{02E54112-1E19-CCC0-E200-0A28C9059A07}"/>
          </ac:picMkLst>
        </pc:picChg>
      </pc:sldChg>
      <pc:sldChg chg="modSp add mod">
        <pc:chgData name="이 은찬" userId="7171d596-a1e6-43c2-b263-57fdfdab9399" providerId="ADAL" clId="{76144162-B7B6-40E4-A480-CFC11E63907E}" dt="2026-10-24T07:05:24.593" v="263" actId="207"/>
        <pc:sldMkLst>
          <pc:docMk/>
          <pc:sldMk cId="698358847" sldId="288"/>
        </pc:sldMkLst>
        <pc:spChg chg="mod">
          <ac:chgData name="이 은찬" userId="7171d596-a1e6-43c2-b263-57fdfdab9399" providerId="ADAL" clId="{76144162-B7B6-40E4-A480-CFC11E63907E}" dt="2026-10-24T07:05:05.225" v="258" actId="207"/>
          <ac:spMkLst>
            <pc:docMk/>
            <pc:sldMk cId="698358847" sldId="288"/>
            <ac:spMk id="19" creationId="{D63D451C-63B7-BFAB-B19B-06A2620A96C3}"/>
          </ac:spMkLst>
        </pc:spChg>
        <pc:spChg chg="mod">
          <ac:chgData name="이 은찬" userId="7171d596-a1e6-43c2-b263-57fdfdab9399" providerId="ADAL" clId="{76144162-B7B6-40E4-A480-CFC11E63907E}" dt="2026-10-24T07:05:09.728" v="259" actId="207"/>
          <ac:spMkLst>
            <pc:docMk/>
            <pc:sldMk cId="698358847" sldId="288"/>
            <ac:spMk id="21" creationId="{C3C695BF-A573-141F-2DB7-77B77F5725CD}"/>
          </ac:spMkLst>
        </pc:spChg>
        <pc:spChg chg="mod">
          <ac:chgData name="이 은찬" userId="7171d596-a1e6-43c2-b263-57fdfdab9399" providerId="ADAL" clId="{76144162-B7B6-40E4-A480-CFC11E63907E}" dt="2026-10-24T07:05:16.065" v="261" actId="207"/>
          <ac:spMkLst>
            <pc:docMk/>
            <pc:sldMk cId="698358847" sldId="288"/>
            <ac:spMk id="22" creationId="{E6A5D4C4-09DC-8C2F-4D52-EE065BFFB41E}"/>
          </ac:spMkLst>
        </pc:spChg>
        <pc:spChg chg="mod">
          <ac:chgData name="이 은찬" userId="7171d596-a1e6-43c2-b263-57fdfdab9399" providerId="ADAL" clId="{76144162-B7B6-40E4-A480-CFC11E63907E}" dt="2026-10-24T07:05:19.442" v="262" actId="207"/>
          <ac:spMkLst>
            <pc:docMk/>
            <pc:sldMk cId="698358847" sldId="288"/>
            <ac:spMk id="23" creationId="{7F368E7E-0DB4-62CD-4491-C91BB7B38A83}"/>
          </ac:spMkLst>
        </pc:spChg>
        <pc:spChg chg="mod">
          <ac:chgData name="이 은찬" userId="7171d596-a1e6-43c2-b263-57fdfdab9399" providerId="ADAL" clId="{76144162-B7B6-40E4-A480-CFC11E63907E}" dt="2026-10-24T07:05:24.593" v="263" actId="207"/>
          <ac:spMkLst>
            <pc:docMk/>
            <pc:sldMk cId="698358847" sldId="288"/>
            <ac:spMk id="25" creationId="{B8B15DA6-6B00-ED01-D74E-8D1E0F98A31B}"/>
          </ac:spMkLst>
        </pc:spChg>
      </pc:sldChg>
      <pc:sldChg chg="add del">
        <pc:chgData name="이 은찬" userId="7171d596-a1e6-43c2-b263-57fdfdab9399" providerId="ADAL" clId="{76144162-B7B6-40E4-A480-CFC11E63907E}" dt="2026-10-24T07:05:41.022" v="275" actId="47"/>
        <pc:sldMkLst>
          <pc:docMk/>
          <pc:sldMk cId="1738178205" sldId="289"/>
        </pc:sldMkLst>
      </pc:sldChg>
      <pc:sldChg chg="add del">
        <pc:chgData name="이 은찬" userId="7171d596-a1e6-43c2-b263-57fdfdab9399" providerId="ADAL" clId="{76144162-B7B6-40E4-A480-CFC11E63907E}" dt="2026-10-24T07:05:48.426" v="279" actId="47"/>
        <pc:sldMkLst>
          <pc:docMk/>
          <pc:sldMk cId="536347320" sldId="290"/>
        </pc:sldMkLst>
      </pc:sldChg>
      <pc:sldChg chg="add del">
        <pc:chgData name="이 은찬" userId="7171d596-a1e6-43c2-b263-57fdfdab9399" providerId="ADAL" clId="{76144162-B7B6-40E4-A480-CFC11E63907E}" dt="2026-10-24T07:05:47.244" v="278" actId="47"/>
        <pc:sldMkLst>
          <pc:docMk/>
          <pc:sldMk cId="1160755897" sldId="291"/>
        </pc:sldMkLst>
      </pc:sldChg>
      <pc:sldChg chg="add del">
        <pc:chgData name="이 은찬" userId="7171d596-a1e6-43c2-b263-57fdfdab9399" providerId="ADAL" clId="{76144162-B7B6-40E4-A480-CFC11E63907E}" dt="2026-10-24T07:05:46.191" v="277" actId="47"/>
        <pc:sldMkLst>
          <pc:docMk/>
          <pc:sldMk cId="46512513" sldId="292"/>
        </pc:sldMkLst>
      </pc:sldChg>
      <pc:sldChg chg="modSp add del mod">
        <pc:chgData name="이 은찬" userId="7171d596-a1e6-43c2-b263-57fdfdab9399" providerId="ADAL" clId="{76144162-B7B6-40E4-A480-CFC11E63907E}" dt="2026-10-24T07:05:30.576" v="265" actId="47"/>
        <pc:sldMkLst>
          <pc:docMk/>
          <pc:sldMk cId="2824789779" sldId="293"/>
        </pc:sldMkLst>
        <pc:spChg chg="mod">
          <ac:chgData name="이 은찬" userId="7171d596-a1e6-43c2-b263-57fdfdab9399" providerId="ADAL" clId="{76144162-B7B6-40E4-A480-CFC11E63907E}" dt="2026-10-24T07:04:52.847" v="256" actId="20577"/>
          <ac:spMkLst>
            <pc:docMk/>
            <pc:sldMk cId="2824789779" sldId="293"/>
            <ac:spMk id="19" creationId="{D63D451C-63B7-BFAB-B19B-06A2620A96C3}"/>
          </ac:spMkLst>
        </pc:spChg>
      </pc:sldChg>
      <pc:sldChg chg="delSp modSp add mod">
        <pc:chgData name="이 은찬" userId="7171d596-a1e6-43c2-b263-57fdfdab9399" providerId="ADAL" clId="{76144162-B7B6-40E4-A480-CFC11E63907E}" dt="2026-10-24T07:06:05.521" v="292" actId="478"/>
        <pc:sldMkLst>
          <pc:docMk/>
          <pc:sldMk cId="1490241401" sldId="294"/>
        </pc:sldMkLst>
        <pc:spChg chg="del">
          <ac:chgData name="이 은찬" userId="7171d596-a1e6-43c2-b263-57fdfdab9399" providerId="ADAL" clId="{76144162-B7B6-40E4-A480-CFC11E63907E}" dt="2026-10-24T07:06:05.521" v="292" actId="478"/>
          <ac:spMkLst>
            <pc:docMk/>
            <pc:sldMk cId="1490241401" sldId="294"/>
            <ac:spMk id="4" creationId="{E6D61E16-3170-4311-EAA8-C630C147E4F8}"/>
          </ac:spMkLst>
        </pc:spChg>
        <pc:spChg chg="mod">
          <ac:chgData name="이 은찬" userId="7171d596-a1e6-43c2-b263-57fdfdab9399" providerId="ADAL" clId="{76144162-B7B6-40E4-A480-CFC11E63907E}" dt="2026-10-24T07:05:36.478" v="274" actId="20577"/>
          <ac:spMkLst>
            <pc:docMk/>
            <pc:sldMk cId="1490241401" sldId="294"/>
            <ac:spMk id="19" creationId="{D63D451C-63B7-BFAB-B19B-06A2620A96C3}"/>
          </ac:spMkLst>
        </pc:spChg>
      </pc:sldChg>
      <pc:sldChg chg="delSp modSp add mod">
        <pc:chgData name="이 은찬" userId="7171d596-a1e6-43c2-b263-57fdfdab9399" providerId="ADAL" clId="{76144162-B7B6-40E4-A480-CFC11E63907E}" dt="2026-10-24T07:06:08.594" v="293" actId="478"/>
        <pc:sldMkLst>
          <pc:docMk/>
          <pc:sldMk cId="1331398631" sldId="295"/>
        </pc:sldMkLst>
        <pc:spChg chg="del">
          <ac:chgData name="이 은찬" userId="7171d596-a1e6-43c2-b263-57fdfdab9399" providerId="ADAL" clId="{76144162-B7B6-40E4-A480-CFC11E63907E}" dt="2026-10-24T07:06:08.594" v="293" actId="478"/>
          <ac:spMkLst>
            <pc:docMk/>
            <pc:sldMk cId="1331398631" sldId="295"/>
            <ac:spMk id="4" creationId="{E6D61E16-3170-4311-EAA8-C630C147E4F8}"/>
          </ac:spMkLst>
        </pc:spChg>
        <pc:spChg chg="mod">
          <ac:chgData name="이 은찬" userId="7171d596-a1e6-43c2-b263-57fdfdab9399" providerId="ADAL" clId="{76144162-B7B6-40E4-A480-CFC11E63907E}" dt="2026-10-24T07:05:57.836" v="290" actId="20577"/>
          <ac:spMkLst>
            <pc:docMk/>
            <pc:sldMk cId="1331398631" sldId="295"/>
            <ac:spMk id="21" creationId="{C3C695BF-A573-141F-2DB7-77B77F5725CD}"/>
          </ac:spMkLst>
        </pc:spChg>
      </pc:sldChg>
      <pc:sldChg chg="delSp modSp add mod">
        <pc:chgData name="이 은찬" userId="7171d596-a1e6-43c2-b263-57fdfdab9399" providerId="ADAL" clId="{76144162-B7B6-40E4-A480-CFC11E63907E}" dt="2026-10-24T07:06:25.340" v="313" actId="20577"/>
        <pc:sldMkLst>
          <pc:docMk/>
          <pc:sldMk cId="1436737431" sldId="296"/>
        </pc:sldMkLst>
        <pc:spChg chg="del">
          <ac:chgData name="이 은찬" userId="7171d596-a1e6-43c2-b263-57fdfdab9399" providerId="ADAL" clId="{76144162-B7B6-40E4-A480-CFC11E63907E}" dt="2026-10-24T07:06:11.010" v="294" actId="478"/>
          <ac:spMkLst>
            <pc:docMk/>
            <pc:sldMk cId="1436737431" sldId="296"/>
            <ac:spMk id="4" creationId="{E6D61E16-3170-4311-EAA8-C630C147E4F8}"/>
          </ac:spMkLst>
        </pc:spChg>
        <pc:spChg chg="mod">
          <ac:chgData name="이 은찬" userId="7171d596-a1e6-43c2-b263-57fdfdab9399" providerId="ADAL" clId="{76144162-B7B6-40E4-A480-CFC11E63907E}" dt="2026-10-24T07:06:25.340" v="313" actId="20577"/>
          <ac:spMkLst>
            <pc:docMk/>
            <pc:sldMk cId="1436737431" sldId="296"/>
            <ac:spMk id="22" creationId="{E6A5D4C4-09DC-8C2F-4D52-EE065BFFB41E}"/>
          </ac:spMkLst>
        </pc:spChg>
      </pc:sldChg>
      <pc:sldChg chg="modSp add mod">
        <pc:chgData name="이 은찬" userId="7171d596-a1e6-43c2-b263-57fdfdab9399" providerId="ADAL" clId="{76144162-B7B6-40E4-A480-CFC11E63907E}" dt="2026-10-24T07:06:31.213" v="323" actId="20577"/>
        <pc:sldMkLst>
          <pc:docMk/>
          <pc:sldMk cId="2196346142" sldId="297"/>
        </pc:sldMkLst>
        <pc:spChg chg="mod">
          <ac:chgData name="이 은찬" userId="7171d596-a1e6-43c2-b263-57fdfdab9399" providerId="ADAL" clId="{76144162-B7B6-40E4-A480-CFC11E63907E}" dt="2026-10-24T07:06:31.213" v="323" actId="20577"/>
          <ac:spMkLst>
            <pc:docMk/>
            <pc:sldMk cId="2196346142" sldId="297"/>
            <ac:spMk id="23" creationId="{7F368E7E-0DB4-62CD-4491-C91BB7B38A83}"/>
          </ac:spMkLst>
        </pc:spChg>
      </pc:sldChg>
      <pc:sldChg chg="modSp add mod">
        <pc:chgData name="이 은찬" userId="7171d596-a1e6-43c2-b263-57fdfdab9399" providerId="ADAL" clId="{76144162-B7B6-40E4-A480-CFC11E63907E}" dt="2026-10-24T07:06:38.944" v="333" actId="20577"/>
        <pc:sldMkLst>
          <pc:docMk/>
          <pc:sldMk cId="2751536692" sldId="298"/>
        </pc:sldMkLst>
        <pc:spChg chg="mod">
          <ac:chgData name="이 은찬" userId="7171d596-a1e6-43c2-b263-57fdfdab9399" providerId="ADAL" clId="{76144162-B7B6-40E4-A480-CFC11E63907E}" dt="2026-10-24T07:06:38.944" v="333" actId="20577"/>
          <ac:spMkLst>
            <pc:docMk/>
            <pc:sldMk cId="2751536692" sldId="298"/>
            <ac:spMk id="25" creationId="{B8B15DA6-6B00-ED01-D74E-8D1E0F98A31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4078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42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173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9504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1692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5122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201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27906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6257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755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14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2541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microsoft.com/office/2007/relationships/hdphoto" Target="../media/hdphoto5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5" Type="http://schemas.openxmlformats.org/officeDocument/2006/relationships/image" Target="../media/image14.png"/><Relationship Id="rId10" Type="http://schemas.microsoft.com/office/2007/relationships/hdphoto" Target="../media/hdphoto4.wdp"/><Relationship Id="rId4" Type="http://schemas.openxmlformats.org/officeDocument/2006/relationships/image" Target="../media/image8.png"/><Relationship Id="rId9" Type="http://schemas.openxmlformats.org/officeDocument/2006/relationships/image" Target="../media/image11.png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2767280"/>
            <a:ext cx="990331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공간을 디자인하면</a:t>
            </a:r>
            <a:endParaRPr lang="en-US" altLang="ko-KR" sz="4000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무엇이 달라질까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?</a:t>
            </a:r>
            <a:endParaRPr lang="ko-KR" altLang="en-US" sz="4000" spc="-200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공간 디자인의 의미와 좋은 공간 디자인의 조건 알아보기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chemeClr val="bg1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4612EE2-C4E5-CDEB-D56A-F0917584DCA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902" y="4300305"/>
            <a:ext cx="2105025" cy="210502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공간 디자인의 의미를 알고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좋은 공간 디자인의 조건을 설명할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35B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DD635B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35B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35B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35B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20C9BE9-BE65-9E95-A06F-21B7C5C04DB8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C270440-D40B-364B-8BEE-F08A6EE3A51A}"/>
              </a:ext>
            </a:extLst>
          </p:cNvPr>
          <p:cNvSpPr/>
          <p:nvPr/>
        </p:nvSpPr>
        <p:spPr>
          <a:xfrm>
            <a:off x="364817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4F26A3-B3FF-1B7F-5E5F-7B63B6C5BF50}"/>
              </a:ext>
            </a:extLst>
          </p:cNvPr>
          <p:cNvSpPr/>
          <p:nvPr/>
        </p:nvSpPr>
        <p:spPr>
          <a:xfrm>
            <a:off x="711494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E7C41-2F0B-1E9E-28A7-4ADA194B2A0B}"/>
              </a:ext>
            </a:extLst>
          </p:cNvPr>
          <p:cNvSpPr/>
          <p:nvPr/>
        </p:nvSpPr>
        <p:spPr>
          <a:xfrm>
            <a:off x="884832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같은 공간인데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무엇이 달라졌을까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BD36E0-EFC0-CE4C-9351-BBC1FA87E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688" y="1752203"/>
            <a:ext cx="4864400" cy="36483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ECE14DE-457C-9229-F57C-CFBD788E1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386" y="1752203"/>
            <a:ext cx="4864400" cy="364830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4512E4-038C-FE6D-478A-6D746473F87C}"/>
              </a:ext>
            </a:extLst>
          </p:cNvPr>
          <p:cNvSpPr/>
          <p:nvPr/>
        </p:nvSpPr>
        <p:spPr>
          <a:xfrm>
            <a:off x="120994" y="5535506"/>
            <a:ext cx="1167875" cy="869825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무엇이</a:t>
            </a:r>
            <a:endParaRPr lang="en-US" altLang="ko-KR" sz="14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4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달라졌나요</a:t>
            </a:r>
            <a:r>
              <a:rPr lang="en-US" altLang="ko-KR" sz="14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4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33A60DF-EA79-DF55-16FD-AB2777B25155}"/>
              </a:ext>
            </a:extLst>
          </p:cNvPr>
          <p:cNvSpPr/>
          <p:nvPr/>
        </p:nvSpPr>
        <p:spPr>
          <a:xfrm>
            <a:off x="1349829" y="5535505"/>
            <a:ext cx="10680080" cy="869825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46F7658C-5ACD-DB48-86C2-E2D6DBC41B78}"/>
              </a:ext>
            </a:extLst>
          </p:cNvPr>
          <p:cNvSpPr/>
          <p:nvPr/>
        </p:nvSpPr>
        <p:spPr>
          <a:xfrm>
            <a:off x="5577916" y="3421780"/>
            <a:ext cx="548640" cy="379656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6FD4A6-26AA-DACE-945D-2E02C7D2DC37}"/>
              </a:ext>
            </a:extLst>
          </p:cNvPr>
          <p:cNvSpPr txBox="1"/>
          <p:nvPr/>
        </p:nvSpPr>
        <p:spPr>
          <a:xfrm>
            <a:off x="11085764" y="503022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</a:t>
            </a:r>
          </a:p>
          <a:p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658A327-E1D9-C43B-E5EA-CE947AD79E40}"/>
              </a:ext>
            </a:extLst>
          </p:cNvPr>
          <p:cNvGrpSpPr/>
          <p:nvPr/>
        </p:nvGrpSpPr>
        <p:grpSpPr>
          <a:xfrm>
            <a:off x="519760" y="1301339"/>
            <a:ext cx="6670177" cy="379656"/>
            <a:chOff x="882303" y="1491687"/>
            <a:chExt cx="5002641" cy="284742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C002F02-68C8-ED65-849C-9B9F09C2289A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F484BDF3-77B2-D14C-2D2D-BF61B0F9E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497DED7-8619-AAA5-43F9-0564133EF78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64A7C2-C561-2AAB-C8D6-09866407E468}"/>
                </a:ext>
              </a:extLst>
            </p:cNvPr>
            <p:cNvSpPr txBox="1"/>
            <p:nvPr/>
          </p:nvSpPr>
          <p:spPr>
            <a:xfrm>
              <a:off x="1139406" y="1491687"/>
              <a:ext cx="474553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두 사진을 보고 달라진 부분을 찾아 오른쪽에 표시해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3191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3075056"/>
            <a:ext cx="12191999" cy="70788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좋은 공간 디자인의 조건은 무엇일까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9EE7576-3A81-4EBD-E489-5517A61707EB}"/>
              </a:ext>
            </a:extLst>
          </p:cNvPr>
          <p:cNvGrpSpPr/>
          <p:nvPr/>
        </p:nvGrpSpPr>
        <p:grpSpPr>
          <a:xfrm>
            <a:off x="2796016" y="2560288"/>
            <a:ext cx="6983930" cy="1984820"/>
            <a:chOff x="2796016" y="2560288"/>
            <a:chExt cx="6983930" cy="1984820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DAE63B14-E732-26C8-79E1-2768CEF592C9}"/>
                </a:ext>
              </a:extLst>
            </p:cNvPr>
            <p:cNvGrpSpPr/>
            <p:nvPr/>
          </p:nvGrpSpPr>
          <p:grpSpPr>
            <a:xfrm>
              <a:off x="2796016" y="2560288"/>
              <a:ext cx="6983930" cy="1984820"/>
              <a:chOff x="3017925" y="1778292"/>
              <a:chExt cx="4529967" cy="727514"/>
            </a:xfrm>
          </p:grpSpPr>
          <p:grpSp>
            <p:nvGrpSpPr>
              <p:cNvPr id="3" name="그룹 2">
                <a:extLst>
                  <a:ext uri="{FF2B5EF4-FFF2-40B4-BE49-F238E27FC236}">
                    <a16:creationId xmlns:a16="http://schemas.microsoft.com/office/drawing/2014/main" id="{7C3A767F-83BB-FD12-A589-D82DA76B03BD}"/>
                  </a:ext>
                </a:extLst>
              </p:cNvPr>
              <p:cNvGrpSpPr/>
              <p:nvPr/>
            </p:nvGrpSpPr>
            <p:grpSpPr>
              <a:xfrm>
                <a:off x="3017925" y="1778292"/>
                <a:ext cx="3931363" cy="236906"/>
                <a:chOff x="1397760" y="2086117"/>
                <a:chExt cx="4646237" cy="279982"/>
              </a:xfrm>
            </p:grpSpPr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168F200-C15A-7DEE-8B3B-0700DE64E854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FD1A338-1A2E-A94C-E877-B5FD7BF6AB01}"/>
                    </a:ext>
                  </a:extLst>
                </p:cNvPr>
                <p:cNvSpPr/>
                <p:nvPr/>
              </p:nvSpPr>
              <p:spPr>
                <a:xfrm>
                  <a:off x="1912954" y="2086117"/>
                  <a:ext cx="4131043" cy="279982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공간 디자인의 의미 알아보기</a:t>
                  </a:r>
                </a:p>
              </p:txBody>
            </p:sp>
          </p:grpSp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55405D80-DA08-2C3F-8474-6E812B033F40}"/>
                  </a:ext>
                </a:extLst>
              </p:cNvPr>
              <p:cNvGrpSpPr/>
              <p:nvPr/>
            </p:nvGrpSpPr>
            <p:grpSpPr>
              <a:xfrm>
                <a:off x="3017925" y="2268900"/>
                <a:ext cx="4529967" cy="236906"/>
                <a:chOff x="1397760" y="2712202"/>
                <a:chExt cx="5353684" cy="279983"/>
              </a:xfrm>
            </p:grpSpPr>
            <p:sp>
              <p:nvSpPr>
                <p:cNvPr id="6" name="타원 5">
                  <a:extLst>
                    <a:ext uri="{FF2B5EF4-FFF2-40B4-BE49-F238E27FC236}">
                      <a16:creationId xmlns:a16="http://schemas.microsoft.com/office/drawing/2014/main" id="{702A533B-750F-D3DA-05E5-BF140579B77C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BA6F16A0-9C58-E2C5-EAC6-285D5992B700}"/>
                    </a:ext>
                  </a:extLst>
                </p:cNvPr>
                <p:cNvSpPr/>
                <p:nvPr/>
              </p:nvSpPr>
              <p:spPr>
                <a:xfrm>
                  <a:off x="1912953" y="2712202"/>
                  <a:ext cx="4838491" cy="279983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좋은 공간 디자인의 조건 찾아보기</a:t>
                  </a:r>
                </a:p>
              </p:txBody>
            </p: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544BC1A-CB02-D09E-6A91-A7DABCAC4517}"/>
                </a:ext>
              </a:extLst>
            </p:cNvPr>
            <p:cNvSpPr txBox="1"/>
            <p:nvPr/>
          </p:nvSpPr>
          <p:spPr>
            <a:xfrm>
              <a:off x="2901548" y="2625734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</a:rPr>
                <a:t>1</a:t>
              </a:r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B13A669-0010-5816-0414-9A051F1710B3}"/>
                </a:ext>
              </a:extLst>
            </p:cNvPr>
            <p:cNvSpPr txBox="1"/>
            <p:nvPr/>
          </p:nvSpPr>
          <p:spPr>
            <a:xfrm>
              <a:off x="2905976" y="3964226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</a:rPr>
                <a:t>2</a:t>
              </a:r>
              <a:endParaRPr lang="ko-KR" altLang="en-US" sz="2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공간 디자인의 의미 알아보기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5" name="Rounded Rectangle 98">
            <a:extLst>
              <a:ext uri="{FF2B5EF4-FFF2-40B4-BE49-F238E27FC236}">
                <a16:creationId xmlns:a16="http://schemas.microsoft.com/office/drawing/2014/main" id="{3C55CA39-AF10-482D-F60C-9E4232A74202}"/>
              </a:ext>
            </a:extLst>
          </p:cNvPr>
          <p:cNvSpPr/>
          <p:nvPr/>
        </p:nvSpPr>
        <p:spPr>
          <a:xfrm>
            <a:off x="174171" y="2154339"/>
            <a:ext cx="11855737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174DB0-CBE7-9763-F642-D688E036AEDD}"/>
              </a:ext>
            </a:extLst>
          </p:cNvPr>
          <p:cNvGrpSpPr/>
          <p:nvPr/>
        </p:nvGrpSpPr>
        <p:grpSpPr>
          <a:xfrm>
            <a:off x="519759" y="1702215"/>
            <a:ext cx="8445037" cy="380129"/>
            <a:chOff x="882302" y="1474298"/>
            <a:chExt cx="6333789" cy="285097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B9004AE-323B-4F96-0646-A1F35A4D79DF}"/>
                </a:ext>
              </a:extLst>
            </p:cNvPr>
            <p:cNvGrpSpPr/>
            <p:nvPr/>
          </p:nvGrpSpPr>
          <p:grpSpPr>
            <a:xfrm>
              <a:off x="882302" y="1505480"/>
              <a:ext cx="602241" cy="253915"/>
              <a:chOff x="853871" y="1487438"/>
              <a:chExt cx="749672" cy="316074"/>
            </a:xfrm>
          </p:grpSpPr>
          <p:sp>
            <p:nvSpPr>
              <p:cNvPr id="10" name="모서리가 둥근 직사각형 41">
                <a:extLst>
                  <a:ext uri="{FF2B5EF4-FFF2-40B4-BE49-F238E27FC236}">
                    <a16:creationId xmlns:a16="http://schemas.microsoft.com/office/drawing/2014/main" id="{DA1D0A4F-4084-089C-0C16-8C0FBA5042A1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1DA4420-CE50-1878-9C95-48943C01D860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718044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13C6D3B-03FE-F820-22C7-25E7B03FE810}"/>
                </a:ext>
              </a:extLst>
            </p:cNvPr>
            <p:cNvSpPr txBox="1"/>
            <p:nvPr/>
          </p:nvSpPr>
          <p:spPr>
            <a:xfrm>
              <a:off x="1509951" y="1474298"/>
              <a:ext cx="570614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디자인을 하기 전과 공간 디자인을 하고 난 후에 무엇이 달라졌나요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8D0E4AA-4FAF-845E-A7F8-2AAD066D5B84}"/>
              </a:ext>
            </a:extLst>
          </p:cNvPr>
          <p:cNvGrpSpPr/>
          <p:nvPr/>
        </p:nvGrpSpPr>
        <p:grpSpPr>
          <a:xfrm>
            <a:off x="519761" y="4017496"/>
            <a:ext cx="6558302" cy="380129"/>
            <a:chOff x="882302" y="1474298"/>
            <a:chExt cx="4918736" cy="285097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BD923D3-291C-313A-1D2E-89FA3B39E6ED}"/>
                </a:ext>
              </a:extLst>
            </p:cNvPr>
            <p:cNvGrpSpPr/>
            <p:nvPr/>
          </p:nvGrpSpPr>
          <p:grpSpPr>
            <a:xfrm>
              <a:off x="882302" y="1505480"/>
              <a:ext cx="602241" cy="253915"/>
              <a:chOff x="853871" y="1487438"/>
              <a:chExt cx="749672" cy="316074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81A61E83-DF05-D4F1-2E87-82B1DFCCFDAC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509972-DED2-FBC8-B05E-B2AC1DFCB8BD}"/>
                  </a:ext>
                </a:extLst>
              </p:cNvPr>
              <p:cNvSpPr txBox="1"/>
              <p:nvPr/>
            </p:nvSpPr>
            <p:spPr>
              <a:xfrm flipH="1">
                <a:off x="928183" y="1487438"/>
                <a:ext cx="675359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8F39432-D797-CE04-B26E-4A02D4951400}"/>
                </a:ext>
              </a:extLst>
            </p:cNvPr>
            <p:cNvSpPr txBox="1"/>
            <p:nvPr/>
          </p:nvSpPr>
          <p:spPr>
            <a:xfrm>
              <a:off x="1509951" y="1474298"/>
              <a:ext cx="429108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이 공간을 사용하는 사람들에게는 무엇이 달라졌나요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F8E372E9-2ED4-1B00-0F6B-AAC6A38D7020}"/>
              </a:ext>
            </a:extLst>
          </p:cNvPr>
          <p:cNvSpPr/>
          <p:nvPr/>
        </p:nvSpPr>
        <p:spPr>
          <a:xfrm>
            <a:off x="168131" y="4509563"/>
            <a:ext cx="11855737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4B448AA-3597-9C14-67C4-97F008F4A2C9}"/>
              </a:ext>
            </a:extLst>
          </p:cNvPr>
          <p:cNvGrpSpPr/>
          <p:nvPr/>
        </p:nvGrpSpPr>
        <p:grpSpPr>
          <a:xfrm>
            <a:off x="519760" y="1301339"/>
            <a:ext cx="6554760" cy="379656"/>
            <a:chOff x="882303" y="1491687"/>
            <a:chExt cx="4916079" cy="284742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3181B23-299B-0426-2686-409CE727142E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22" name="모서리가 둥근 직사각형 41">
                <a:extLst>
                  <a:ext uri="{FF2B5EF4-FFF2-40B4-BE49-F238E27FC236}">
                    <a16:creationId xmlns:a16="http://schemas.microsoft.com/office/drawing/2014/main" id="{FBA0092B-8673-C5F7-7E9E-F64D23FE985C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C552B-6456-BF1E-9F36-69359DB705C5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7F90392-30A6-EF3D-82EA-7BB3C39B00F1}"/>
                </a:ext>
              </a:extLst>
            </p:cNvPr>
            <p:cNvSpPr txBox="1"/>
            <p:nvPr/>
          </p:nvSpPr>
          <p:spPr>
            <a:xfrm>
              <a:off x="1139406" y="1491687"/>
              <a:ext cx="4658976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같은 공간인데 왜 느낌이 다를까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4286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공간 디자인의 의미 알아보기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11" name="Rounded Rectangle 98">
            <a:extLst>
              <a:ext uri="{FF2B5EF4-FFF2-40B4-BE49-F238E27FC236}">
                <a16:creationId xmlns:a16="http://schemas.microsoft.com/office/drawing/2014/main" id="{85C1EBB4-E1E7-1D50-20DE-C572F9829AF7}"/>
              </a:ext>
            </a:extLst>
          </p:cNvPr>
          <p:cNvSpPr/>
          <p:nvPr/>
        </p:nvSpPr>
        <p:spPr>
          <a:xfrm>
            <a:off x="174171" y="1745291"/>
            <a:ext cx="11855737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altLang="ko-KR" sz="3600" dirty="0">
              <a:solidFill>
                <a:schemeClr val="tx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2E54112-1E19-CCC0-E200-0A28C9059A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59" b="4255"/>
          <a:stretch/>
        </p:blipFill>
        <p:spPr>
          <a:xfrm>
            <a:off x="610138" y="3611162"/>
            <a:ext cx="10971723" cy="2794168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EB076271-AAE1-C8D2-4009-72DA8A196114}"/>
              </a:ext>
            </a:extLst>
          </p:cNvPr>
          <p:cNvGrpSpPr/>
          <p:nvPr/>
        </p:nvGrpSpPr>
        <p:grpSpPr>
          <a:xfrm>
            <a:off x="519760" y="1301339"/>
            <a:ext cx="2343672" cy="379656"/>
            <a:chOff x="882303" y="1491687"/>
            <a:chExt cx="1757757" cy="2847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5DEEEB-0296-5683-6F87-98A3B5EA9F94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2" name="모서리가 둥근 직사각형 41">
                <a:extLst>
                  <a:ext uri="{FF2B5EF4-FFF2-40B4-BE49-F238E27FC236}">
                    <a16:creationId xmlns:a16="http://schemas.microsoft.com/office/drawing/2014/main" id="{47476463-6039-C9F2-E3FD-0CAAC3B3A5E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DF2654-BE01-EF84-31E7-1DC08914F93A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E058C1-8AAF-AE76-7C38-254B98CD19BD}"/>
                </a:ext>
              </a:extLst>
            </p:cNvPr>
            <p:cNvSpPr txBox="1"/>
            <p:nvPr/>
          </p:nvSpPr>
          <p:spPr>
            <a:xfrm>
              <a:off x="1139406" y="1491687"/>
              <a:ext cx="1500654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디자인이란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C4BE56-2517-14EB-2368-E703864108EB}"/>
              </a:ext>
            </a:extLst>
          </p:cNvPr>
          <p:cNvSpPr/>
          <p:nvPr/>
        </p:nvSpPr>
        <p:spPr>
          <a:xfrm>
            <a:off x="174171" y="2020126"/>
            <a:ext cx="11855737" cy="120032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600" spc="-147" dirty="0">
                <a:solidFill>
                  <a:srgbClr val="D9534A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공간디자인</a:t>
            </a:r>
            <a:r>
              <a:rPr lang="ko-KR" altLang="en-US" sz="36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은 공간의 목적과 그 공간을 사용하는 사람의</a:t>
            </a:r>
            <a:endParaRPr lang="en-US" altLang="ko-KR" sz="36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algn="ctr"/>
            <a:r>
              <a:rPr lang="ko-KR" altLang="en-US" sz="36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필요를 생각하여 더 나은 경험을 만드는 디자인입니다</a:t>
            </a:r>
            <a:r>
              <a:rPr lang="en-US" altLang="ko-KR" sz="36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75253-5116-C647-9892-47B22757E216}"/>
              </a:ext>
            </a:extLst>
          </p:cNvPr>
          <p:cNvSpPr txBox="1"/>
          <p:nvPr/>
        </p:nvSpPr>
        <p:spPr>
          <a:xfrm>
            <a:off x="10134601" y="6384405"/>
            <a:ext cx="18065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3696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D8E59E-456E-0F11-B786-A03E3F3A7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337" y="1283869"/>
            <a:ext cx="8280172" cy="46600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180808-8A34-E9BC-9310-E9BA65B48220}"/>
              </a:ext>
            </a:extLst>
          </p:cNvPr>
          <p:cNvSpPr txBox="1"/>
          <p:nvPr/>
        </p:nvSpPr>
        <p:spPr>
          <a:xfrm>
            <a:off x="0" y="6032053"/>
            <a:ext cx="116259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 공간을 자세히 살펴보면서 좋은 공간 디자인이란 무엇일지 생각해 봅시다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61CD36-C972-184F-0FC4-66D3C5D68705}"/>
              </a:ext>
            </a:extLst>
          </p:cNvPr>
          <p:cNvSpPr txBox="1"/>
          <p:nvPr/>
        </p:nvSpPr>
        <p:spPr>
          <a:xfrm>
            <a:off x="9943509" y="5697721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8805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D8E59E-456E-0F11-B786-A03E3F3A7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47" y="1757568"/>
            <a:ext cx="3076575" cy="179926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C887594-229C-FEE0-A5BD-BB26C97DBF90}"/>
              </a:ext>
            </a:extLst>
          </p:cNvPr>
          <p:cNvGrpSpPr/>
          <p:nvPr/>
        </p:nvGrpSpPr>
        <p:grpSpPr>
          <a:xfrm>
            <a:off x="519760" y="1301339"/>
            <a:ext cx="7128635" cy="379656"/>
            <a:chOff x="882303" y="1491687"/>
            <a:chExt cx="5346486" cy="28474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E0040FDD-0F91-E82A-6DD8-8E92FD0B5A0E}"/>
                </a:ext>
              </a:extLst>
            </p:cNvPr>
            <p:cNvGrpSpPr/>
            <p:nvPr/>
          </p:nvGrpSpPr>
          <p:grpSpPr>
            <a:xfrm>
              <a:off x="882303" y="1505480"/>
              <a:ext cx="232269" cy="255989"/>
              <a:chOff x="853871" y="1487438"/>
              <a:chExt cx="289129" cy="318656"/>
            </a:xfrm>
          </p:grpSpPr>
          <p:sp>
            <p:nvSpPr>
              <p:cNvPr id="6" name="모서리가 둥근 직사각형 41">
                <a:extLst>
                  <a:ext uri="{FF2B5EF4-FFF2-40B4-BE49-F238E27FC236}">
                    <a16:creationId xmlns:a16="http://schemas.microsoft.com/office/drawing/2014/main" id="{D3086C3C-BC29-E36E-1CB1-0AA08F24BC1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9F26C73-D4DE-543C-D0A3-4814F1D48A22}"/>
                  </a:ext>
                </a:extLst>
              </p:cNvPr>
              <p:cNvSpPr txBox="1"/>
              <p:nvPr/>
            </p:nvSpPr>
            <p:spPr>
              <a:xfrm>
                <a:off x="853871" y="1490019"/>
                <a:ext cx="278753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7F59C59-2A64-A30C-9290-55F4A4C5FECC}"/>
                </a:ext>
              </a:extLst>
            </p:cNvPr>
            <p:cNvSpPr txBox="1"/>
            <p:nvPr/>
          </p:nvSpPr>
          <p:spPr>
            <a:xfrm>
              <a:off x="1139406" y="1491687"/>
              <a:ext cx="508938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디자이너의 눈으로 다음 질문에 대해 자신만의 생각을 써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4" name="Rounded Rectangle 98">
            <a:extLst>
              <a:ext uri="{FF2B5EF4-FFF2-40B4-BE49-F238E27FC236}">
                <a16:creationId xmlns:a16="http://schemas.microsoft.com/office/drawing/2014/main" id="{D4983C1E-0649-193D-32E2-E95B13FCA23E}"/>
              </a:ext>
            </a:extLst>
          </p:cNvPr>
          <p:cNvSpPr/>
          <p:nvPr/>
        </p:nvSpPr>
        <p:spPr>
          <a:xfrm>
            <a:off x="3680360" y="2228706"/>
            <a:ext cx="3737258" cy="82881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35C2FE-D47D-018F-14BA-DD1C7C554FD8}"/>
              </a:ext>
            </a:extLst>
          </p:cNvPr>
          <p:cNvGrpSpPr/>
          <p:nvPr/>
        </p:nvGrpSpPr>
        <p:grpSpPr>
          <a:xfrm>
            <a:off x="3688532" y="1757568"/>
            <a:ext cx="3729086" cy="379656"/>
            <a:chOff x="882303" y="1481684"/>
            <a:chExt cx="2796820" cy="284742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4160DC7-43FC-87B0-57C8-99EFAB08D44E}"/>
                </a:ext>
              </a:extLst>
            </p:cNvPr>
            <p:cNvGrpSpPr/>
            <p:nvPr/>
          </p:nvGrpSpPr>
          <p:grpSpPr>
            <a:xfrm>
              <a:off x="882303" y="1505480"/>
              <a:ext cx="555576" cy="253915"/>
              <a:chOff x="853872" y="1487438"/>
              <a:chExt cx="691583" cy="316074"/>
            </a:xfrm>
          </p:grpSpPr>
          <p:sp>
            <p:nvSpPr>
              <p:cNvPr id="18" name="모서리가 둥근 직사각형 41">
                <a:extLst>
                  <a:ext uri="{FF2B5EF4-FFF2-40B4-BE49-F238E27FC236}">
                    <a16:creationId xmlns:a16="http://schemas.microsoft.com/office/drawing/2014/main" id="{A49F1205-B5B4-AFBD-8E2B-3A499A208811}"/>
                  </a:ext>
                </a:extLst>
              </p:cNvPr>
              <p:cNvSpPr/>
              <p:nvPr/>
            </p:nvSpPr>
            <p:spPr>
              <a:xfrm>
                <a:off x="853872" y="1487438"/>
                <a:ext cx="691583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59B6DD5-4F91-FB02-1709-7F3BE72AF0DC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659955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EB7A8A-4403-FA6C-4BF8-A7E02DF29DBE}"/>
                </a:ext>
              </a:extLst>
            </p:cNvPr>
            <p:cNvSpPr txBox="1"/>
            <p:nvPr/>
          </p:nvSpPr>
          <p:spPr>
            <a:xfrm>
              <a:off x="1437879" y="1481684"/>
              <a:ext cx="2241244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누가 사용하는 공간인가요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0" name="Rounded Rectangle 98">
            <a:extLst>
              <a:ext uri="{FF2B5EF4-FFF2-40B4-BE49-F238E27FC236}">
                <a16:creationId xmlns:a16="http://schemas.microsoft.com/office/drawing/2014/main" id="{BE5322C0-1B5E-FF4F-1658-5750BEA8F3B2}"/>
              </a:ext>
            </a:extLst>
          </p:cNvPr>
          <p:cNvSpPr/>
          <p:nvPr/>
        </p:nvSpPr>
        <p:spPr>
          <a:xfrm>
            <a:off x="7507809" y="2228706"/>
            <a:ext cx="4570443" cy="82881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D87C44E-99C8-D733-E446-3BF9D0A4E5A1}"/>
              </a:ext>
            </a:extLst>
          </p:cNvPr>
          <p:cNvGrpSpPr/>
          <p:nvPr/>
        </p:nvGrpSpPr>
        <p:grpSpPr>
          <a:xfrm>
            <a:off x="7516964" y="1751796"/>
            <a:ext cx="4553115" cy="379656"/>
            <a:chOff x="882303" y="1481684"/>
            <a:chExt cx="3414843" cy="284742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810C23F1-45C9-4346-81CD-37BB81FDD1F5}"/>
                </a:ext>
              </a:extLst>
            </p:cNvPr>
            <p:cNvGrpSpPr/>
            <p:nvPr/>
          </p:nvGrpSpPr>
          <p:grpSpPr>
            <a:xfrm>
              <a:off x="882303" y="1505480"/>
              <a:ext cx="555576" cy="253915"/>
              <a:chOff x="853872" y="1487438"/>
              <a:chExt cx="691583" cy="316074"/>
            </a:xfrm>
          </p:grpSpPr>
          <p:sp>
            <p:nvSpPr>
              <p:cNvPr id="24" name="모서리가 둥근 직사각형 41">
                <a:extLst>
                  <a:ext uri="{FF2B5EF4-FFF2-40B4-BE49-F238E27FC236}">
                    <a16:creationId xmlns:a16="http://schemas.microsoft.com/office/drawing/2014/main" id="{3DE17034-32A5-EDF7-24E7-8B30A15C7B27}"/>
                  </a:ext>
                </a:extLst>
              </p:cNvPr>
              <p:cNvSpPr/>
              <p:nvPr/>
            </p:nvSpPr>
            <p:spPr>
              <a:xfrm>
                <a:off x="853872" y="1487438"/>
                <a:ext cx="691583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203D596-D344-D9D1-2EB2-C0857F4C7493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659955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F30466F-BA9F-EC5A-3FB0-D19E4B25B497}"/>
                </a:ext>
              </a:extLst>
            </p:cNvPr>
            <p:cNvSpPr txBox="1"/>
            <p:nvPr/>
          </p:nvSpPr>
          <p:spPr>
            <a:xfrm>
              <a:off x="1437879" y="1481684"/>
              <a:ext cx="2859267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무엇을 하기 위한 공간인가요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6" name="Rounded Rectangle 98">
            <a:extLst>
              <a:ext uri="{FF2B5EF4-FFF2-40B4-BE49-F238E27FC236}">
                <a16:creationId xmlns:a16="http://schemas.microsoft.com/office/drawing/2014/main" id="{BEA714A9-CCF4-CCFD-9831-4CD90E022C5A}"/>
              </a:ext>
            </a:extLst>
          </p:cNvPr>
          <p:cNvSpPr/>
          <p:nvPr/>
        </p:nvSpPr>
        <p:spPr>
          <a:xfrm>
            <a:off x="138264" y="3642239"/>
            <a:ext cx="11948160" cy="8288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FA97D95-DE8F-2F92-8B79-A53D23429665}"/>
              </a:ext>
            </a:extLst>
          </p:cNvPr>
          <p:cNvGrpSpPr/>
          <p:nvPr/>
        </p:nvGrpSpPr>
        <p:grpSpPr>
          <a:xfrm>
            <a:off x="3722408" y="3183641"/>
            <a:ext cx="7028354" cy="379656"/>
            <a:chOff x="882303" y="1481684"/>
            <a:chExt cx="5271276" cy="284742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2EB6C78-B1B8-36DE-B71E-1FD4624B7EC9}"/>
                </a:ext>
              </a:extLst>
            </p:cNvPr>
            <p:cNvGrpSpPr/>
            <p:nvPr/>
          </p:nvGrpSpPr>
          <p:grpSpPr>
            <a:xfrm>
              <a:off x="882303" y="1505480"/>
              <a:ext cx="555576" cy="253915"/>
              <a:chOff x="853872" y="1487438"/>
              <a:chExt cx="691583" cy="316074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C5FEA864-A265-8E1B-3393-D6848190A7AF}"/>
                  </a:ext>
                </a:extLst>
              </p:cNvPr>
              <p:cNvSpPr/>
              <p:nvPr/>
            </p:nvSpPr>
            <p:spPr>
              <a:xfrm>
                <a:off x="853872" y="1487438"/>
                <a:ext cx="691583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5ADBC9B-4888-7459-8DED-9A2AF2E8E639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659955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9BDF46-312C-20D9-275F-410FF03A4846}"/>
                </a:ext>
              </a:extLst>
            </p:cNvPr>
            <p:cNvSpPr txBox="1"/>
            <p:nvPr/>
          </p:nvSpPr>
          <p:spPr>
            <a:xfrm>
              <a:off x="1437879" y="1481684"/>
              <a:ext cx="4715700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색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형태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물건의 배치에서 어떤 디자인 특징이 보이나요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2" name="Rounded Rectangle 98">
            <a:extLst>
              <a:ext uri="{FF2B5EF4-FFF2-40B4-BE49-F238E27FC236}">
                <a16:creationId xmlns:a16="http://schemas.microsoft.com/office/drawing/2014/main" id="{90A282A1-4B54-B4F3-2395-DD0A5E6B607B}"/>
              </a:ext>
            </a:extLst>
          </p:cNvPr>
          <p:cNvSpPr/>
          <p:nvPr/>
        </p:nvSpPr>
        <p:spPr>
          <a:xfrm>
            <a:off x="138264" y="5059376"/>
            <a:ext cx="11948160" cy="8288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DC6A02E-8920-2FBA-B5EB-F12FA28C7A2A}"/>
              </a:ext>
            </a:extLst>
          </p:cNvPr>
          <p:cNvGrpSpPr/>
          <p:nvPr/>
        </p:nvGrpSpPr>
        <p:grpSpPr>
          <a:xfrm>
            <a:off x="146436" y="4588238"/>
            <a:ext cx="10604326" cy="379656"/>
            <a:chOff x="882303" y="1481684"/>
            <a:chExt cx="7953260" cy="284742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573E26CE-B54E-C57F-31EB-83A722F27BA7}"/>
                </a:ext>
              </a:extLst>
            </p:cNvPr>
            <p:cNvGrpSpPr/>
            <p:nvPr/>
          </p:nvGrpSpPr>
          <p:grpSpPr>
            <a:xfrm>
              <a:off x="882303" y="1505480"/>
              <a:ext cx="555576" cy="253915"/>
              <a:chOff x="853872" y="1487438"/>
              <a:chExt cx="691583" cy="316074"/>
            </a:xfrm>
          </p:grpSpPr>
          <p:sp>
            <p:nvSpPr>
              <p:cNvPr id="36" name="모서리가 둥근 직사각형 41">
                <a:extLst>
                  <a:ext uri="{FF2B5EF4-FFF2-40B4-BE49-F238E27FC236}">
                    <a16:creationId xmlns:a16="http://schemas.microsoft.com/office/drawing/2014/main" id="{69674494-9930-58F9-54AB-BB0DA398025E}"/>
                  </a:ext>
                </a:extLst>
              </p:cNvPr>
              <p:cNvSpPr/>
              <p:nvPr/>
            </p:nvSpPr>
            <p:spPr>
              <a:xfrm>
                <a:off x="853872" y="1487438"/>
                <a:ext cx="691583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8290DF1-498E-8E61-96B2-720A899CB9AF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659955" cy="3160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65F84B2-FC8C-DB63-2B0A-0A640A6F7C56}"/>
                </a:ext>
              </a:extLst>
            </p:cNvPr>
            <p:cNvSpPr txBox="1"/>
            <p:nvPr/>
          </p:nvSpPr>
          <p:spPr>
            <a:xfrm>
              <a:off x="1437879" y="1481684"/>
              <a:ext cx="7397684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이러한 디자인 특징은 이 공간을 사용하는 사람들에게 어떤 생각이나 기분을 느끼게 할까요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C3BCE3A-677D-EC07-274E-382FA1F81B31}"/>
              </a:ext>
            </a:extLst>
          </p:cNvPr>
          <p:cNvGrpSpPr/>
          <p:nvPr/>
        </p:nvGrpSpPr>
        <p:grpSpPr>
          <a:xfrm>
            <a:off x="508647" y="6003137"/>
            <a:ext cx="6070653" cy="379656"/>
            <a:chOff x="882303" y="1492140"/>
            <a:chExt cx="4552998" cy="284742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89E712CE-BADE-0BE5-27FF-17526264928D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1" name="모서리가 둥근 직사각형 41">
                <a:extLst>
                  <a:ext uri="{FF2B5EF4-FFF2-40B4-BE49-F238E27FC236}">
                    <a16:creationId xmlns:a16="http://schemas.microsoft.com/office/drawing/2014/main" id="{F18A1280-E63D-EAD9-5245-620D90D5C8F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4EF4F2E-57E3-F0A8-D424-0BF5B299659D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532657A-F875-AA96-9E4B-89E6233B0377}"/>
                </a:ext>
              </a:extLst>
            </p:cNvPr>
            <p:cNvSpPr txBox="1"/>
            <p:nvPr/>
          </p:nvSpPr>
          <p:spPr>
            <a:xfrm>
              <a:off x="1139406" y="1492140"/>
              <a:ext cx="429589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 친구들과 각자 찾아본 공간의 특징을 나눠봅시다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25460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1D84E5A-6783-8811-184F-E76B7E2124FB}"/>
              </a:ext>
            </a:extLst>
          </p:cNvPr>
          <p:cNvGrpSpPr/>
          <p:nvPr/>
        </p:nvGrpSpPr>
        <p:grpSpPr>
          <a:xfrm>
            <a:off x="519760" y="1301339"/>
            <a:ext cx="8098452" cy="379656"/>
            <a:chOff x="882303" y="1491687"/>
            <a:chExt cx="6073850" cy="2847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B1A69CEC-8D14-983A-3A63-AA5D4E93B377}"/>
                </a:ext>
              </a:extLst>
            </p:cNvPr>
            <p:cNvGrpSpPr/>
            <p:nvPr/>
          </p:nvGrpSpPr>
          <p:grpSpPr>
            <a:xfrm>
              <a:off x="882303" y="1505480"/>
              <a:ext cx="242345" cy="255989"/>
              <a:chOff x="853872" y="1487438"/>
              <a:chExt cx="301672" cy="318656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20C6C91A-8568-BDC8-4F94-76165AA868B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9F6B7E-69C6-44E6-88BA-FCBA6F2267F5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301672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3A71EE-1E52-98B7-A287-E26337A899E4}"/>
                </a:ext>
              </a:extLst>
            </p:cNvPr>
            <p:cNvSpPr txBox="1"/>
            <p:nvPr/>
          </p:nvSpPr>
          <p:spPr>
            <a:xfrm>
              <a:off x="1139406" y="1491687"/>
              <a:ext cx="581674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이 사례를 통해 알 수 있는 좋은 공간 디자인의 조건은 무엇인지 써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CE12420A-C697-7461-8B1E-27DB346692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196" b="16301"/>
          <a:stretch/>
        </p:blipFill>
        <p:spPr>
          <a:xfrm>
            <a:off x="184213" y="1680996"/>
            <a:ext cx="5340287" cy="1720608"/>
          </a:xfrm>
          <a:prstGeom prst="rect">
            <a:avLst/>
          </a:prstGeom>
        </p:spPr>
      </p:pic>
      <p:sp>
        <p:nvSpPr>
          <p:cNvPr id="20" name="Rounded Rectangle 98">
            <a:extLst>
              <a:ext uri="{FF2B5EF4-FFF2-40B4-BE49-F238E27FC236}">
                <a16:creationId xmlns:a16="http://schemas.microsoft.com/office/drawing/2014/main" id="{779ACC18-372B-2603-8125-7B2C60DED3FB}"/>
              </a:ext>
            </a:extLst>
          </p:cNvPr>
          <p:cNvSpPr/>
          <p:nvPr/>
        </p:nvSpPr>
        <p:spPr>
          <a:xfrm>
            <a:off x="184213" y="3533776"/>
            <a:ext cx="11845694" cy="287155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39A5A42-F901-BC8B-82DB-F0BE9DDDCA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0803"/>
          <a:stretch/>
        </p:blipFill>
        <p:spPr>
          <a:xfrm>
            <a:off x="5695949" y="1754701"/>
            <a:ext cx="6333959" cy="167429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DFE897-9EF6-0FEF-BFCE-6BAC1355BBF7}"/>
              </a:ext>
            </a:extLst>
          </p:cNvPr>
          <p:cNvSpPr txBox="1"/>
          <p:nvPr/>
        </p:nvSpPr>
        <p:spPr>
          <a:xfrm>
            <a:off x="329163" y="3623309"/>
            <a:ext cx="554510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*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좋은 공간 디자인이 되기 위한 조건은 무엇일까요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1C068-F365-EA1C-277E-EAF0A085D09D}"/>
              </a:ext>
            </a:extLst>
          </p:cNvPr>
          <p:cNvSpPr txBox="1"/>
          <p:nvPr/>
        </p:nvSpPr>
        <p:spPr>
          <a:xfrm>
            <a:off x="4752701" y="3337275"/>
            <a:ext cx="15457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9801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ㅍㅇ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를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ㅁㅈ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에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ㅍㄹ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하고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ㅇㅈ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ㅎㄱ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ㅈㅎ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롭게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D61E16-3170-4311-EAA8-C630C147E4F8}"/>
              </a:ext>
            </a:extLst>
          </p:cNvPr>
          <p:cNvSpPr txBox="1"/>
          <p:nvPr/>
        </p:nvSpPr>
        <p:spPr>
          <a:xfrm>
            <a:off x="10472083" y="6384405"/>
            <a:ext cx="15457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8358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필요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를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ㅁㅈ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에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ㅍㄹ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하고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ㅇㅈ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ㅎㄱ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ㅈㅎ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롭게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90241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필요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를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목적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에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ㅍㄹ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하고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ㅇㅈ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ㅎㄱ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ㅈㅎ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롭게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31398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필요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를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목적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에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편리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하고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안전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ㅎㄱ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ㅈㅎ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롭게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36737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필요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를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목적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에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편리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하고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안전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해결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u="none" dirty="0" err="1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ㅈㅎ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롭게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96346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공간디자인의 조건 찾아보기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9426EDB-17CE-47A5-F3C1-9534E512EE6C}"/>
              </a:ext>
            </a:extLst>
          </p:cNvPr>
          <p:cNvGrpSpPr/>
          <p:nvPr/>
        </p:nvGrpSpPr>
        <p:grpSpPr>
          <a:xfrm>
            <a:off x="519760" y="1301339"/>
            <a:ext cx="5613798" cy="379656"/>
            <a:chOff x="882303" y="1491687"/>
            <a:chExt cx="4210356" cy="284742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A119DCEE-4F9A-8693-6F5E-A38F28CF86A1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4" name="모서리가 둥근 직사각형 41">
                <a:extLst>
                  <a:ext uri="{FF2B5EF4-FFF2-40B4-BE49-F238E27FC236}">
                    <a16:creationId xmlns:a16="http://schemas.microsoft.com/office/drawing/2014/main" id="{086689F8-2685-3202-FA56-5032E39A104A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FFB20-9F87-1FB4-7F61-3C39161F3872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F06D93-4C47-E8FF-5418-2A48297F89E1}"/>
                </a:ext>
              </a:extLst>
            </p:cNvPr>
            <p:cNvSpPr txBox="1"/>
            <p:nvPr/>
          </p:nvSpPr>
          <p:spPr>
            <a:xfrm>
              <a:off x="1139406" y="1491687"/>
              <a:ext cx="39532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좋은 공간 디자인은 이러한 특징을 가지고 있어요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F17B63BB-4107-B07C-F7DA-B3181B1D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174147" y="3609975"/>
            <a:ext cx="11855762" cy="2822517"/>
          </a:xfrm>
          <a:prstGeom prst="rect">
            <a:avLst/>
          </a:prstGeom>
        </p:spPr>
      </p:pic>
      <p:sp>
        <p:nvSpPr>
          <p:cNvPr id="19" name="Rounded Rectangle 100">
            <a:extLst>
              <a:ext uri="{FF2B5EF4-FFF2-40B4-BE49-F238E27FC236}">
                <a16:creationId xmlns:a16="http://schemas.microsoft.com/office/drawing/2014/main" id="{D63D451C-63B7-BFAB-B19B-06A2620A96C3}"/>
              </a:ext>
            </a:extLst>
          </p:cNvPr>
          <p:cNvSpPr/>
          <p:nvPr/>
        </p:nvSpPr>
        <p:spPr>
          <a:xfrm>
            <a:off x="257175" y="1735945"/>
            <a:ext cx="2590800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사용자의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필요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를 생각해요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어린이의 키를 생각하여 쉽게 책을 꺼내고 앉을 수 있는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1" name="Rounded Rectangle 100">
            <a:extLst>
              <a:ext uri="{FF2B5EF4-FFF2-40B4-BE49-F238E27FC236}">
                <a16:creationId xmlns:a16="http://schemas.microsoft.com/office/drawing/2014/main" id="{C3C695BF-A573-141F-2DB7-77B77F5725CD}"/>
              </a:ext>
            </a:extLst>
          </p:cNvPr>
          <p:cNvSpPr/>
          <p:nvPr/>
        </p:nvSpPr>
        <p:spPr>
          <a:xfrm>
            <a:off x="2889194" y="1735945"/>
            <a:ext cx="2065107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</a:t>
            </a:r>
            <a:r>
              <a:rPr lang="ko-KR" altLang="en-US" sz="2000" b="1" u="none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목적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에 알맞아요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독서를 위한 책장과 독서 자리가 마련된 공간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)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2" name="Rounded Rectangle 100">
            <a:extLst>
              <a:ext uri="{FF2B5EF4-FFF2-40B4-BE49-F238E27FC236}">
                <a16:creationId xmlns:a16="http://schemas.microsoft.com/office/drawing/2014/main" id="{E6A5D4C4-09DC-8C2F-4D52-EE065BFFB41E}"/>
              </a:ext>
            </a:extLst>
          </p:cNvPr>
          <p:cNvSpPr/>
          <p:nvPr/>
        </p:nvSpPr>
        <p:spPr>
          <a:xfrm>
            <a:off x="4995520" y="1735945"/>
            <a:ext cx="2442326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사용하기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편리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하고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안전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통로가 넓어 안전하게 이동할 수 있는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3" name="Rounded Rectangle 100">
            <a:extLst>
              <a:ext uri="{FF2B5EF4-FFF2-40B4-BE49-F238E27FC236}">
                <a16:creationId xmlns:a16="http://schemas.microsoft.com/office/drawing/2014/main" id="{7F368E7E-0DB4-62CD-4491-C91BB7B38A83}"/>
              </a:ext>
            </a:extLst>
          </p:cNvPr>
          <p:cNvSpPr/>
          <p:nvPr/>
        </p:nvSpPr>
        <p:spPr>
          <a:xfrm>
            <a:off x="7479065" y="1735945"/>
            <a:ext cx="207085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공간의 문제를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해결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해요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흩어진 물건을 수납하여 문제를 해결한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  <p:sp>
        <p:nvSpPr>
          <p:cNvPr id="25" name="Rounded Rectangle 100">
            <a:extLst>
              <a:ext uri="{FF2B5EF4-FFF2-40B4-BE49-F238E27FC236}">
                <a16:creationId xmlns:a16="http://schemas.microsoft.com/office/drawing/2014/main" id="{B8B15DA6-6B00-ED01-D74E-8D1E0F98A31B}"/>
              </a:ext>
            </a:extLst>
          </p:cNvPr>
          <p:cNvSpPr/>
          <p:nvPr/>
        </p:nvSpPr>
        <p:spPr>
          <a:xfrm>
            <a:off x="9591133" y="1735945"/>
            <a:ext cx="2470901" cy="182716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색</a:t>
            </a:r>
            <a:r>
              <a:rPr lang="en-US" altLang="ko-KR" sz="2000" b="1" u="none" dirty="0">
                <a:solidFill>
                  <a:srgbClr val="0070C0"/>
                </a:solidFill>
                <a:latin typeface="+mj-lt"/>
                <a:ea typeface="+mj-ea"/>
              </a:rPr>
              <a:t>, 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형태 등이 </a:t>
            </a:r>
            <a:r>
              <a:rPr lang="ko-KR" altLang="en-US" sz="2000" b="1" dirty="0">
                <a:solidFill>
                  <a:schemeClr val="accent6">
                    <a:lumMod val="75000"/>
                  </a:schemeClr>
                </a:solidFill>
                <a:latin typeface="+mj-lt"/>
                <a:ea typeface="+mj-ea"/>
              </a:rPr>
              <a:t>조화</a:t>
            </a:r>
            <a:r>
              <a:rPr lang="ko-KR" altLang="en-US" sz="2000" b="1" u="none" dirty="0">
                <a:solidFill>
                  <a:srgbClr val="0070C0"/>
                </a:solidFill>
                <a:latin typeface="+mj-lt"/>
                <a:ea typeface="+mj-ea"/>
              </a:rPr>
              <a:t>롭게 </a:t>
            </a:r>
            <a:r>
              <a:rPr lang="ko-KR" altLang="en-US" sz="2000" b="1" u="none" dirty="0" err="1">
                <a:solidFill>
                  <a:srgbClr val="0070C0"/>
                </a:solidFill>
                <a:latin typeface="+mj-lt"/>
                <a:ea typeface="+mj-ea"/>
              </a:rPr>
              <a:t>어울려요</a:t>
            </a:r>
            <a:endParaRPr lang="en-US" altLang="ko-KR" sz="2000" b="1" u="none" dirty="0">
              <a:solidFill>
                <a:srgbClr val="0070C0"/>
              </a:solidFill>
              <a:latin typeface="+mj-lt"/>
              <a:ea typeface="+mj-ea"/>
            </a:endParaRPr>
          </a:p>
          <a:p>
            <a:pPr algn="ctr"/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(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예시</a:t>
            </a:r>
            <a:r>
              <a:rPr lang="en-US" altLang="ko-KR" sz="1600" b="1" dirty="0">
                <a:solidFill>
                  <a:srgbClr val="0D0D0D"/>
                </a:solidFill>
                <a:latin typeface="+mj-lt"/>
                <a:ea typeface="+mj-ea"/>
              </a:rPr>
              <a:t>: </a:t>
            </a:r>
            <a:r>
              <a:rPr lang="ko-KR" altLang="en-US" sz="1600" b="1" dirty="0">
                <a:solidFill>
                  <a:srgbClr val="0D0D0D"/>
                </a:solidFill>
                <a:latin typeface="+mj-lt"/>
                <a:ea typeface="+mj-ea"/>
              </a:rPr>
              <a:t>부드러운 색과 둥근 형태가 통일감 있게 어우러진 공간</a:t>
            </a:r>
            <a:endParaRPr lang="ko-KR" altLang="en-US" sz="1400" b="1" u="none" dirty="0">
              <a:solidFill>
                <a:srgbClr val="FFFFFF"/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51536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52647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좋은 공간 디자인의 조건은 무엇이었나요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0A784B-04E8-7C48-1F22-7B2AD1BFCD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500" b="6601"/>
          <a:stretch/>
        </p:blipFill>
        <p:spPr>
          <a:xfrm>
            <a:off x="704850" y="2288981"/>
            <a:ext cx="10734675" cy="3692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155704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학교 공간을 디자이너의 눈으로 살펴봅시다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20D954-91D7-A924-485A-EE52AEC0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642" y="2790897"/>
            <a:ext cx="7216711" cy="338075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F69B248-1DA2-0830-8560-4D249201B6E7}"/>
              </a:ext>
            </a:extLst>
          </p:cNvPr>
          <p:cNvSpPr txBox="1"/>
          <p:nvPr/>
        </p:nvSpPr>
        <p:spPr>
          <a:xfrm>
            <a:off x="9666143" y="5939930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5329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931</Words>
  <Application>Microsoft Office PowerPoint</Application>
  <PresentationFormat>와이드스크린</PresentationFormat>
  <Paragraphs>197</Paragraphs>
  <Slides>19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에스코어 드림 8 Heavy</vt:lpstr>
      <vt:lpstr>땅스부대찌개 Bold</vt:lpstr>
      <vt:lpstr>나눔스퀘어 ExtraBold</vt:lpstr>
      <vt:lpstr>에스코어 드림 3 Light</vt:lpstr>
      <vt:lpstr>Noto Sans KR Black</vt:lpstr>
      <vt:lpstr>Arial</vt:lpstr>
      <vt:lpstr>Noto Sans KR Medium</vt:lpstr>
      <vt:lpstr>Office Theme</vt:lpstr>
      <vt:lpstr>PowerPoint 프레젠테이션</vt:lpstr>
      <vt:lpstr>이번 차시의 프로젝트 단계는?</vt:lpstr>
      <vt:lpstr>같은 공간인데 무엇이 달라졌을까?</vt:lpstr>
      <vt:lpstr>PowerPoint 프레젠테이션</vt:lpstr>
      <vt:lpstr>PowerPoint 프레젠테이션</vt:lpstr>
      <vt:lpstr>[활동1] 공간 디자인의 의미 알아보기</vt:lpstr>
      <vt:lpstr>[활동1] 공간 디자인의 의미 알아보기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[활동2] 좋은 공간디자인의 조건 찾아보기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14</cp:revision>
  <dcterms:created xsi:type="dcterms:W3CDTF">2026-07-09T22:35:37Z</dcterms:created>
  <dcterms:modified xsi:type="dcterms:W3CDTF">2026-10-27T16:07:55Z</dcterms:modified>
</cp:coreProperties>
</file>