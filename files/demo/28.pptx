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56" y="11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사진은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무엇을 담을까?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단원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: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같은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세상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,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다른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두 가지로 보이는 신기한 그림이 나옵니다.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무엇이 먼저 보이는지 화이트보드에 표시해 보세요.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2문제가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정답은 하나가 아닐 수도 있어요.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pic>
        <p:nvPicPr>
          <p:cNvPr id="59" name="Picture 58" descr="오리-토끼 반전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000" y="2568706"/>
            <a:ext cx="3500000" cy="2212587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먼저 보인 쪽은?  O 오리  /  X 토끼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n-ea"/>
                <a:ea typeface="+mn-ea"/>
              </a:rPr>
              <a:t>오리도, 토끼도 정답!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무엇이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먼저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보였는지가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다를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뿐이에요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pic>
        <p:nvPicPr>
          <p:cNvPr id="61" name="Picture 60" descr="오리와 토끼로 색칠해 본 반전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6748" y="2270000"/>
            <a:ext cx="2196504" cy="2900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5000000" y="5230000"/>
            <a:ext cx="447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404040"/>
                </a:solidFill>
                <a:latin typeface="+mn-ea"/>
                <a:ea typeface="+mn-ea"/>
              </a:rPr>
              <a:t>노란색은 오리의 부리, 분홍색은 토끼의 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pic>
        <p:nvPicPr>
          <p:cNvPr id="59" name="Picture 58" descr="잔-두 얼굴 반전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500" y="2150000"/>
            <a:ext cx="2745000" cy="30500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먼저 보인 쪽은?  O 잔  /  X 두 얼굴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n-ea"/>
                <a:ea typeface="+mn-ea"/>
              </a:rPr>
              <a:t>잔도, 두 얼굴도 정답!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그림도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사람마다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다르게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볼 수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있어요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pic>
        <p:nvPicPr>
          <p:cNvPr id="61" name="Picture 60" descr="잔과 두 얼굴로 색칠해 본 반전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000" y="2701579"/>
            <a:ext cx="3870000" cy="2036842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5000000" y="5230000"/>
            <a:ext cx="447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404040"/>
                </a:solidFill>
                <a:latin typeface="+mn-ea"/>
                <a:ea typeface="+mn-ea"/>
              </a:rPr>
              <a:t>노란색은 잔, 붉은 바탕은 마주 본 두 얼굴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 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2차시 (오늘)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지난 시간에는 온몸으로 '관찰'했어요. 오늘은 나만의 '관점'을 찾아봐요.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생활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속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사진이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하는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일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알고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두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사진에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담긴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사진가의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마음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짐작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해 봅시다</a:t>
            </a:r>
            <a:r>
              <a:rPr lang="en-US" altLang="ko-KR" sz="2700" b="0" u="none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잔-두 얼굴 그림에서 두 모습이 번갈아 보인 까닭을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대비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404040"/>
                </a:solidFill>
                <a:latin typeface="+mn-ea"/>
                <a:ea typeface="+mn-ea"/>
              </a:rPr>
              <a:t>검은색과 흰색, 밝은 것과 어두운 것처럼 서로 다른 것이 맞서면 서로를 더 또렷하게 보이게 해요. 이것을 대비라고 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7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검은색 ↔ 흰색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9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밝음 ↔ 어두움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2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큼 ↔ 작음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거침 ↔ 매끈함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생각해 보기: 활동 2의 두 화단 사진에서는 무엇과 무엇이 대비될까요?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</a:t>
            </a:r>
            <a:r>
              <a:rPr lang="ko-KR" altLang="en-US" sz="2800" b="1" u="none" dirty="0">
                <a:solidFill>
                  <a:srgbClr val="404040"/>
                </a:solidFill>
                <a:latin typeface="+mj-ea"/>
                <a:ea typeface="+mj-ea"/>
              </a:rPr>
              <a:t>가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는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같은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세상을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나만의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으로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볼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>
                <a:solidFill>
                  <a:srgbClr val="808080"/>
                </a:solidFill>
                <a:latin typeface="+mn-ea"/>
                <a:ea typeface="+mn-ea"/>
              </a:rPr>
              <a:t>1차시  사진가(나)는 온몸의 감각으로 세상을 관찰할 수 있다.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3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25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같은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세상을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나만의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sng" dirty="0" err="1">
                <a:solidFill>
                  <a:srgbClr val="D9534A"/>
                </a:solidFill>
                <a:latin typeface="+mj-ea"/>
                <a:ea typeface="+mj-ea"/>
              </a:rPr>
              <a:t>관점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으로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볼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2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48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48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48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48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48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48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48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‘학교’를 검색하면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수만 장의 사진을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한꺼번에 보여 줘요.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그중 무엇을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나의 한 장으로 고를지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스스로 정해요.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많은 사진 가운데 무엇을 고를지는 내가 정해요.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사진의 일 찾기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영상 속 사진들은 각각 어떤 일을 하고 있을까요?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「우리 학교 사진 산책」 (1분 10초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2차시_영상(같은 세상 다른 눈)">
            <a:hlinkClick r:id="" action="ppaction://media"/>
            <a:extLst>
              <a:ext uri="{FF2B5EF4-FFF2-40B4-BE49-F238E27FC236}">
                <a16:creationId xmlns:a16="http://schemas.microsoft.com/office/drawing/2014/main" id="{2C377C2B-6318-EB86-4EE7-970A29DC247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52200" y="1889758"/>
            <a:ext cx="7857800" cy="442001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14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사진의 일 찾기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영상에 나온 네 장면을 떠올려요.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사진이 하는 네 가지 일을 알아봐요.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기록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있었던 일을 남겨요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알림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소식을 전해요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설득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마음을 움직여요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추억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소중한 순간을 간직해요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화이트보드의 네 칸에 사진을 나누어 놓고, 활동지에 짝지어 적어요.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한 사진이 여러 가지 일을 할 수도 있어요. 그렇게 생각한 까닭을 말해 봐요.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사진의 일 찾기_활동지, 활동 예시</a:t>
            </a:r>
          </a:p>
        </p:txBody>
      </p:sp>
      <p:pic>
        <p:nvPicPr>
          <p:cNvPr id="13" name="Picture 12" descr="2차시 활동지: 사진은 무엇을 담을까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사진의 일 찾기_활동지, 활동 예시</a:t>
            </a:r>
          </a:p>
        </p:txBody>
      </p:sp>
      <p:pic>
        <p:nvPicPr>
          <p:cNvPr id="13" name="Picture 12" descr="2차시 활동 예시 작품: 사진은 무엇을 담을까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비교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사진가의 마음 읽기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1480000"/>
            <a:ext cx="9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1" u="none">
                <a:solidFill>
                  <a:srgbClr val="404040"/>
                </a:solidFill>
                <a:latin typeface="+mn-ea"/>
                <a:ea typeface="+mn-ea"/>
              </a:rPr>
              <a:t>같은 학교 화단인데 두 사진의 느낌이 달라요. 두 사진가는 각각 무엇을 말하고 싶었을까요?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5520000"/>
            <a:ext cx="50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(가)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5520000"/>
            <a:ext cx="50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(나)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733833B-723B-68E5-26D2-9C3FF8DCF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000" y="2305925"/>
            <a:ext cx="4192100" cy="31440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BB08CB1-A9FA-9E94-C061-B5946C819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509" y="2281480"/>
            <a:ext cx="4302291" cy="322671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사진가의 마음 읽기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두 사진에서 무엇이 보이는지 찾아요.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두 사진가는 무엇을 말하고 싶었을지 모둠에서 이야기하고, 활동지에 적어요.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2~3개 모둠이 발표하고, 나머지 모둠은 클래스보드에 한 줄로 올려요.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사진은 있는 그대로가 아니라, 찍는 사람의 관점을 담는다.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404040"/>
                </a:solidFill>
                <a:latin typeface="+mn-ea"/>
                <a:ea typeface="+mn-ea"/>
              </a:rPr>
              <a:t>모둠 활동(4인 1조): 어느 사진이 더 좋은지가 아니라, 무엇을 보여 주려 했는지 찾아요.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나의 한 장면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내가 사진가라면 우리 학교의 어떤 장면을 세상에 보여 주고 싶나요?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보여 주고 싶은 장면과 그 까닭을 한 문장으로 써서 클래스보드에 올려요.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305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예) 아침에 복도 창문으로 들어오는 햇빛을 보여 주고 싶다. 매일 지나치던 복도가 햇빛 때문에 따뜻해 보였기 때문이다.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오늘 올린 글은 6차시 촬영 계획의 재료가 돼요.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대비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서로 다른 것이 맞서 서로를 또렷하게 보이게 하는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같은 화단을 찍은 두 사진에서 사진가가 보여 주고 싶었던 것을 찾았어요.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같은 세상을 나만의 관점으로 볼 수 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사진은 찍는 사람의 (    )을/를 담습니다. 빈칸에 알맞은 말은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질감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관점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대비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사진은 찍는 사람의 (    )을/를 담습니다. 빈칸에 알맞은 말은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② 관점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같은 화단을 찍었는데 두 사진이 서로 다른 까닭으로 가장 알맞은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사진가가 보여 주고 싶은 것이 달라서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② 카메라가 서로 달라서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③ 찍은 사진의 개수가 달라서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같은 화단을 찍었는데 두 사진이 서로 다른 까닭으로 가장 알맞은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① 사진가가 보여 주고 싶은 것이 달라서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교실 화분이 자라는 모습을 날짜별로 찍어 붙인 사진이 하는 일은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알림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설득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기록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교실 화분이 자라는 모습을 날짜별로 찍어 붙인 사진이 하는 일은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기록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날짜별로 자라는 모습을 남겨 두는 것은 기록이에요.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&lt;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눈&gt;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단원의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세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번째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시간으로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'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첫걸음'을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주제로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수업을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진행합니다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편안한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마음으로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열린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자세로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수업에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참여해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주세요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22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만나요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</p:txBody>
      </p:sp>
      <p:pic>
        <p:nvPicPr>
          <p:cNvPr id="99" name="Picture 98" descr="3차시 미리보기: 손가락 액자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0000" y="2328982"/>
            <a:ext cx="2800000" cy="2142036"/>
          </a:xfrm>
          <a:prstGeom prst="rect">
            <a:avLst/>
          </a:prstGeom>
        </p:spPr>
      </p:pic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손가락 액자로 무엇을 담을까?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930</Words>
  <Application>Microsoft Office PowerPoint</Application>
  <PresentationFormat>와이드스크린</PresentationFormat>
  <Paragraphs>199</Paragraphs>
  <Slides>29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6" baseType="lpstr">
      <vt:lpstr>Noto Sans KR Black</vt:lpstr>
      <vt:lpstr>Noto Sans KR Medium</vt:lpstr>
      <vt:lpstr>나눔스퀘어 ExtraBold</vt:lpstr>
      <vt:lpstr>땅스부대찌개 Bold</vt:lpstr>
      <vt:lpstr>에스코어 드림 8 Heavy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일곱 번의 눈, 그 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사진의 일 찾기</vt:lpstr>
      <vt:lpstr>활동 1. 사진의 일 찾기</vt:lpstr>
      <vt:lpstr>활동 1. 사진의 일 찾기_활동지, 활동 예시</vt:lpstr>
      <vt:lpstr>활동 1. 사진의 일 찾기_활동지, 활동 예시</vt:lpstr>
      <vt:lpstr>활동 2. 사진가의 마음 읽기</vt:lpstr>
      <vt:lpstr>활동 2. 사진가의 마음 읽기</vt:lpstr>
      <vt:lpstr>활동 3. 나의 한 장면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기현 노</cp:lastModifiedBy>
  <cp:revision>15</cp:revision>
  <dcterms:created xsi:type="dcterms:W3CDTF">2026-07-09T22:35:37Z</dcterms:created>
  <dcterms:modified xsi:type="dcterms:W3CDTF">2026-09-28T02:41:00Z</dcterms:modified>
</cp:coreProperties>
</file>