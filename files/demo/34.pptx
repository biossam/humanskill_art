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6" r:id="rId2"/>
  </p:sldMasterIdLst>
  <p:notesMasterIdLst>
    <p:notesMasterId r:id="rId13"/>
  </p:notesMasterIdLst>
  <p:sldIdLst>
    <p:sldId id="256" r:id="rId3"/>
    <p:sldId id="265" r:id="rId4"/>
    <p:sldId id="266" r:id="rId5"/>
    <p:sldId id="268" r:id="rId6"/>
    <p:sldId id="273" r:id="rId7"/>
    <p:sldId id="274" r:id="rId8"/>
    <p:sldId id="275" r:id="rId9"/>
    <p:sldId id="276" r:id="rId10"/>
    <p:sldId id="269" r:id="rId11"/>
    <p:sldId id="270" r:id="rId12"/>
  </p:sldIdLst>
  <p:sldSz cx="12192000" cy="6858000"/>
  <p:notesSz cx="6858000" cy="12192000"/>
  <p:embeddedFontLst>
    <p:embeddedFont>
      <p:font typeface="Noto Sans KR Black" panose="020B0200000000000000" pitchFamily="50" charset="-127"/>
      <p:bold r:id="rId14"/>
    </p:embeddedFont>
    <p:embeddedFont>
      <p:font typeface="Noto Sans KR Medium" panose="020B0200000000000000" pitchFamily="50" charset="-127"/>
      <p:regular r:id="rId15"/>
    </p:embeddedFont>
    <p:embeddedFont>
      <p:font typeface="나눔스퀘어 ExtraBold" panose="020B0600000101010101" pitchFamily="50" charset="-127"/>
      <p:bold r:id="rId16"/>
    </p:embeddedFont>
    <p:embeddedFont>
      <p:font typeface="땅스부대찌개 Bold" panose="02020603020101020101" pitchFamily="18" charset="-127"/>
      <p:bold r:id="rId17"/>
    </p:embeddedFont>
    <p:embeddedFont>
      <p:font typeface="에스코어 드림 8 Heavy" panose="020B0903030302020204" pitchFamily="34" charset="-12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9999"/>
    <a:srgbClr val="F6877E"/>
    <a:srgbClr val="FEFEFE"/>
    <a:srgbClr val="073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96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061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2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908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AutoShape 5">
            <a:extLst>
              <a:ext uri="{FF2B5EF4-FFF2-40B4-BE49-F238E27FC236}">
                <a16:creationId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35834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173641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34</a:t>
            </a:r>
            <a:r>
              <a:rPr lang="ko-KR" altLang="en-US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4C644F5B-8D45-7397-5143-5EFF19267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870" y="3294769"/>
            <a:ext cx="8902146" cy="77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색이 주는 느낌 알아보기</a:t>
            </a:r>
            <a:endParaRPr lang="en-US" altLang="ko-KR" sz="4403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994667" y="2948807"/>
            <a:ext cx="7155613" cy="1708160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             )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이 주는 느낌을 알고 </a:t>
            </a:r>
            <a:endParaRPr lang="en-US" altLang="ko-KR" sz="27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endParaRPr lang="en-US" altLang="ko-KR" sz="27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우리 주변에서 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                                  )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의 색을 찾을 수 있다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7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색이 주는 느낌 알아보기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35" name="그룹 34"/>
          <p:cNvGrpSpPr/>
          <p:nvPr/>
        </p:nvGrpSpPr>
        <p:grpSpPr>
          <a:xfrm>
            <a:off x="643903" y="1422855"/>
            <a:ext cx="2192988" cy="379656"/>
            <a:chOff x="882305" y="1470196"/>
            <a:chExt cx="1644741" cy="284742"/>
          </a:xfrm>
        </p:grpSpPr>
        <p:grpSp>
          <p:nvGrpSpPr>
            <p:cNvPr id="36" name="그룹 35"/>
            <p:cNvGrpSpPr/>
            <p:nvPr/>
          </p:nvGrpSpPr>
          <p:grpSpPr>
            <a:xfrm>
              <a:off x="882305" y="1487959"/>
              <a:ext cx="255983" cy="253916"/>
              <a:chOff x="853872" y="1465626"/>
              <a:chExt cx="318648" cy="316075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893858" y="1465626"/>
                <a:ext cx="278662" cy="316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1139406" y="1470196"/>
              <a:ext cx="138764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10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색상환이란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" name="Rectangle 14">
            <a:extLst>
              <a:ext uri="{FF2B5EF4-FFF2-40B4-BE49-F238E27FC236}">
                <a16:creationId xmlns:a16="http://schemas.microsoft.com/office/drawing/2014/main" id="{1D4359AE-DFDE-6D8F-D2A7-06239DC49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166" y="3011679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여러 가지 색 중에서 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b="1" dirty="0">
                <a:solidFill>
                  <a:srgbClr val="F6877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가장 기본이 되는 </a:t>
            </a:r>
            <a:r>
              <a:rPr lang="ko-KR" altLang="en-US" sz="2800" b="1" dirty="0">
                <a:solidFill>
                  <a:srgbClr val="07329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열 가지 색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 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동그랗게 배열해 놓은 것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1C6380-ED4B-D0C2-9910-568D3B04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5" t="8142" r="8946" b="12440"/>
          <a:stretch/>
        </p:blipFill>
        <p:spPr>
          <a:xfrm>
            <a:off x="798748" y="2022133"/>
            <a:ext cx="4365524" cy="4383197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EA5CC574-CC06-D6D9-EA3E-026DF14B6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4" y="286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723CCC4-9B7C-BBEA-BF46-519E95E24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92" y="30949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5213D8E-0294-1087-9B1E-ECD59BBE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7" y="371866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3DD4A4E-863A-70CC-9939-851DC6168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6" y="4363662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3D5E574-0026-0E81-1E73-DA48D712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983" y="487995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AC803-D5B1-5C62-8B9C-C363CAF0A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3" y="511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081822DA-898E-8B46-7044-DE0057B4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19" y="4944055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33A7C503-0FB8-7D28-091F-7BB45C5A7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4380949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E46ECBC7-E6BE-7F4C-DB54-92ECB4BC6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367219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6EF4E160-B9B7-464E-D50E-37FAF9420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003" y="309969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색이 주는 느낌 알아보기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B5E2357-40D2-8C3A-E2F0-20B71089E6C8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5" name="모서리가 둥근 직사각형 41">
              <a:extLst>
                <a:ext uri="{FF2B5EF4-FFF2-40B4-BE49-F238E27FC236}">
                  <a16:creationId xmlns:a16="http://schemas.microsoft.com/office/drawing/2014/main" id="{B5CD1855-E762-360A-66D2-BD6E074052A6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C7A525-71D5-27FC-79F2-D60EDEE080DA}"/>
              </a:ext>
            </a:extLst>
          </p:cNvPr>
          <p:cNvSpPr txBox="1"/>
          <p:nvPr/>
        </p:nvSpPr>
        <p:spPr>
          <a:xfrm>
            <a:off x="986705" y="1422855"/>
            <a:ext cx="606608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화이트보드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]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기능을 활용하여 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10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색상환을 채워 봅시다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9F7ABBE-BEA5-ABCA-A218-1A064AD89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51" y="2100951"/>
            <a:ext cx="3516315" cy="333419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CF57B8E-0DEE-7D4F-8640-CDD71E80C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557" y="1744213"/>
            <a:ext cx="5039579" cy="4719591"/>
          </a:xfrm>
          <a:prstGeom prst="rect">
            <a:avLst/>
          </a:prstGeom>
        </p:spPr>
      </p:pic>
      <p:sp>
        <p:nvSpPr>
          <p:cNvPr id="18" name="Rectangle 14">
            <a:extLst>
              <a:ext uri="{FF2B5EF4-FFF2-40B4-BE49-F238E27FC236}">
                <a16:creationId xmlns:a16="http://schemas.microsoft.com/office/drawing/2014/main" id="{27303591-D85B-5A0F-1678-9D9565AF7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420" y="2528067"/>
            <a:ext cx="3147866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latinLnBrk="0" hangingPunct="1">
              <a:spcBef>
                <a:spcPts val="1600"/>
              </a:spcBef>
            </a:pPr>
            <a:r>
              <a:rPr lang="ko-KR" altLang="en-US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〮유의점</a:t>
            </a:r>
            <a:endParaRPr lang="en-US" altLang="ko-KR" sz="2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600"/>
              </a:spcBef>
            </a:pPr>
            <a:r>
              <a:rPr lang="ko-KR" altLang="en-US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    스포이트 기능은 활용하지 않고</a:t>
            </a:r>
            <a:r>
              <a:rPr lang="en-US" altLang="ko-KR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스스로 팔레트에서 색을 찾아 봅시다</a:t>
            </a:r>
            <a:r>
              <a:rPr lang="en-US" altLang="ko-KR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239CD72-E012-DF01-40B9-5A8ADB794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420" y="3011678"/>
            <a:ext cx="404065" cy="47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색이 주는 느낌 알아보기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5F18C2-2DAB-D329-CE07-781CBFCAF47D}"/>
              </a:ext>
            </a:extLst>
          </p:cNvPr>
          <p:cNvGrpSpPr/>
          <p:nvPr/>
        </p:nvGrpSpPr>
        <p:grpSpPr>
          <a:xfrm>
            <a:off x="686732" y="1422855"/>
            <a:ext cx="8522095" cy="379656"/>
            <a:chOff x="914427" y="1470196"/>
            <a:chExt cx="6391566" cy="2847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914427" y="1487959"/>
              <a:ext cx="2238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1139406" y="1470196"/>
              <a:ext cx="616658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10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색상환을 채워 보면서 각각의 색이 주는 느낌은 </a:t>
              </a:r>
              <a:r>
                <a:rPr lang="ko-KR" altLang="en-US" sz="1867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어떠한지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이야기해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</a:p>
          </p:txBody>
        </p:sp>
      </p:grpSp>
      <p:sp>
        <p:nvSpPr>
          <p:cNvPr id="18" name="Rectangle 14">
            <a:extLst>
              <a:ext uri="{FF2B5EF4-FFF2-40B4-BE49-F238E27FC236}">
                <a16:creationId xmlns:a16="http://schemas.microsoft.com/office/drawing/2014/main" id="{27303591-D85B-5A0F-1678-9D9565AF7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908" y="2115983"/>
            <a:ext cx="100122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latinLnBrk="0" hangingPunct="1">
              <a:spcBef>
                <a:spcPts val="1600"/>
              </a:spcBef>
            </a:pPr>
            <a:r>
              <a:rPr lang="ko-KR" altLang="en-US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〮예</a:t>
            </a:r>
            <a:r>
              <a:rPr lang="en-US" altLang="ko-KR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 </a:t>
            </a:r>
            <a:r>
              <a:rPr lang="ko-KR" altLang="en-US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빨간색은 따뜻한 느낌이 들어요</a:t>
            </a:r>
            <a:r>
              <a:rPr lang="en-US" altLang="ko-KR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 </a:t>
            </a:r>
          </a:p>
          <a:p>
            <a:pPr eaLnBrk="1" latinLnBrk="0" hangingPunct="1">
              <a:spcBef>
                <a:spcPts val="1600"/>
              </a:spcBef>
            </a:pPr>
            <a:r>
              <a:rPr lang="en-US" altLang="ko-KR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     </a:t>
            </a:r>
            <a:r>
              <a:rPr lang="ko-KR" altLang="en-US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초록색은 여름이 생각 나요</a:t>
            </a:r>
            <a:r>
              <a:rPr lang="en-US" altLang="ko-KR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E1C425-D429-6D6D-F6B5-CB2E420AD99C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15" name="모서리가 둥근 직사각형 41">
              <a:extLst>
                <a:ext uri="{FF2B5EF4-FFF2-40B4-BE49-F238E27FC236}">
                  <a16:creationId xmlns:a16="http://schemas.microsoft.com/office/drawing/2014/main" id="{397B7C0B-AF8A-2A09-1C27-F89FBDECB02D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D5CEBD-B114-DC0D-7AD0-8C988EEE8157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20" name="사각형: 잘린 대각선 방향 모서리 19">
            <a:extLst>
              <a:ext uri="{FF2B5EF4-FFF2-40B4-BE49-F238E27FC236}">
                <a16:creationId xmlns:a16="http://schemas.microsoft.com/office/drawing/2014/main" id="{8913C65D-387E-A0D7-FE55-FDBC5FD3BC5E}"/>
              </a:ext>
            </a:extLst>
          </p:cNvPr>
          <p:cNvSpPr/>
          <p:nvPr/>
        </p:nvSpPr>
        <p:spPr>
          <a:xfrm>
            <a:off x="1089880" y="3553822"/>
            <a:ext cx="10169267" cy="1665304"/>
          </a:xfrm>
          <a:prstGeom prst="snip2Diag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5972C2C-1DC5-77DF-7276-66D6AF51B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908" y="3696396"/>
            <a:ext cx="100122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〮나의 생각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6298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chemeClr val="accent1">
                    <a:alpha val="99000"/>
                  </a:schemeClr>
                </a:solidFill>
                <a:latin typeface="+mj-lt"/>
                <a:ea typeface="+mj-ea"/>
              </a:rPr>
              <a:t>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견하기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 나만의 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10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색상환 사진첩 만들기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5F18C2-2DAB-D329-CE07-781CBFCAF47D}"/>
              </a:ext>
            </a:extLst>
          </p:cNvPr>
          <p:cNvGrpSpPr/>
          <p:nvPr/>
        </p:nvGrpSpPr>
        <p:grpSpPr>
          <a:xfrm>
            <a:off x="686733" y="1422855"/>
            <a:ext cx="8381030" cy="379656"/>
            <a:chOff x="914427" y="1470196"/>
            <a:chExt cx="6285764" cy="2847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914427" y="1487959"/>
              <a:ext cx="2238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1139406" y="1470196"/>
              <a:ext cx="606078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학교의 곳곳을 돌아다니며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10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색상환에 해당하는 색을 찾아 사진을 찍습니다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E1C425-D429-6D6D-F6B5-CB2E420AD99C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15" name="모서리가 둥근 직사각형 41">
              <a:extLst>
                <a:ext uri="{FF2B5EF4-FFF2-40B4-BE49-F238E27FC236}">
                  <a16:creationId xmlns:a16="http://schemas.microsoft.com/office/drawing/2014/main" id="{397B7C0B-AF8A-2A09-1C27-F89FBDECB02D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D5CEBD-B114-DC0D-7AD0-8C988EEE8157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EC02F81-6C5B-059D-6091-53BB84192DD4}"/>
              </a:ext>
            </a:extLst>
          </p:cNvPr>
          <p:cNvSpPr txBox="1"/>
          <p:nvPr/>
        </p:nvSpPr>
        <p:spPr>
          <a:xfrm>
            <a:off x="986705" y="2178658"/>
            <a:ext cx="7471917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10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색상환 사진첩 도안에 사진을 넣어 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10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색상환 사진첩을 완성합니다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06A28F4-C978-0A90-6A9F-9898E56A5DFF}"/>
              </a:ext>
            </a:extLst>
          </p:cNvPr>
          <p:cNvGrpSpPr/>
          <p:nvPr/>
        </p:nvGrpSpPr>
        <p:grpSpPr>
          <a:xfrm>
            <a:off x="645394" y="2178658"/>
            <a:ext cx="341311" cy="338554"/>
            <a:chOff x="853872" y="1465627"/>
            <a:chExt cx="318649" cy="316074"/>
          </a:xfrm>
        </p:grpSpPr>
        <p:sp>
          <p:nvSpPr>
            <p:cNvPr id="17" name="모서리가 둥근 직사각형 41">
              <a:extLst>
                <a:ext uri="{FF2B5EF4-FFF2-40B4-BE49-F238E27FC236}">
                  <a16:creationId xmlns:a16="http://schemas.microsoft.com/office/drawing/2014/main" id="{7A522F81-DD4C-7A30-1182-3F5D413C058C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34F061-4E11-11EC-210C-6383F0B19721}"/>
                </a:ext>
              </a:extLst>
            </p:cNvPr>
            <p:cNvSpPr txBox="1"/>
            <p:nvPr/>
          </p:nvSpPr>
          <p:spPr>
            <a:xfrm>
              <a:off x="877397" y="1465627"/>
              <a:ext cx="295124" cy="3160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2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21" name="Rectangle 9">
            <a:extLst>
              <a:ext uri="{FF2B5EF4-FFF2-40B4-BE49-F238E27FC236}">
                <a16:creationId xmlns:a16="http://schemas.microsoft.com/office/drawing/2014/main" id="{B299258A-919C-9B5C-B1A1-33DA4C449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532" y="2921992"/>
            <a:ext cx="8490296" cy="2006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latinLnBrk="0" hangingPunct="1">
              <a:spcBef>
                <a:spcPts val="1400"/>
              </a:spcBef>
              <a:buClr>
                <a:srgbClr val="2C2C2A"/>
              </a:buClr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</a:t>
            </a: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준비물:</a:t>
            </a:r>
            <a:endParaRPr lang="en-US" altLang="ko-KR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  <a:buClr>
                <a:srgbClr val="2C2C2A"/>
              </a:buClr>
            </a:pP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□ 태블릿</a:t>
            </a:r>
            <a:endParaRPr lang="en-US" altLang="ko-KR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  <a:buClr>
                <a:srgbClr val="2C2C2A"/>
              </a:buClr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</a:t>
            </a: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유의점</a:t>
            </a:r>
            <a:r>
              <a:rPr lang="en-US" altLang="ko-KR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 게시물 평가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23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chemeClr val="accent1">
                    <a:alpha val="99000"/>
                  </a:schemeClr>
                </a:solidFill>
                <a:latin typeface="+mj-lt"/>
                <a:ea typeface="+mj-ea"/>
              </a:rPr>
              <a:t>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견하기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 나만의 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10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색상환 사진첩 만들기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B5A6B8-B9DA-4287-B95C-6F092C62D22F}"/>
              </a:ext>
            </a:extLst>
          </p:cNvPr>
          <p:cNvSpPr/>
          <p:nvPr/>
        </p:nvSpPr>
        <p:spPr>
          <a:xfrm>
            <a:off x="4757296" y="1325919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1BA5F8-C54E-9057-0C13-BF2795F247E1}"/>
              </a:ext>
            </a:extLst>
          </p:cNvPr>
          <p:cNvSpPr/>
          <p:nvPr/>
        </p:nvSpPr>
        <p:spPr>
          <a:xfrm>
            <a:off x="4757296" y="5015549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56EE84-442F-7594-1327-389CB0F2D91D}"/>
              </a:ext>
            </a:extLst>
          </p:cNvPr>
          <p:cNvSpPr/>
          <p:nvPr/>
        </p:nvSpPr>
        <p:spPr>
          <a:xfrm>
            <a:off x="7370115" y="2528596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58C924-92A8-CCE8-E156-A6A5D18B1491}"/>
              </a:ext>
            </a:extLst>
          </p:cNvPr>
          <p:cNvSpPr/>
          <p:nvPr/>
        </p:nvSpPr>
        <p:spPr>
          <a:xfrm>
            <a:off x="6067351" y="1742278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DEE8DB-A396-CCFB-93F8-C5313388C2C9}"/>
              </a:ext>
            </a:extLst>
          </p:cNvPr>
          <p:cNvSpPr/>
          <p:nvPr/>
        </p:nvSpPr>
        <p:spPr>
          <a:xfrm>
            <a:off x="7377406" y="3989544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54A9AC-56E9-2D87-26EB-D8868FA022F0}"/>
              </a:ext>
            </a:extLst>
          </p:cNvPr>
          <p:cNvSpPr/>
          <p:nvPr/>
        </p:nvSpPr>
        <p:spPr>
          <a:xfrm>
            <a:off x="6067351" y="4625828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E5C91E-6332-16B1-147D-F09F014C7F25}"/>
              </a:ext>
            </a:extLst>
          </p:cNvPr>
          <p:cNvSpPr/>
          <p:nvPr/>
        </p:nvSpPr>
        <p:spPr>
          <a:xfrm>
            <a:off x="3447241" y="1696749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B01D59-7A5C-FA50-0EAC-28225CE77FDB}"/>
              </a:ext>
            </a:extLst>
          </p:cNvPr>
          <p:cNvSpPr/>
          <p:nvPr/>
        </p:nvSpPr>
        <p:spPr>
          <a:xfrm>
            <a:off x="2137186" y="2528595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3EB55F-4E65-31A1-F916-1DA0D9BB59DF}"/>
              </a:ext>
            </a:extLst>
          </p:cNvPr>
          <p:cNvSpPr/>
          <p:nvPr/>
        </p:nvSpPr>
        <p:spPr>
          <a:xfrm>
            <a:off x="2137185" y="3989543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81DC7A5-EAA2-D975-AB36-FFEE15E01835}"/>
              </a:ext>
            </a:extLst>
          </p:cNvPr>
          <p:cNvSpPr/>
          <p:nvPr/>
        </p:nvSpPr>
        <p:spPr>
          <a:xfrm>
            <a:off x="3447241" y="4625828"/>
            <a:ext cx="1231641" cy="120267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10BD9601-0050-506B-03FF-1CCE1358B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6439" y="2570208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5CC0BD19-5F5D-2DEF-29BC-1E274317F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6495" y="297124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29C9BDE6-38F1-63E7-7ED3-B8C97D075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550" y="3783687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87E0E7AB-BBC1-4111-F7E0-DC03C948F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874" y="522021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7CBC84CE-D089-4499-D10A-3A72C7D2D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395" y="589010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F4B45678-622F-6F68-BF22-1F467B1B4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7690" y="6243138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Rectangle 14">
            <a:extLst>
              <a:ext uri="{FF2B5EF4-FFF2-40B4-BE49-F238E27FC236}">
                <a16:creationId xmlns:a16="http://schemas.microsoft.com/office/drawing/2014/main" id="{341B124F-E275-2A8A-47A0-45861837C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487" y="584411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Rectangle 14">
            <a:extLst>
              <a:ext uri="{FF2B5EF4-FFF2-40B4-BE49-F238E27FC236}">
                <a16:creationId xmlns:a16="http://schemas.microsoft.com/office/drawing/2014/main" id="{15A0B5E5-310A-7237-1649-4C2FDBB98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4783" y="5227167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Rectangle 14">
            <a:extLst>
              <a:ext uri="{FF2B5EF4-FFF2-40B4-BE49-F238E27FC236}">
                <a16:creationId xmlns:a16="http://schemas.microsoft.com/office/drawing/2014/main" id="{0E786D19-6D48-572A-78F3-2817629EE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329" y="3783687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8D214F61-C8DE-EBFD-5DCE-0C478ACA3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488" y="2958191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5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chemeClr val="accent1">
                    <a:alpha val="99000"/>
                  </a:schemeClr>
                </a:solidFill>
                <a:latin typeface="+mj-lt"/>
                <a:ea typeface="+mj-ea"/>
              </a:rPr>
              <a:t>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견하기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 나만의 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10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색상환 사진첩 만들기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5F18C2-2DAB-D329-CE07-781CBFCAF47D}"/>
              </a:ext>
            </a:extLst>
          </p:cNvPr>
          <p:cNvGrpSpPr/>
          <p:nvPr/>
        </p:nvGrpSpPr>
        <p:grpSpPr>
          <a:xfrm>
            <a:off x="686733" y="1422855"/>
            <a:ext cx="9398938" cy="379656"/>
            <a:chOff x="914427" y="1470196"/>
            <a:chExt cx="7049196" cy="2847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914427" y="1487959"/>
              <a:ext cx="2238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1139406" y="1470196"/>
              <a:ext cx="682421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모둠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/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발표 수업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기능을 활용하여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10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색상환 사진첩을 발표하고 이야기 나누어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E1C425-D429-6D6D-F6B5-CB2E420AD99C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15" name="모서리가 둥근 직사각형 41">
              <a:extLst>
                <a:ext uri="{FF2B5EF4-FFF2-40B4-BE49-F238E27FC236}">
                  <a16:creationId xmlns:a16="http://schemas.microsoft.com/office/drawing/2014/main" id="{397B7C0B-AF8A-2A09-1C27-F89FBDECB02D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D5CEBD-B114-DC0D-7AD0-8C988EEE8157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3" name="사각형: 잘린 대각선 방향 모서리 2">
            <a:extLst>
              <a:ext uri="{FF2B5EF4-FFF2-40B4-BE49-F238E27FC236}">
                <a16:creationId xmlns:a16="http://schemas.microsoft.com/office/drawing/2014/main" id="{310A445C-7857-2C46-6B59-3929745DBE66}"/>
              </a:ext>
            </a:extLst>
          </p:cNvPr>
          <p:cNvSpPr/>
          <p:nvPr/>
        </p:nvSpPr>
        <p:spPr>
          <a:xfrm>
            <a:off x="1089881" y="2827416"/>
            <a:ext cx="10169267" cy="1665304"/>
          </a:xfrm>
          <a:prstGeom prst="snip2Diag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F7F8977F-7CA8-1929-4FAD-FF3D4A78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94" y="3429000"/>
            <a:ext cx="100122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나와 친구들은 어떤 대상으로 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색상환 사진첩을 채워 나갔나요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96677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83C79BC-9644-B814-24DC-B572CAABB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7" y="1997075"/>
            <a:ext cx="10030893" cy="375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10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색상환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여러 가지 색 중에서 가장 기본이 되는 열 가지 색을 동그랗게 배열해 놓은 것</a:t>
            </a:r>
            <a:endParaRPr lang="en-US" altLang="ko-KR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sym typeface="Wingdings" panose="05000000000000000000" pitchFamily="2" charset="2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       →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빨강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주황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노랑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연두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초록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청록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파랑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남색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보라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자주</a:t>
            </a:r>
            <a:endParaRPr lang="ko-KR" altLang="en-US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 색이 주는 느낌은 어떤 게 있나요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?</a:t>
            </a:r>
            <a:endParaRPr lang="ko-KR" altLang="en-US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sym typeface="Wingdings" panose="05000000000000000000" pitchFamily="2" charset="2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□ 다음 시간 예고: 비슷한 색으로 표현하기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lnDef>
  </a:objectDefaults>
  <a:extraClrSchemeLst>
    <a:extraClrScheme>
      <a:clrScheme name="내용 4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298</Words>
  <Application>Microsoft Office PowerPoint</Application>
  <PresentationFormat>와이드스크린</PresentationFormat>
  <Paragraphs>86</Paragraphs>
  <Slides>10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에스코어 드림 8 Heavy</vt:lpstr>
      <vt:lpstr>나눔스퀘어 ExtraBold</vt:lpstr>
      <vt:lpstr>땅스부대찌개 Bold</vt:lpstr>
      <vt:lpstr>Noto Sans KR Black</vt:lpstr>
      <vt:lpstr>Wingdings</vt:lpstr>
      <vt:lpstr>굴림</vt:lpstr>
      <vt:lpstr>Arial</vt:lpstr>
      <vt:lpstr>Noto Sans KR Medium</vt:lpstr>
      <vt:lpstr>Calibri</vt:lpstr>
      <vt:lpstr>Office Theme</vt:lpstr>
      <vt:lpstr>내용 4개</vt:lpstr>
      <vt:lpstr>PowerPoint 프레젠테이션</vt:lpstr>
      <vt:lpstr>PowerPoint 프레젠테이션</vt:lpstr>
      <vt:lpstr>탐색하기 — 색이 주는 느낌 알아보기</vt:lpstr>
      <vt:lpstr>탐색하기 — 색이 주는 느낌 알아보기</vt:lpstr>
      <vt:lpstr>탐색하기 — 색이 주는 느낌 알아보기</vt:lpstr>
      <vt:lpstr>발견하기 — 나만의 10 색상환 사진첩 만들기</vt:lpstr>
      <vt:lpstr>발견하기 — 나만의 10 색상환 사진첩 만들기</vt:lpstr>
      <vt:lpstr>발견하기 — 나만의 10 색상환 사진첩 만들기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22</cp:revision>
  <dcterms:created xsi:type="dcterms:W3CDTF">2026-07-09T22:35:37Z</dcterms:created>
  <dcterms:modified xsi:type="dcterms:W3CDTF">2026-10-27T16:14:40Z</dcterms:modified>
</cp:coreProperties>
</file>