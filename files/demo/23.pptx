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4" r:id="rId2"/>
    <p:sldId id="283" r:id="rId3"/>
    <p:sldId id="300" r:id="rId4"/>
    <p:sldId id="315" r:id="rId5"/>
    <p:sldId id="265" r:id="rId6"/>
    <p:sldId id="272" r:id="rId7"/>
    <p:sldId id="318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14" r:id="rId18"/>
    <p:sldId id="294" r:id="rId19"/>
    <p:sldId id="27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D9534A"/>
    <a:srgbClr val="DD655D"/>
    <a:srgbClr val="F6877E"/>
    <a:srgbClr val="828282"/>
    <a:srgbClr val="DD675F"/>
    <a:srgbClr val="818181"/>
    <a:srgbClr val="DD635B"/>
    <a:srgbClr val="808080"/>
    <a:srgbClr val="FAE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7FFA4-718A-4CE0-AF78-52E7B20E8B37}" v="221" dt="2026-10-24T07:41:10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은찬" userId="7171d596-a1e6-43c2-b263-57fdfdab9399" providerId="ADAL" clId="{3EE1A3CD-2F3E-41BB-8158-01638FE5645A}"/>
    <pc:docChg chg="delSld">
      <pc:chgData name="이 은찬" userId="7171d596-a1e6-43c2-b263-57fdfdab9399" providerId="ADAL" clId="{3EE1A3CD-2F3E-41BB-8158-01638FE5645A}" dt="2026-10-03T06:37:39.342" v="0" actId="47"/>
      <pc:docMkLst>
        <pc:docMk/>
      </pc:docMkLst>
      <pc:sldChg chg="del">
        <pc:chgData name="이 은찬" userId="7171d596-a1e6-43c2-b263-57fdfdab9399" providerId="ADAL" clId="{3EE1A3CD-2F3E-41BB-8158-01638FE5645A}" dt="2026-10-03T06:37:39.342" v="0" actId="47"/>
        <pc:sldMkLst>
          <pc:docMk/>
          <pc:sldMk cId="265708773" sldId="285"/>
        </pc:sldMkLst>
      </pc:sldChg>
    </pc:docChg>
  </pc:docChgLst>
  <pc:docChgLst>
    <pc:chgData name="이 은찬" userId="7171d596-a1e6-43c2-b263-57fdfdab9399" providerId="ADAL" clId="{7241B469-6F7B-4CDE-BA0B-9A3409BB4834}"/>
    <pc:docChg chg="undo redo custSel addSld delSld modSld sldOrd">
      <pc:chgData name="이 은찬" userId="7171d596-a1e6-43c2-b263-57fdfdab9399" providerId="ADAL" clId="{7241B469-6F7B-4CDE-BA0B-9A3409BB4834}" dt="2026-10-03T09:15:58.179" v="5361" actId="47"/>
      <pc:docMkLst>
        <pc:docMk/>
      </pc:docMkLst>
      <pc:sldChg chg="modSp mod">
        <pc:chgData name="이 은찬" userId="7171d596-a1e6-43c2-b263-57fdfdab9399" providerId="ADAL" clId="{7241B469-6F7B-4CDE-BA0B-9A3409BB4834}" dt="2026-10-03T07:00:36.186" v="11"/>
        <pc:sldMkLst>
          <pc:docMk/>
          <pc:sldMk cId="2746174679" sldId="264"/>
        </pc:sldMkLst>
        <pc:spChg chg="mod">
          <ac:chgData name="이 은찬" userId="7171d596-a1e6-43c2-b263-57fdfdab9399" providerId="ADAL" clId="{7241B469-6F7B-4CDE-BA0B-9A3409BB4834}" dt="2026-10-03T07:00:36.186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7241B469-6F7B-4CDE-BA0B-9A3409BB4834}" dt="2026-10-03T07:00:07.924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7241B469-6F7B-4CDE-BA0B-9A3409BB4834}" dt="2026-10-03T07:00:21.198" v="8" actId="20577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7241B469-6F7B-4CDE-BA0B-9A3409BB4834}" dt="2026-10-03T07:28:49.824" v="1945" actId="404"/>
        <pc:sldMkLst>
          <pc:docMk/>
          <pc:sldMk cId="1828356913" sldId="265"/>
        </pc:sldMkLst>
        <pc:spChg chg="mod">
          <ac:chgData name="이 은찬" userId="7171d596-a1e6-43c2-b263-57fdfdab9399" providerId="ADAL" clId="{7241B469-6F7B-4CDE-BA0B-9A3409BB4834}" dt="2026-10-03T07:28:49.824" v="1945" actId="40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09:47.561" v="5179" actId="20577"/>
        <pc:sldMkLst>
          <pc:docMk/>
          <pc:sldMk cId="4246831794" sldId="266"/>
        </pc:sldMkLst>
        <pc:spChg chg="mod">
          <ac:chgData name="이 은찬" userId="7171d596-a1e6-43c2-b263-57fdfdab9399" providerId="ADAL" clId="{7241B469-6F7B-4CDE-BA0B-9A3409BB4834}" dt="2026-10-03T07:06:58.297" v="75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9:09:47.561" v="5179" actId="20577"/>
          <ac:spMkLst>
            <pc:docMk/>
            <pc:sldMk cId="4246831794" sldId="266"/>
            <ac:spMk id="4" creationId="{478E83B3-0D1F-8C33-185D-0525C56788A8}"/>
          </ac:spMkLst>
        </pc:spChg>
        <pc:spChg chg="del">
          <ac:chgData name="이 은찬" userId="7171d596-a1e6-43c2-b263-57fdfdab9399" providerId="ADAL" clId="{7241B469-6F7B-4CDE-BA0B-9A3409BB4834}" dt="2026-10-03T07:17:35.813" v="1564" actId="478"/>
          <ac:spMkLst>
            <pc:docMk/>
            <pc:sldMk cId="4246831794" sldId="266"/>
            <ac:spMk id="10" creationId="{694512E4-038C-FE6D-478A-6D746473F87C}"/>
          </ac:spMkLst>
        </pc:spChg>
        <pc:spChg chg="mod">
          <ac:chgData name="이 은찬" userId="7171d596-a1e6-43c2-b263-57fdfdab9399" providerId="ADAL" clId="{7241B469-6F7B-4CDE-BA0B-9A3409BB4834}" dt="2026-10-03T07:20:54.281" v="1667" actId="1036"/>
          <ac:spMkLst>
            <pc:docMk/>
            <pc:sldMk cId="4246831794" sldId="266"/>
            <ac:spMk id="11" creationId="{633A60DF-EA79-DF55-16FD-AB2777B25155}"/>
          </ac:spMkLst>
        </pc:spChg>
        <pc:spChg chg="del">
          <ac:chgData name="이 은찬" userId="7171d596-a1e6-43c2-b263-57fdfdab9399" providerId="ADAL" clId="{7241B469-6F7B-4CDE-BA0B-9A3409BB4834}" dt="2026-10-03T07:08:12.423" v="221" actId="478"/>
          <ac:spMkLst>
            <pc:docMk/>
            <pc:sldMk cId="4246831794" sldId="266"/>
            <ac:spMk id="12" creationId="{46F7658C-5ACD-DB48-86C2-E2D6DBC41B78}"/>
          </ac:spMkLst>
        </pc:spChg>
        <pc:spChg chg="del">
          <ac:chgData name="이 은찬" userId="7171d596-a1e6-43c2-b263-57fdfdab9399" providerId="ADAL" clId="{7241B469-6F7B-4CDE-BA0B-9A3409BB4834}" dt="2026-10-03T07:08:15.456" v="223" actId="478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7241B469-6F7B-4CDE-BA0B-9A3409BB4834}" dt="2026-10-03T07:22:37.523" v="1680"/>
          <ac:spMkLst>
            <pc:docMk/>
            <pc:sldMk cId="4246831794" sldId="266"/>
            <ac:spMk id="14" creationId="{D8E5F600-0999-9422-1C3C-8299F3CA9C9E}"/>
          </ac:spMkLst>
        </pc:spChg>
        <pc:spChg chg="mod">
          <ac:chgData name="이 은찬" userId="7171d596-a1e6-43c2-b263-57fdfdab9399" providerId="ADAL" clId="{7241B469-6F7B-4CDE-BA0B-9A3409BB4834}" dt="2026-10-03T07:22:30.299" v="1678"/>
          <ac:spMkLst>
            <pc:docMk/>
            <pc:sldMk cId="4246831794" sldId="266"/>
            <ac:spMk id="15" creationId="{802D531F-43CC-7F30-8933-8AAB320D51A2}"/>
          </ac:spMkLst>
        </pc:spChg>
        <pc:spChg chg="mod">
          <ac:chgData name="이 은찬" userId="7171d596-a1e6-43c2-b263-57fdfdab9399" providerId="ADAL" clId="{7241B469-6F7B-4CDE-BA0B-9A3409BB4834}" dt="2026-10-03T07:22:44.511" v="1684" actId="20577"/>
          <ac:spMkLst>
            <pc:docMk/>
            <pc:sldMk cId="4246831794" sldId="266"/>
            <ac:spMk id="16" creationId="{0B5149CE-8166-C52B-D92D-BCEAFFE97638}"/>
          </ac:spMkLst>
        </pc:spChg>
        <pc:spChg chg="del mod topLvl">
          <ac:chgData name="이 은찬" userId="7171d596-a1e6-43c2-b263-57fdfdab9399" providerId="ADAL" clId="{7241B469-6F7B-4CDE-BA0B-9A3409BB4834}" dt="2026-10-03T07:22:40.485" v="1681" actId="478"/>
          <ac:spMkLst>
            <pc:docMk/>
            <pc:sldMk cId="4246831794" sldId="266"/>
            <ac:spMk id="41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5" creationId="{19DEC6DB-55AF-F13D-AB47-7ACAA1371AFE}"/>
          </ac:grpSpMkLst>
        </pc:grpChg>
        <pc:grpChg chg="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7" creationId="{5A9F6678-988E-B4AE-864D-F4CFE5D8592F}"/>
          </ac:grpSpMkLst>
        </pc:grpChg>
        <pc:grpChg chg="del mod">
          <ac:chgData name="이 은찬" userId="7171d596-a1e6-43c2-b263-57fdfdab9399" providerId="ADAL" clId="{7241B469-6F7B-4CDE-BA0B-9A3409BB4834}" dt="2026-10-03T07:22:40.485" v="1681" actId="478"/>
          <ac:grpSpMkLst>
            <pc:docMk/>
            <pc:sldMk cId="4246831794" sldId="266"/>
            <ac:grpSpMk id="35" creationId="{00000000-0000-0000-0000-000000000000}"/>
          </ac:grpSpMkLst>
        </pc:grpChg>
        <pc:grpChg chg="del topLvl">
          <ac:chgData name="이 은찬" userId="7171d596-a1e6-43c2-b263-57fdfdab9399" providerId="ADAL" clId="{7241B469-6F7B-4CDE-BA0B-9A3409BB4834}" dt="2026-10-03T07:22:41.992" v="1682" actId="478"/>
          <ac:grpSpMkLst>
            <pc:docMk/>
            <pc:sldMk cId="4246831794" sldId="266"/>
            <ac:grpSpMk id="36" creationId="{00000000-0000-0000-0000-000000000000}"/>
          </ac:grpSpMkLst>
        </pc:grpChg>
        <pc:picChg chg="del">
          <ac:chgData name="이 은찬" userId="7171d596-a1e6-43c2-b263-57fdfdab9399" providerId="ADAL" clId="{7241B469-6F7B-4CDE-BA0B-9A3409BB4834}" dt="2026-10-03T07:08:11.726" v="220" actId="478"/>
          <ac:picMkLst>
            <pc:docMk/>
            <pc:sldMk cId="4246831794" sldId="266"/>
            <ac:picMk id="6" creationId="{25BD36E0-EFC0-CE4C-9351-BBC1FA87EEB6}"/>
          </ac:picMkLst>
        </pc:picChg>
        <pc:picChg chg="del">
          <ac:chgData name="이 은찬" userId="7171d596-a1e6-43c2-b263-57fdfdab9399" providerId="ADAL" clId="{7241B469-6F7B-4CDE-BA0B-9A3409BB4834}" dt="2026-10-03T07:08:13.123" v="222" actId="478"/>
          <ac:picMkLst>
            <pc:docMk/>
            <pc:sldMk cId="4246831794" sldId="266"/>
            <ac:picMk id="8" creationId="{CECE14DE-457C-9229-F57C-CFBD788E1D5A}"/>
          </ac:picMkLst>
        </pc:picChg>
      </pc:sldChg>
      <pc:sldChg chg="del">
        <pc:chgData name="이 은찬" userId="7171d596-a1e6-43c2-b263-57fdfdab9399" providerId="ADAL" clId="{7241B469-6F7B-4CDE-BA0B-9A3409BB4834}" dt="2026-10-03T08:25:10.919" v="4441" actId="47"/>
        <pc:sldMkLst>
          <pc:docMk/>
          <pc:sldMk cId="3974363792" sldId="269"/>
        </pc:sldMkLst>
      </pc:sldChg>
      <pc:sldChg chg="addSp delSp modSp mod">
        <pc:chgData name="이 은찬" userId="7171d596-a1e6-43c2-b263-57fdfdab9399" providerId="ADAL" clId="{7241B469-6F7B-4CDE-BA0B-9A3409BB4834}" dt="2026-10-03T09:00:09.736" v="5152" actId="478"/>
        <pc:sldMkLst>
          <pc:docMk/>
          <pc:sldMk cId="1468056876" sldId="272"/>
        </pc:sldMkLst>
        <pc:spChg chg="add del mod">
          <ac:chgData name="이 은찬" userId="7171d596-a1e6-43c2-b263-57fdfdab9399" providerId="ADAL" clId="{7241B469-6F7B-4CDE-BA0B-9A3409BB4834}" dt="2026-10-03T08:44:46.666" v="5068"/>
          <ac:spMkLst>
            <pc:docMk/>
            <pc:sldMk cId="1468056876" sldId="272"/>
            <ac:spMk id="4" creationId="{55C09AAD-FA2D-23EA-F9F7-42DEE0A4407D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4" creationId="{C7D41E55-A915-1D32-6AB5-F8BC9358A3A0}"/>
          </ac:spMkLst>
        </pc:spChg>
        <pc:spChg chg="mod">
          <ac:chgData name="이 은찬" userId="7171d596-a1e6-43c2-b263-57fdfdab9399" providerId="ADAL" clId="{7241B469-6F7B-4CDE-BA0B-9A3409BB4834}" dt="2026-10-03T08:45:17.769" v="5077" actId="20577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7241B469-6F7B-4CDE-BA0B-9A3409BB4834}" dt="2026-10-03T07:30:00.418" v="1958" actId="20577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7241B469-6F7B-4CDE-BA0B-9A3409BB4834}" dt="2026-10-03T08:44:48.245" v="5069" actId="20577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7241B469-6F7B-4CDE-BA0B-9A3409BB4834}" dt="2026-10-03T07:29:56.384" v="1956" actId="20577"/>
          <ac:spMkLst>
            <pc:docMk/>
            <pc:sldMk cId="1468056876" sldId="272"/>
            <ac:spMk id="9" creationId="{DFD1A338-1A2E-A94C-E877-B5FD7BF6AB01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2" creationId="{5105013E-ABE1-E804-2E7D-5DEA72B8EF65}"/>
          </ac:spMkLst>
        </pc:spChg>
        <pc:spChg chg="add del mod">
          <ac:chgData name="이 은찬" userId="7171d596-a1e6-43c2-b263-57fdfdab9399" providerId="ADAL" clId="{7241B469-6F7B-4CDE-BA0B-9A3409BB4834}" dt="2026-10-03T08:44:46.665" v="5066" actId="478"/>
          <ac:spMkLst>
            <pc:docMk/>
            <pc:sldMk cId="1468056876" sldId="272"/>
            <ac:spMk id="12" creationId="{9A978394-D2D4-41C7-84F9-67F8A79444E0}"/>
          </ac:spMkLst>
        </pc:spChg>
        <pc:spChg chg="add mod">
          <ac:chgData name="이 은찬" userId="7171d596-a1e6-43c2-b263-57fdfdab9399" providerId="ADAL" clId="{7241B469-6F7B-4CDE-BA0B-9A3409BB4834}" dt="2026-10-03T08:57:36.421" v="5138" actId="1076"/>
          <ac:spMkLst>
            <pc:docMk/>
            <pc:sldMk cId="1468056876" sldId="272"/>
            <ac:spMk id="13" creationId="{BCBE663F-AB66-987B-788C-BDE88A1A63DE}"/>
          </ac:spMkLst>
        </pc:spChg>
        <pc:spChg chg="add del mod">
          <ac:chgData name="이 은찬" userId="7171d596-a1e6-43c2-b263-57fdfdab9399" providerId="ADAL" clId="{7241B469-6F7B-4CDE-BA0B-9A3409BB4834}" dt="2026-10-03T08:45:16.266" v="5076" actId="478"/>
          <ac:spMkLst>
            <pc:docMk/>
            <pc:sldMk cId="1468056876" sldId="272"/>
            <ac:spMk id="14" creationId="{680AE590-B272-7FE2-0B7B-C52F044C6EF9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4" creationId="{6B3F4E44-A7CA-4445-4589-99307B6279FE}"/>
          </ac:spMkLst>
        </pc:spChg>
        <pc:spChg chg="add mod">
          <ac:chgData name="이 은찬" userId="7171d596-a1e6-43c2-b263-57fdfdab9399" providerId="ADAL" clId="{7241B469-6F7B-4CDE-BA0B-9A3409BB4834}" dt="2026-10-03T08:49:42.192" v="5084" actId="2711"/>
          <ac:spMkLst>
            <pc:docMk/>
            <pc:sldMk cId="1468056876" sldId="272"/>
            <ac:spMk id="15" creationId="{E4E756B1-0891-8E2A-9AEB-7A1365E162E8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7" creationId="{6886E065-ED7D-3B6B-B5BD-579AA6CCBCFB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8" creationId="{AF073304-AB72-9A38-7D71-288E0DD1C285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9" creationId="{006E7B1E-376F-BAB7-A921-D8F12B54AA02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0" creationId="{CB866997-C98A-5077-19A9-07BB05027366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1" creationId="{779C2245-03C8-3FEF-925F-76B2487E08A1}"/>
          </ac:spMkLst>
        </pc:spChg>
        <pc:grpChg chg="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2" creationId="{DAE63B14-E732-26C8-79E1-2768CEF592C9}"/>
          </ac:grpSpMkLst>
        </pc:grpChg>
        <pc:grpChg chg="add 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7241B469-6F7B-4CDE-BA0B-9A3409BB4834}" dt="2026-10-03T08:25:03.460" v="4436" actId="47"/>
        <pc:sldMkLst>
          <pc:docMk/>
          <pc:sldMk cId="2003696341" sldId="274"/>
        </pc:sldMkLst>
      </pc:sldChg>
      <pc:sldChg chg="del">
        <pc:chgData name="이 은찬" userId="7171d596-a1e6-43c2-b263-57fdfdab9399" providerId="ADAL" clId="{7241B469-6F7B-4CDE-BA0B-9A3409BB4834}" dt="2026-10-03T08:25:05.479" v="4437" actId="47"/>
        <pc:sldMkLst>
          <pc:docMk/>
          <pc:sldMk cId="1598805440" sldId="275"/>
        </pc:sldMkLst>
      </pc:sldChg>
      <pc:sldChg chg="del">
        <pc:chgData name="이 은찬" userId="7171d596-a1e6-43c2-b263-57fdfdab9399" providerId="ADAL" clId="{7241B469-6F7B-4CDE-BA0B-9A3409BB4834}" dt="2026-10-03T08:25:06.436" v="4438" actId="47"/>
        <pc:sldMkLst>
          <pc:docMk/>
          <pc:sldMk cId="1625460004" sldId="276"/>
        </pc:sldMkLst>
      </pc:sldChg>
      <pc:sldChg chg="del">
        <pc:chgData name="이 은찬" userId="7171d596-a1e6-43c2-b263-57fdfdab9399" providerId="ADAL" clId="{7241B469-6F7B-4CDE-BA0B-9A3409BB4834}" dt="2026-10-03T08:25:08.937" v="4439" actId="47"/>
        <pc:sldMkLst>
          <pc:docMk/>
          <pc:sldMk cId="959801221" sldId="277"/>
        </pc:sldMkLst>
      </pc:sldChg>
      <pc:sldChg chg="modSp del mod">
        <pc:chgData name="이 은찬" userId="7171d596-a1e6-43c2-b263-57fdfdab9399" providerId="ADAL" clId="{7241B469-6F7B-4CDE-BA0B-9A3409BB4834}" dt="2026-10-03T08:25:09.906" v="4440" actId="47"/>
        <pc:sldMkLst>
          <pc:docMk/>
          <pc:sldMk cId="2725197688" sldId="278"/>
        </pc:sldMkLst>
        <pc:spChg chg="mod">
          <ac:chgData name="이 은찬" userId="7171d596-a1e6-43c2-b263-57fdfdab9399" providerId="ADAL" clId="{7241B469-6F7B-4CDE-BA0B-9A3409BB4834}" dt="2026-10-03T08:09:10.737" v="3703" actId="20577"/>
          <ac:spMkLst>
            <pc:docMk/>
            <pc:sldMk cId="2725197688" sldId="278"/>
            <ac:spMk id="19" creationId="{D63D451C-63B7-BFAB-B19B-06A2620A96C3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13:22.903" v="5337" actId="403"/>
        <pc:sldMkLst>
          <pc:docMk/>
          <pc:sldMk cId="1345329290" sldId="279"/>
        </pc:sldMkLst>
        <pc:spChg chg="del">
          <ac:chgData name="이 은찬" userId="7171d596-a1e6-43c2-b263-57fdfdab9399" providerId="ADAL" clId="{7241B469-6F7B-4CDE-BA0B-9A3409BB4834}" dt="2026-10-03T08:25:17.632" v="4443" actId="478"/>
          <ac:spMkLst>
            <pc:docMk/>
            <pc:sldMk cId="1345329290" sldId="279"/>
            <ac:spMk id="2" creationId="{BD2BA96E-A503-E600-DCB9-64F97FC65F5D}"/>
          </ac:spMkLst>
        </pc:spChg>
        <pc:spChg chg="del">
          <ac:chgData name="이 은찬" userId="7171d596-a1e6-43c2-b263-57fdfdab9399" providerId="ADAL" clId="{7241B469-6F7B-4CDE-BA0B-9A3409BB4834}" dt="2026-10-03T08:25:16.255" v="4442" actId="478"/>
          <ac:spMkLst>
            <pc:docMk/>
            <pc:sldMk cId="1345329290" sldId="279"/>
            <ac:spMk id="3" creationId="{9B7CF3A5-02F4-467E-1443-5C318ABEE8D7}"/>
          </ac:spMkLst>
        </pc:spChg>
        <pc:spChg chg="add del mod">
          <ac:chgData name="이 은찬" userId="7171d596-a1e6-43c2-b263-57fdfdab9399" providerId="ADAL" clId="{7241B469-6F7B-4CDE-BA0B-9A3409BB4834}" dt="2026-10-03T08:28:08.113" v="4512" actId="478"/>
          <ac:spMkLst>
            <pc:docMk/>
            <pc:sldMk cId="1345329290" sldId="279"/>
            <ac:spMk id="7" creationId="{76E82426-8FDC-D3EF-D5C3-80F4D9965133}"/>
          </ac:spMkLst>
        </pc:spChg>
        <pc:spChg chg="add mod">
          <ac:chgData name="이 은찬" userId="7171d596-a1e6-43c2-b263-57fdfdab9399" providerId="ADAL" clId="{7241B469-6F7B-4CDE-BA0B-9A3409BB4834}" dt="2026-10-03T09:12:19.086" v="5239" actId="20577"/>
          <ac:spMkLst>
            <pc:docMk/>
            <pc:sldMk cId="1345329290" sldId="279"/>
            <ac:spMk id="10" creationId="{C231D0AA-C26C-6CCB-FE71-71436D46BD06}"/>
          </ac:spMkLst>
        </pc:spChg>
        <pc:spChg chg="add mod">
          <ac:chgData name="이 은찬" userId="7171d596-a1e6-43c2-b263-57fdfdab9399" providerId="ADAL" clId="{7241B469-6F7B-4CDE-BA0B-9A3409BB4834}" dt="2026-10-03T09:12:25.823" v="5251" actId="20577"/>
          <ac:spMkLst>
            <pc:docMk/>
            <pc:sldMk cId="1345329290" sldId="279"/>
            <ac:spMk id="11" creationId="{5361EBCF-3402-89A5-B038-0FB2DA9D60C5}"/>
          </ac:spMkLst>
        </pc:spChg>
        <pc:spChg chg="del">
          <ac:chgData name="이 은찬" userId="7171d596-a1e6-43c2-b263-57fdfdab9399" providerId="ADAL" clId="{7241B469-6F7B-4CDE-BA0B-9A3409BB4834}" dt="2026-10-03T08:25:26.346" v="4445" actId="478"/>
          <ac:spMkLst>
            <pc:docMk/>
            <pc:sldMk cId="1345329290" sldId="279"/>
            <ac:spMk id="17" creationId="{0F69B248-1DA2-0830-8560-4D249201B6E7}"/>
          </ac:spMkLst>
        </pc:spChg>
        <pc:graphicFrameChg chg="add del">
          <ac:chgData name="이 은찬" userId="7171d596-a1e6-43c2-b263-57fdfdab9399" providerId="ADAL" clId="{7241B469-6F7B-4CDE-BA0B-9A3409BB4834}" dt="2026-10-03T08:25:39.985" v="4447" actId="478"/>
          <ac:graphicFrameMkLst>
            <pc:docMk/>
            <pc:sldMk cId="1345329290" sldId="279"/>
            <ac:graphicFrameMk id="4" creationId="{13B93D44-5412-A5EE-548F-00CC9C29B41B}"/>
          </ac:graphicFrameMkLst>
        </pc:graphicFrameChg>
        <pc:graphicFrameChg chg="add del mod modGraphic">
          <ac:chgData name="이 은찬" userId="7171d596-a1e6-43c2-b263-57fdfdab9399" providerId="ADAL" clId="{7241B469-6F7B-4CDE-BA0B-9A3409BB4834}" dt="2026-10-03T08:27:18.738" v="4493" actId="478"/>
          <ac:graphicFrameMkLst>
            <pc:docMk/>
            <pc:sldMk cId="1345329290" sldId="279"/>
            <ac:graphicFrameMk id="5" creationId="{94E783C5-3C2E-08A2-D71E-E54AD5078624}"/>
          </ac:graphicFrameMkLst>
        </pc:graphicFrameChg>
        <pc:graphicFrameChg chg="add mod modGraphic">
          <ac:chgData name="이 은찬" userId="7171d596-a1e6-43c2-b263-57fdfdab9399" providerId="ADAL" clId="{7241B469-6F7B-4CDE-BA0B-9A3409BB4834}" dt="2026-10-03T09:13:22.903" v="5337" actId="403"/>
          <ac:graphicFrameMkLst>
            <pc:docMk/>
            <pc:sldMk cId="1345329290" sldId="279"/>
            <ac:graphicFrameMk id="12" creationId="{937E6E89-82DA-F3BF-6D52-95B6C8277C5A}"/>
          </ac:graphicFrameMkLst>
        </pc:graphicFrameChg>
        <pc:picChg chg="del">
          <ac:chgData name="이 은찬" userId="7171d596-a1e6-43c2-b263-57fdfdab9399" providerId="ADAL" clId="{7241B469-6F7B-4CDE-BA0B-9A3409BB4834}" dt="2026-10-03T08:25:18.649" v="4444" actId="478"/>
          <ac:picMkLst>
            <pc:docMk/>
            <pc:sldMk cId="1345329290" sldId="279"/>
            <ac:picMk id="6" creationId="{6520D954-91D7-A924-485A-EE52AEC0CE35}"/>
          </ac:picMkLst>
        </pc:picChg>
      </pc:sldChg>
      <pc:sldChg chg="addSp delSp modSp mod">
        <pc:chgData name="이 은찬" userId="7171d596-a1e6-43c2-b263-57fdfdab9399" providerId="ADAL" clId="{7241B469-6F7B-4CDE-BA0B-9A3409BB4834}" dt="2026-10-03T09:02:58.857" v="5168" actId="1037"/>
        <pc:sldMkLst>
          <pc:docMk/>
          <pc:sldMk cId="0" sldId="283"/>
        </pc:sldMkLst>
        <pc:spChg chg="mod">
          <ac:chgData name="이 은찬" userId="7171d596-a1e6-43c2-b263-57fdfdab9399" providerId="ADAL" clId="{7241B469-6F7B-4CDE-BA0B-9A3409BB4834}" dt="2026-10-03T07:04:46.288" v="27" actId="20577"/>
          <ac:spMkLst>
            <pc:docMk/>
            <pc:sldMk cId="0" sldId="283"/>
            <ac:spMk id="4" creationId="{BBE7FE75-2E23-0C91-04F6-0F3CC49ED665}"/>
          </ac:spMkLst>
        </pc:spChg>
        <pc:spChg chg="add mod">
          <ac:chgData name="이 은찬" userId="7171d596-a1e6-43c2-b263-57fdfdab9399" providerId="ADAL" clId="{7241B469-6F7B-4CDE-BA0B-9A3409BB4834}" dt="2026-10-03T08:56:13.150" v="5131" actId="207"/>
          <ac:spMkLst>
            <pc:docMk/>
            <pc:sldMk cId="0" sldId="283"/>
            <ac:spMk id="5" creationId="{A9987F09-2E70-65FA-07B9-57FDBAFFED31}"/>
          </ac:spMkLst>
        </pc:spChg>
        <pc:spChg chg="add mod">
          <ac:chgData name="이 은찬" userId="7171d596-a1e6-43c2-b263-57fdfdab9399" providerId="ADAL" clId="{7241B469-6F7B-4CDE-BA0B-9A3409BB4834}" dt="2026-10-03T08:42:53.917" v="5016"/>
          <ac:spMkLst>
            <pc:docMk/>
            <pc:sldMk cId="0" sldId="283"/>
            <ac:spMk id="5" creationId="{B41D3082-1DD3-9522-80BD-9BE6836D673F}"/>
          </ac:spMkLst>
        </pc:spChg>
        <pc:spChg chg="add del mod">
          <ac:chgData name="이 은찬" userId="7171d596-a1e6-43c2-b263-57fdfdab9399" providerId="ADAL" clId="{7241B469-6F7B-4CDE-BA0B-9A3409BB4834}" dt="2026-10-03T08:54:20.496" v="5118" actId="478"/>
          <ac:spMkLst>
            <pc:docMk/>
            <pc:sldMk cId="0" sldId="283"/>
            <ac:spMk id="5" creationId="{E75C1FF8-5892-105F-5CB0-FFD770340729}"/>
          </ac:spMkLst>
        </pc:spChg>
        <pc:spChg chg="add del mod">
          <ac:chgData name="이 은찬" userId="7171d596-a1e6-43c2-b263-57fdfdab9399" providerId="ADAL" clId="{7241B469-6F7B-4CDE-BA0B-9A3409BB4834}" dt="2026-10-03T08:56:57.598" v="5133" actId="478"/>
          <ac:spMkLst>
            <pc:docMk/>
            <pc:sldMk cId="0" sldId="283"/>
            <ac:spMk id="6" creationId="{32C671F2-5A8E-3916-22B2-B37168E53305}"/>
          </ac:spMkLst>
        </pc:spChg>
        <pc:spChg chg="add del mod">
          <ac:chgData name="이 은찬" userId="7171d596-a1e6-43c2-b263-57fdfdab9399" providerId="ADAL" clId="{7241B469-6F7B-4CDE-BA0B-9A3409BB4834}" dt="2026-10-03T08:52:18.337" v="5097" actId="478"/>
          <ac:spMkLst>
            <pc:docMk/>
            <pc:sldMk cId="0" sldId="283"/>
            <ac:spMk id="7" creationId="{6E8DA2D8-2B47-F700-7DA7-C759BD78633F}"/>
          </ac:spMkLst>
        </pc:spChg>
        <pc:spChg chg="add del mod">
          <ac:chgData name="이 은찬" userId="7171d596-a1e6-43c2-b263-57fdfdab9399" providerId="ADAL" clId="{7241B469-6F7B-4CDE-BA0B-9A3409BB4834}" dt="2026-10-03T08:56:54.957" v="5132" actId="478"/>
          <ac:spMkLst>
            <pc:docMk/>
            <pc:sldMk cId="0" sldId="283"/>
            <ac:spMk id="7" creationId="{A863EC95-62C3-49AF-C74B-D9DC952C194B}"/>
          </ac:spMkLst>
        </pc:spChg>
        <pc:spChg chg="add del mod">
          <ac:chgData name="이 은찬" userId="7171d596-a1e6-43c2-b263-57fdfdab9399" providerId="ADAL" clId="{7241B469-6F7B-4CDE-BA0B-9A3409BB4834}" dt="2026-10-03T08:56:59.199" v="5134" actId="478"/>
          <ac:spMkLst>
            <pc:docMk/>
            <pc:sldMk cId="0" sldId="283"/>
            <ac:spMk id="10" creationId="{7EABEB03-982F-535E-8D1C-2714E7B2C89B}"/>
          </ac:spMkLst>
        </pc:spChg>
        <pc:spChg chg="add mod">
          <ac:chgData name="이 은찬" userId="7171d596-a1e6-43c2-b263-57fdfdab9399" providerId="ADAL" clId="{7241B469-6F7B-4CDE-BA0B-9A3409BB4834}" dt="2026-10-03T08:43:24.580" v="5025"/>
          <ac:spMkLst>
            <pc:docMk/>
            <pc:sldMk cId="0" sldId="283"/>
            <ac:spMk id="10" creationId="{9968808B-5468-B01C-3312-2F448554ED55}"/>
          </ac:spMkLst>
        </pc:spChg>
        <pc:spChg chg="add del mod">
          <ac:chgData name="이 은찬" userId="7171d596-a1e6-43c2-b263-57fdfdab9399" providerId="ADAL" clId="{7241B469-6F7B-4CDE-BA0B-9A3409BB4834}" dt="2026-10-03T08:43:43.458" v="5031" actId="478"/>
          <ac:spMkLst>
            <pc:docMk/>
            <pc:sldMk cId="0" sldId="283"/>
            <ac:spMk id="14" creationId="{4E70CAFA-9C14-52E6-7DCF-C43C0F4CD00E}"/>
          </ac:spMkLst>
        </pc:spChg>
        <pc:spChg chg="del mod">
          <ac:chgData name="이 은찬" userId="7171d596-a1e6-43c2-b263-57fdfdab9399" providerId="ADAL" clId="{7241B469-6F7B-4CDE-BA0B-9A3409BB4834}" dt="2026-10-03T08:42:47.946" v="5015" actId="478"/>
          <ac:spMkLst>
            <pc:docMk/>
            <pc:sldMk cId="0" sldId="283"/>
            <ac:spMk id="20" creationId="{120C9BE9-BE65-9E95-A06F-21B7C5C04DB8}"/>
          </ac:spMkLst>
        </pc:spChg>
        <pc:spChg chg="mod">
          <ac:chgData name="이 은찬" userId="7171d596-a1e6-43c2-b263-57fdfdab9399" providerId="ADAL" clId="{7241B469-6F7B-4CDE-BA0B-9A3409BB4834}" dt="2026-10-03T07:06:07.430" v="29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7241B469-6F7B-4CDE-BA0B-9A3409BB4834}" dt="2026-10-03T07:01:26.080" v="15" actId="207"/>
          <ac:spMkLst>
            <pc:docMk/>
            <pc:sldMk cId="0" sldId="283"/>
            <ac:spMk id="100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01:15.275" v="14" actId="207"/>
          <ac:spMkLst>
            <pc:docMk/>
            <pc:sldMk cId="0" sldId="283"/>
            <ac:spMk id="102" creationId="{00000000-0000-0000-0000-000000000000}"/>
          </ac:spMkLst>
        </pc:spChg>
        <pc:graphicFrameChg chg="add mod">
          <ac:chgData name="이 은찬" userId="7171d596-a1e6-43c2-b263-57fdfdab9399" providerId="ADAL" clId="{7241B469-6F7B-4CDE-BA0B-9A3409BB4834}" dt="2026-10-03T07:05:58.097" v="28"/>
          <ac:graphicFrameMkLst>
            <pc:docMk/>
            <pc:sldMk cId="0" sldId="283"/>
            <ac:graphicFrameMk id="5" creationId="{4882AD80-BF5B-F8EE-5DCA-3AA9E74F3976}"/>
          </ac:graphicFrameMkLst>
        </pc:graphicFrameChg>
        <pc:picChg chg="add">
          <ac:chgData name="이 은찬" userId="7171d596-a1e6-43c2-b263-57fdfdab9399" providerId="ADAL" clId="{7241B469-6F7B-4CDE-BA0B-9A3409BB4834}" dt="2026-10-03T08:42:57.101" v="5017"/>
          <ac:picMkLst>
            <pc:docMk/>
            <pc:sldMk cId="0" sldId="283"/>
            <ac:picMk id="6" creationId="{1A7444A6-4F08-C05C-9C42-60BB586AEEF0}"/>
          </ac:picMkLst>
        </pc:picChg>
        <pc:picChg chg="add mod">
          <ac:chgData name="이 은찬" userId="7171d596-a1e6-43c2-b263-57fdfdab9399" providerId="ADAL" clId="{7241B469-6F7B-4CDE-BA0B-9A3409BB4834}" dt="2026-10-03T09:02:58.857" v="5168" actId="1037"/>
          <ac:picMkLst>
            <pc:docMk/>
            <pc:sldMk cId="0" sldId="283"/>
            <ac:picMk id="6" creationId="{D620B125-0917-DD17-B88E-E3B771C4D5D6}"/>
          </ac:picMkLst>
        </pc:picChg>
        <pc:picChg chg="mod">
          <ac:chgData name="이 은찬" userId="7171d596-a1e6-43c2-b263-57fdfdab9399" providerId="ADAL" clId="{7241B469-6F7B-4CDE-BA0B-9A3409BB4834}" dt="2026-10-03T09:02:24.612" v="5153"/>
          <ac:picMkLst>
            <pc:docMk/>
            <pc:sldMk cId="0" sldId="283"/>
            <ac:picMk id="11" creationId="{2A45240A-967E-5DDE-85B9-0E3683CD25C6}"/>
          </ac:picMkLst>
        </pc:picChg>
        <pc:picChg chg="add del mod">
          <ac:chgData name="이 은찬" userId="7171d596-a1e6-43c2-b263-57fdfdab9399" providerId="ADAL" clId="{7241B469-6F7B-4CDE-BA0B-9A3409BB4834}" dt="2026-10-03T08:43:29.837" v="5028" actId="478"/>
          <ac:picMkLst>
            <pc:docMk/>
            <pc:sldMk cId="0" sldId="283"/>
            <ac:picMk id="12" creationId="{901D4341-1A6D-B8A9-77ED-4EB7D4056B5B}"/>
          </ac:picMkLst>
        </pc:picChg>
        <pc:picChg chg="mod">
          <ac:chgData name="이 은찬" userId="7171d596-a1e6-43c2-b263-57fdfdab9399" providerId="ADAL" clId="{7241B469-6F7B-4CDE-BA0B-9A3409BB4834}" dt="2026-10-03T09:02:30.193" v="5154"/>
          <ac:picMkLst>
            <pc:docMk/>
            <pc:sldMk cId="0" sldId="283"/>
            <ac:picMk id="13" creationId="{D8F4C225-D12B-793F-5AE4-A66C69E36502}"/>
          </ac:picMkLst>
        </pc:picChg>
        <pc:picChg chg="del">
          <ac:chgData name="이 은찬" userId="7171d596-a1e6-43c2-b263-57fdfdab9399" providerId="ADAL" clId="{7241B469-6F7B-4CDE-BA0B-9A3409BB4834}" dt="2026-10-03T09:02:51.131" v="5160" actId="478"/>
          <ac:picMkLst>
            <pc:docMk/>
            <pc:sldMk cId="0" sldId="283"/>
            <ac:picMk id="24" creationId="{54612EE2-C4E5-CDEB-D56A-F0917584DCA1}"/>
          </ac:picMkLst>
        </pc:picChg>
      </pc:sldChg>
      <pc:sldChg chg="addSp delSp modSp mod ord">
        <pc:chgData name="이 은찬" userId="7171d596-a1e6-43c2-b263-57fdfdab9399" providerId="ADAL" clId="{7241B469-6F7B-4CDE-BA0B-9A3409BB4834}" dt="2026-10-03T08:03:37.712" v="3585" actId="1076"/>
        <pc:sldMkLst>
          <pc:docMk/>
          <pc:sldMk cId="618715306" sldId="284"/>
        </pc:sldMkLst>
        <pc:spChg chg="mod">
          <ac:chgData name="이 은찬" userId="7171d596-a1e6-43c2-b263-57fdfdab9399" providerId="ADAL" clId="{7241B469-6F7B-4CDE-BA0B-9A3409BB4834}" dt="2026-10-03T07:42:11.519" v="2218" actId="14100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42:07.485" v="2217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7241B469-6F7B-4CDE-BA0B-9A3409BB4834}" dt="2026-10-03T07:41:13.381" v="2198" actId="122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7241B469-6F7B-4CDE-BA0B-9A3409BB4834}" dt="2026-10-03T07:32:50.445" v="2060" actId="404"/>
          <ac:spMkLst>
            <pc:docMk/>
            <pc:sldMk cId="618715306" sldId="284"/>
            <ac:spMk id="8" creationId="{00000000-0000-0000-0000-000000000000}"/>
          </ac:spMkLst>
        </pc:spChg>
        <pc:spChg chg="add">
          <ac:chgData name="이 은찬" userId="7171d596-a1e6-43c2-b263-57fdfdab9399" providerId="ADAL" clId="{7241B469-6F7B-4CDE-BA0B-9A3409BB4834}" dt="2026-10-03T07:40:33.513" v="2185"/>
          <ac:spMkLst>
            <pc:docMk/>
            <pc:sldMk cId="618715306" sldId="284"/>
            <ac:spMk id="13" creationId="{0F92AD32-B7A8-9B08-3F92-1324D1BEB716}"/>
          </ac:spMkLst>
        </pc:spChg>
        <pc:spChg chg="add">
          <ac:chgData name="이 은찬" userId="7171d596-a1e6-43c2-b263-57fdfdab9399" providerId="ADAL" clId="{7241B469-6F7B-4CDE-BA0B-9A3409BB4834}" dt="2026-10-03T07:40:37.048" v="2188"/>
          <ac:spMkLst>
            <pc:docMk/>
            <pc:sldMk cId="618715306" sldId="284"/>
            <ac:spMk id="14" creationId="{49D5DDC5-87CB-523E-4BD8-6C4BC03FE157}"/>
          </ac:spMkLst>
        </pc:spChg>
        <pc:spChg chg="add mod">
          <ac:chgData name="이 은찬" userId="7171d596-a1e6-43c2-b263-57fdfdab9399" providerId="ADAL" clId="{7241B469-6F7B-4CDE-BA0B-9A3409BB4834}" dt="2026-10-03T08:03:37.712" v="3585" actId="1076"/>
          <ac:spMkLst>
            <pc:docMk/>
            <pc:sldMk cId="618715306" sldId="284"/>
            <ac:spMk id="16" creationId="{6C7F6546-C896-5922-01AC-93D350DE19FF}"/>
          </ac:spMkLst>
        </pc:spChg>
        <pc:spChg chg="del">
          <ac:chgData name="이 은찬" userId="7171d596-a1e6-43c2-b263-57fdfdab9399" providerId="ADAL" clId="{7241B469-6F7B-4CDE-BA0B-9A3409BB4834}" dt="2026-10-03T07:40:24.106" v="2182" actId="47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7241B469-6F7B-4CDE-BA0B-9A3409BB4834}" dt="2026-10-03T07:38:29.775" v="2090"/>
          <ac:spMkLst>
            <pc:docMk/>
            <pc:sldMk cId="618715306" sldId="284"/>
            <ac:spMk id="29" creationId="{A62A6DE8-A1F9-6F73-ACB6-86786FD63B50}"/>
          </ac:spMkLst>
        </pc:spChg>
        <pc:grpChg chg="mod">
          <ac:chgData name="이 은찬" userId="7171d596-a1e6-43c2-b263-57fdfdab9399" providerId="ADAL" clId="{7241B469-6F7B-4CDE-BA0B-9A3409BB4834}" dt="2026-10-03T07:41:43.573" v="2207" actId="1076"/>
          <ac:grpSpMkLst>
            <pc:docMk/>
            <pc:sldMk cId="618715306" sldId="284"/>
            <ac:grpSpMk id="3" creationId="{547A2D70-E0C5-A0A3-3226-42C785AB5962}"/>
          </ac:grpSpMkLst>
        </pc:grpChg>
        <pc:grpChg chg="del">
          <ac:chgData name="이 은찬" userId="7171d596-a1e6-43c2-b263-57fdfdab9399" providerId="ADAL" clId="{7241B469-6F7B-4CDE-BA0B-9A3409BB4834}" dt="2026-10-03T07:40:24.106" v="2182" actId="478"/>
          <ac:grpSpMkLst>
            <pc:docMk/>
            <pc:sldMk cId="618715306" sldId="284"/>
            <ac:grpSpMk id="11" creationId="{99100149-24AC-4898-3D53-A24FB6379F7F}"/>
          </ac:grpSpMkLst>
        </pc:grpChg>
        <pc:picChg chg="add mod">
          <ac:chgData name="이 은찬" userId="7171d596-a1e6-43c2-b263-57fdfdab9399" providerId="ADAL" clId="{7241B469-6F7B-4CDE-BA0B-9A3409BB4834}" dt="2026-10-03T07:41:40.206" v="2206" actId="1076"/>
          <ac:picMkLst>
            <pc:docMk/>
            <pc:sldMk cId="618715306" sldId="284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3:33.654" v="5339" actId="20577"/>
        <pc:sldMkLst>
          <pc:docMk/>
          <pc:sldMk cId="2542867423" sldId="285"/>
        </pc:sldMkLst>
        <pc:spChg chg="del">
          <ac:chgData name="이 은찬" userId="7171d596-a1e6-43c2-b263-57fdfdab9399" providerId="ADAL" clId="{7241B469-6F7B-4CDE-BA0B-9A3409BB4834}" dt="2026-10-03T07:22:14.638" v="1675" actId="478"/>
          <ac:spMkLst>
            <pc:docMk/>
            <pc:sldMk cId="2542867423" sldId="285"/>
            <ac:spMk id="4" creationId="{478E83B3-0D1F-8C33-185D-0525C56788A8}"/>
          </ac:spMkLst>
        </pc:spChg>
        <pc:spChg chg="add mod">
          <ac:chgData name="이 은찬" userId="7171d596-a1e6-43c2-b263-57fdfdab9399" providerId="ADAL" clId="{7241B469-6F7B-4CDE-BA0B-9A3409BB4834}" dt="2026-10-03T07:22:52.455" v="1686"/>
          <ac:spMkLst>
            <pc:docMk/>
            <pc:sldMk cId="2542867423" sldId="285"/>
            <ac:spMk id="5" creationId="{8B81B696-2CDE-8130-2687-A4C3ADD3D11E}"/>
          </ac:spMkLst>
        </pc:spChg>
        <pc:spChg chg="mod">
          <ac:chgData name="이 은찬" userId="7171d596-a1e6-43c2-b263-57fdfdab9399" providerId="ADAL" clId="{7241B469-6F7B-4CDE-BA0B-9A3409BB4834}" dt="2026-10-03T07:23:30.792" v="1770" actId="20577"/>
          <ac:spMkLst>
            <pc:docMk/>
            <pc:sldMk cId="2542867423" sldId="285"/>
            <ac:spMk id="8" creationId="{D2FE1098-9DAF-0D94-C28D-10A06631B409}"/>
          </ac:spMkLst>
        </pc:spChg>
        <pc:spChg chg="mod">
          <ac:chgData name="이 은찬" userId="7171d596-a1e6-43c2-b263-57fdfdab9399" providerId="ADAL" clId="{7241B469-6F7B-4CDE-BA0B-9A3409BB4834}" dt="2026-10-03T09:13:33.654" v="5339" actId="20577"/>
          <ac:spMkLst>
            <pc:docMk/>
            <pc:sldMk cId="2542867423" sldId="285"/>
            <ac:spMk id="9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22:57.018" v="1687"/>
          <ac:spMkLst>
            <pc:docMk/>
            <pc:sldMk cId="2542867423" sldId="285"/>
            <ac:spMk id="10" creationId="{480B3C5E-6F47-60DB-E817-0FC713039238}"/>
          </ac:spMkLst>
        </pc:spChg>
        <pc:spChg chg="del mod">
          <ac:chgData name="이 은찬" userId="7171d596-a1e6-43c2-b263-57fdfdab9399" providerId="ADAL" clId="{7241B469-6F7B-4CDE-BA0B-9A3409BB4834}" dt="2026-10-03T07:22:12.964" v="1674" actId="478"/>
          <ac:spMkLst>
            <pc:docMk/>
            <pc:sldMk cId="2542867423" sldId="285"/>
            <ac:spMk id="11" creationId="{633A60DF-EA79-DF55-16FD-AB2777B25155}"/>
          </ac:spMkLst>
        </pc:spChg>
        <pc:spChg chg="mod">
          <ac:chgData name="이 은찬" userId="7171d596-a1e6-43c2-b263-57fdfdab9399" providerId="ADAL" clId="{7241B469-6F7B-4CDE-BA0B-9A3409BB4834}" dt="2026-10-03T07:23:00.414" v="1689" actId="20577"/>
          <ac:spMkLst>
            <pc:docMk/>
            <pc:sldMk cId="2542867423" sldId="285"/>
            <ac:spMk id="12" creationId="{9CEB0B74-7463-D531-0128-E0D1F1128BBD}"/>
          </ac:spMkLst>
        </pc:spChg>
        <pc:spChg chg="mod">
          <ac:chgData name="이 은찬" userId="7171d596-a1e6-43c2-b263-57fdfdab9399" providerId="ADAL" clId="{7241B469-6F7B-4CDE-BA0B-9A3409BB4834}" dt="2026-10-03T07:24:33.011" v="1937" actId="20577"/>
          <ac:spMkLst>
            <pc:docMk/>
            <pc:sldMk cId="2542867423" sldId="285"/>
            <ac:spMk id="15" creationId="{52B232AB-782A-E03B-BBD8-4153C5D6AE50}"/>
          </ac:spMkLst>
        </pc:spChg>
        <pc:spChg chg="mod">
          <ac:chgData name="이 은찬" userId="7171d596-a1e6-43c2-b263-57fdfdab9399" providerId="ADAL" clId="{7241B469-6F7B-4CDE-BA0B-9A3409BB4834}" dt="2026-10-03T07:23:40.006" v="1771"/>
          <ac:spMkLst>
            <pc:docMk/>
            <pc:sldMk cId="2542867423" sldId="285"/>
            <ac:spMk id="16" creationId="{134810D0-EF6A-0590-A932-DA42A1F209A3}"/>
          </ac:spMkLst>
        </pc:spChg>
        <pc:spChg chg="mod">
          <ac:chgData name="이 은찬" userId="7171d596-a1e6-43c2-b263-57fdfdab9399" providerId="ADAL" clId="{7241B469-6F7B-4CDE-BA0B-9A3409BB4834}" dt="2026-10-03T07:24:37.870" v="1939" actId="20577"/>
          <ac:spMkLst>
            <pc:docMk/>
            <pc:sldMk cId="2542867423" sldId="285"/>
            <ac:spMk id="17" creationId="{9B62FE55-C8FC-33C5-582B-3E04FA40933D}"/>
          </ac:spMkLst>
        </pc:spChg>
        <pc:spChg chg="add">
          <ac:chgData name="이 은찬" userId="7171d596-a1e6-43c2-b263-57fdfdab9399" providerId="ADAL" clId="{7241B469-6F7B-4CDE-BA0B-9A3409BB4834}" dt="2026-10-03T07:30:29.501" v="1961"/>
          <ac:spMkLst>
            <pc:docMk/>
            <pc:sldMk cId="2542867423" sldId="285"/>
            <ac:spMk id="18" creationId="{9C5A61FD-4C4E-F963-D597-F687B552E290}"/>
          </ac:spMkLst>
        </pc:spChg>
        <pc:spChg chg="add mod">
          <ac:chgData name="이 은찬" userId="7171d596-a1e6-43c2-b263-57fdfdab9399" providerId="ADAL" clId="{7241B469-6F7B-4CDE-BA0B-9A3409BB4834}" dt="2026-10-03T07:31:45.380" v="1980" actId="1036"/>
          <ac:spMkLst>
            <pc:docMk/>
            <pc:sldMk cId="2542867423" sldId="285"/>
            <ac:spMk id="20" creationId="{F56A777F-7CF6-C065-04B4-0CD14A4E15A0}"/>
          </ac:spMkLst>
        </pc:spChg>
        <pc:spChg chg="mod">
          <ac:chgData name="이 은찬" userId="7171d596-a1e6-43c2-b263-57fdfdab9399" providerId="ADAL" clId="{7241B469-6F7B-4CDE-BA0B-9A3409BB4834}" dt="2026-10-03T07:22:17.367" v="1677" actId="20577"/>
          <ac:spMkLst>
            <pc:docMk/>
            <pc:sldMk cId="2542867423" sldId="285"/>
            <ac:spMk id="43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6" creationId="{1202E18C-84BE-9D4F-A4A3-86B570955472}"/>
          </ac:grpSpMkLst>
        </pc:grpChg>
        <pc:grpChg chg="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7" creationId="{C9927A06-A043-9347-1EC2-32FCA7292888}"/>
          </ac:grpSpMkLst>
        </pc:grpChg>
        <pc:grpChg chg="add mod">
          <ac:chgData name="이 은찬" userId="7171d596-a1e6-43c2-b263-57fdfdab9399" providerId="ADAL" clId="{7241B469-6F7B-4CDE-BA0B-9A3409BB4834}" dt="2026-10-03T07:23:43.903" v="1772" actId="1076"/>
          <ac:grpSpMkLst>
            <pc:docMk/>
            <pc:sldMk cId="2542867423" sldId="285"/>
            <ac:grpSpMk id="13" creationId="{DF21E437-1C4D-5153-93E9-87E1A0AD2823}"/>
          </ac:grpSpMkLst>
        </pc:grpChg>
        <pc:grpChg chg="mod">
          <ac:chgData name="이 은찬" userId="7171d596-a1e6-43c2-b263-57fdfdab9399" providerId="ADAL" clId="{7241B469-6F7B-4CDE-BA0B-9A3409BB4834}" dt="2026-10-03T07:23:40.006" v="1771"/>
          <ac:grpSpMkLst>
            <pc:docMk/>
            <pc:sldMk cId="2542867423" sldId="285"/>
            <ac:grpSpMk id="14" creationId="{C5A1C694-ACC7-7E0A-9014-0DC00023AA61}"/>
          </ac:grpSpMkLst>
        </pc:grpChg>
        <pc:grpChg chg="del">
          <ac:chgData name="이 은찬" userId="7171d596-a1e6-43c2-b263-57fdfdab9399" providerId="ADAL" clId="{7241B469-6F7B-4CDE-BA0B-9A3409BB4834}" dt="2026-10-03T07:22:51.572" v="1685" actId="478"/>
          <ac:grpSpMkLst>
            <pc:docMk/>
            <pc:sldMk cId="2542867423" sldId="285"/>
            <ac:grpSpMk id="35" creationId="{00000000-0000-0000-0000-000000000000}"/>
          </ac:grpSpMkLst>
        </pc:grpChg>
        <pc:picChg chg="add mod">
          <ac:chgData name="이 은찬" userId="7171d596-a1e6-43c2-b263-57fdfdab9399" providerId="ADAL" clId="{7241B469-6F7B-4CDE-BA0B-9A3409BB4834}" dt="2026-10-03T07:31:45.380" v="1980" actId="1036"/>
          <ac:picMkLst>
            <pc:docMk/>
            <pc:sldMk cId="2542867423" sldId="285"/>
            <ac:picMk id="19" creationId="{73D17123-2774-8117-DD01-72E880557B45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7:47:01.320" v="2398" actId="14100"/>
        <pc:sldMkLst>
          <pc:docMk/>
          <pc:sldMk cId="3473696529" sldId="286"/>
        </pc:sldMkLst>
        <pc:spChg chg="mod">
          <ac:chgData name="이 은찬" userId="7171d596-a1e6-43c2-b263-57fdfdab9399" providerId="ADAL" clId="{7241B469-6F7B-4CDE-BA0B-9A3409BB4834}" dt="2026-10-03T07:35:40.982" v="2081" actId="404"/>
          <ac:spMkLst>
            <pc:docMk/>
            <pc:sldMk cId="3473696529" sldId="286"/>
            <ac:spMk id="2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7:35:22.800" v="2076" actId="478"/>
          <ac:spMkLst>
            <pc:docMk/>
            <pc:sldMk cId="3473696529" sldId="286"/>
            <ac:spMk id="4" creationId="{6AC4BE56-2517-14EB-2368-E703864108EB}"/>
          </ac:spMkLst>
        </pc:spChg>
        <pc:spChg chg="add">
          <ac:chgData name="이 은찬" userId="7171d596-a1e6-43c2-b263-57fdfdab9399" providerId="ADAL" clId="{7241B469-6F7B-4CDE-BA0B-9A3409BB4834}" dt="2026-10-03T07:37:10.832" v="2083"/>
          <ac:spMkLst>
            <pc:docMk/>
            <pc:sldMk cId="3473696529" sldId="286"/>
            <ac:spMk id="5" creationId="{D1B296EB-AD1A-23F4-6A32-ED1F5365DB57}"/>
          </ac:spMkLst>
        </pc:spChg>
        <pc:spChg chg="add">
          <ac:chgData name="이 은찬" userId="7171d596-a1e6-43c2-b263-57fdfdab9399" providerId="ADAL" clId="{7241B469-6F7B-4CDE-BA0B-9A3409BB4834}" dt="2026-10-03T07:46:25.132" v="2389"/>
          <ac:spMkLst>
            <pc:docMk/>
            <pc:sldMk cId="3473696529" sldId="286"/>
            <ac:spMk id="7" creationId="{9CC5B59B-E5D9-84C3-3AE9-AE8394FA788A}"/>
          </ac:spMkLst>
        </pc:spChg>
        <pc:spChg chg="del">
          <ac:chgData name="이 은찬" userId="7171d596-a1e6-43c2-b263-57fdfdab9399" providerId="ADAL" clId="{7241B469-6F7B-4CDE-BA0B-9A3409BB4834}" dt="2026-10-03T07:35:20.940" v="2075" actId="478"/>
          <ac:spMkLst>
            <pc:docMk/>
            <pc:sldMk cId="3473696529" sldId="286"/>
            <ac:spMk id="11" creationId="{85C1EBB4-E1E7-1D50-20DE-C572F9829AF7}"/>
          </ac:spMkLst>
        </pc:spChg>
        <pc:spChg chg="mod">
          <ac:chgData name="이 은찬" userId="7171d596-a1e6-43c2-b263-57fdfdab9399" providerId="ADAL" clId="{7241B469-6F7B-4CDE-BA0B-9A3409BB4834}" dt="2026-10-03T07:43:11.605" v="2388" actId="20577"/>
          <ac:spMkLst>
            <pc:docMk/>
            <pc:sldMk cId="3473696529" sldId="286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2:25.601" v="2220" actId="20577"/>
          <ac:spMkLst>
            <pc:docMk/>
            <pc:sldMk cId="3473696529" sldId="28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7241B469-6F7B-4CDE-BA0B-9A3409BB4834}" dt="2026-10-03T07:37:19.783" v="2087" actId="478"/>
          <ac:picMkLst>
            <pc:docMk/>
            <pc:sldMk cId="3473696529" sldId="286"/>
            <ac:picMk id="6" creationId="{0B96A8B9-D506-7F46-94AD-EF6B6019E52B}"/>
          </ac:picMkLst>
        </pc:picChg>
        <pc:picChg chg="add mod">
          <ac:chgData name="이 은찬" userId="7171d596-a1e6-43c2-b263-57fdfdab9399" providerId="ADAL" clId="{7241B469-6F7B-4CDE-BA0B-9A3409BB4834}" dt="2026-10-03T07:47:01.320" v="2398" actId="14100"/>
          <ac:picMkLst>
            <pc:docMk/>
            <pc:sldMk cId="3473696529" sldId="286"/>
            <ac:picMk id="8" creationId="{F90D7201-BFEC-E569-F631-231A2EDD68D8}"/>
          </ac:picMkLst>
        </pc:picChg>
        <pc:picChg chg="del">
          <ac:chgData name="이 은찬" userId="7171d596-a1e6-43c2-b263-57fdfdab9399" providerId="ADAL" clId="{7241B469-6F7B-4CDE-BA0B-9A3409BB4834}" dt="2026-10-03T07:35:44.910" v="2082" actId="478"/>
          <ac:picMkLst>
            <pc:docMk/>
            <pc:sldMk cId="3473696529" sldId="286"/>
            <ac:picMk id="24" creationId="{02E54112-1E19-CCC0-E200-0A28C9059A07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8:25:02.455" v="4435" actId="47"/>
        <pc:sldMkLst>
          <pc:docMk/>
          <pc:sldMk cId="2874319167" sldId="287"/>
        </pc:sldMkLst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4" creationId="{4F3BC764-DC7C-150A-5DE2-D162981C6FDD}"/>
          </ac:spMkLst>
        </pc:spChg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5" creationId="{E979C7FB-EA94-102E-F121-31F24F567D22}"/>
          </ac:spMkLst>
        </pc:spChg>
        <pc:spChg chg="mod">
          <ac:chgData name="이 은찬" userId="7171d596-a1e6-43c2-b263-57fdfdab9399" providerId="ADAL" clId="{7241B469-6F7B-4CDE-BA0B-9A3409BB4834}" dt="2026-10-03T07:49:02.098" v="2497" actId="20577"/>
          <ac:spMkLst>
            <pc:docMk/>
            <pc:sldMk cId="2874319167" sldId="287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8:26.358" v="2402" actId="20577"/>
          <ac:spMkLst>
            <pc:docMk/>
            <pc:sldMk cId="2874319167" sldId="287"/>
            <ac:spMk id="33" creationId="{8EDF2654-BE01-EF84-31E7-1DC08914F93A}"/>
          </ac:spMkLst>
        </pc:spChg>
        <pc:picChg chg="del">
          <ac:chgData name="이 은찬" userId="7171d596-a1e6-43c2-b263-57fdfdab9399" providerId="ADAL" clId="{7241B469-6F7B-4CDE-BA0B-9A3409BB4834}" dt="2026-10-03T07:48:22.654" v="2400" actId="478"/>
          <ac:picMkLst>
            <pc:docMk/>
            <pc:sldMk cId="2874319167" sldId="287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8:39:28.059" v="4965" actId="1036"/>
        <pc:sldMkLst>
          <pc:docMk/>
          <pc:sldMk cId="1571869871" sldId="288"/>
        </pc:sldMkLst>
        <pc:spChg chg="del">
          <ac:chgData name="이 은찬" userId="7171d596-a1e6-43c2-b263-57fdfdab9399" providerId="ADAL" clId="{7241B469-6F7B-4CDE-BA0B-9A3409BB4834}" dt="2026-10-03T07:50:10.590" v="2506" actId="478"/>
          <ac:spMkLst>
            <pc:docMk/>
            <pc:sldMk cId="1571869871" sldId="288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50:09.337" v="2504" actId="20577"/>
          <ac:spMkLst>
            <pc:docMk/>
            <pc:sldMk cId="1571869871" sldId="288"/>
            <ac:spMk id="5" creationId="{2DC5C4EB-7AE5-B4FD-194C-DDF27C085C94}"/>
          </ac:spMkLst>
        </pc:spChg>
        <pc:spChg chg="add mod">
          <ac:chgData name="이 은찬" userId="7171d596-a1e6-43c2-b263-57fdfdab9399" providerId="ADAL" clId="{7241B469-6F7B-4CDE-BA0B-9A3409BB4834}" dt="2026-10-03T07:50:55.809" v="2579" actId="1076"/>
          <ac:spMkLst>
            <pc:docMk/>
            <pc:sldMk cId="1571869871" sldId="288"/>
            <ac:spMk id="11" creationId="{43B165CF-36A7-3724-8E7A-66ACF57BBAF9}"/>
          </ac:spMkLst>
        </pc:spChg>
        <pc:spChg chg="add mod">
          <ac:chgData name="이 은찬" userId="7171d596-a1e6-43c2-b263-57fdfdab9399" providerId="ADAL" clId="{7241B469-6F7B-4CDE-BA0B-9A3409BB4834}" dt="2026-10-03T07:50:36.836" v="2574" actId="20577"/>
          <ac:spMkLst>
            <pc:docMk/>
            <pc:sldMk cId="1571869871" sldId="288"/>
            <ac:spMk id="13" creationId="{CAFD687C-756C-9E1E-631D-C4ABC19A009D}"/>
          </ac:spMkLst>
        </pc:spChg>
        <pc:spChg chg="mod">
          <ac:chgData name="이 은찬" userId="7171d596-a1e6-43c2-b263-57fdfdab9399" providerId="ADAL" clId="{7241B469-6F7B-4CDE-BA0B-9A3409BB4834}" dt="2026-10-03T07:52:23.992" v="2656" actId="20577"/>
          <ac:spMkLst>
            <pc:docMk/>
            <pc:sldMk cId="1571869871" sldId="288"/>
            <ac:spMk id="17" creationId="{6FA07EE4-18E1-C6EC-B297-E698AF7569D9}"/>
          </ac:spMkLst>
        </pc:spChg>
        <pc:spChg chg="mod">
          <ac:chgData name="이 은찬" userId="7171d596-a1e6-43c2-b263-57fdfdab9399" providerId="ADAL" clId="{7241B469-6F7B-4CDE-BA0B-9A3409BB4834}" dt="2026-10-03T07:50:52.374" v="2576"/>
          <ac:spMkLst>
            <pc:docMk/>
            <pc:sldMk cId="1571869871" sldId="288"/>
            <ac:spMk id="18" creationId="{6BD256ED-9DEB-99B2-FD61-870ECDF370B7}"/>
          </ac:spMkLst>
        </pc:spChg>
        <pc:spChg chg="mod">
          <ac:chgData name="이 은찬" userId="7171d596-a1e6-43c2-b263-57fdfdab9399" providerId="ADAL" clId="{7241B469-6F7B-4CDE-BA0B-9A3409BB4834}" dt="2026-10-03T07:51:08.925" v="2582" actId="20577"/>
          <ac:spMkLst>
            <pc:docMk/>
            <pc:sldMk cId="1571869871" sldId="288"/>
            <ac:spMk id="19" creationId="{84A01148-DACC-88D3-2E78-35A4545140EB}"/>
          </ac:spMkLst>
        </pc:spChg>
        <pc:spChg chg="add mod">
          <ac:chgData name="이 은찬" userId="7171d596-a1e6-43c2-b263-57fdfdab9399" providerId="ADAL" clId="{7241B469-6F7B-4CDE-BA0B-9A3409BB4834}" dt="2026-10-03T07:59:07.314" v="3485" actId="207"/>
          <ac:spMkLst>
            <pc:docMk/>
            <pc:sldMk cId="1571869871" sldId="288"/>
            <ac:spMk id="20" creationId="{CCD8B4FA-E154-3389-368E-F2271CB098FE}"/>
          </ac:spMkLst>
        </pc:spChg>
        <pc:spChg chg="add">
          <ac:chgData name="이 은찬" userId="7171d596-a1e6-43c2-b263-57fdfdab9399" providerId="ADAL" clId="{7241B469-6F7B-4CDE-BA0B-9A3409BB4834}" dt="2026-10-03T07:57:44.915" v="3451"/>
          <ac:spMkLst>
            <pc:docMk/>
            <pc:sldMk cId="1571869871" sldId="288"/>
            <ac:spMk id="21" creationId="{1EB63D41-FF7C-3D8C-2371-1AD4735C4152}"/>
          </ac:spMkLst>
        </pc:spChg>
        <pc:spChg chg="add mod">
          <ac:chgData name="이 은찬" userId="7171d596-a1e6-43c2-b263-57fdfdab9399" providerId="ADAL" clId="{7241B469-6F7B-4CDE-BA0B-9A3409BB4834}" dt="2026-10-03T08:39:28.059" v="4965" actId="1036"/>
          <ac:spMkLst>
            <pc:docMk/>
            <pc:sldMk cId="1571869871" sldId="288"/>
            <ac:spMk id="23" creationId="{0D6B8125-2256-EC3E-8E0C-94466408A0F9}"/>
          </ac:spMkLst>
        </pc:spChg>
        <pc:spChg chg="mod">
          <ac:chgData name="이 은찬" userId="7171d596-a1e6-43c2-b263-57fdfdab9399" providerId="ADAL" clId="{7241B469-6F7B-4CDE-BA0B-9A3409BB4834}" dt="2026-10-03T07:50:19.594" v="2508"/>
          <ac:spMkLst>
            <pc:docMk/>
            <pc:sldMk cId="1571869871" sldId="288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7:49:55.747" v="2502" actId="20577"/>
          <ac:spMkLst>
            <pc:docMk/>
            <pc:sldMk cId="1571869871" sldId="288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7:50:10.128" v="2505" actId="478"/>
          <ac:grpSpMkLst>
            <pc:docMk/>
            <pc:sldMk cId="1571869871" sldId="288"/>
            <ac:grpSpMk id="3" creationId="{547A2D70-E0C5-A0A3-3226-42C785AB5962}"/>
          </ac:grpSpMkLst>
        </pc:grpChg>
        <pc:grpChg chg="add mod">
          <ac:chgData name="이 은찬" userId="7171d596-a1e6-43c2-b263-57fdfdab9399" providerId="ADAL" clId="{7241B469-6F7B-4CDE-BA0B-9A3409BB4834}" dt="2026-10-03T07:51:06.814" v="2580" actId="1076"/>
          <ac:grpSpMkLst>
            <pc:docMk/>
            <pc:sldMk cId="1571869871" sldId="288"/>
            <ac:grpSpMk id="14" creationId="{A4746484-6F7D-0AE4-91D1-A8BB697D1679}"/>
          </ac:grpSpMkLst>
        </pc:grpChg>
        <pc:grpChg chg="mod">
          <ac:chgData name="이 은찬" userId="7171d596-a1e6-43c2-b263-57fdfdab9399" providerId="ADAL" clId="{7241B469-6F7B-4CDE-BA0B-9A3409BB4834}" dt="2026-10-03T07:50:52.374" v="2576"/>
          <ac:grpSpMkLst>
            <pc:docMk/>
            <pc:sldMk cId="1571869871" sldId="288"/>
            <ac:grpSpMk id="16" creationId="{FA7BA1F0-8838-FE38-E83F-FD410996DEA6}"/>
          </ac:grpSpMkLst>
        </pc:grpChg>
        <pc:picChg chg="del">
          <ac:chgData name="이 은찬" userId="7171d596-a1e6-43c2-b263-57fdfdab9399" providerId="ADAL" clId="{7241B469-6F7B-4CDE-BA0B-9A3409BB4834}" dt="2026-10-03T07:50:07.323" v="2503" actId="478"/>
          <ac:picMkLst>
            <pc:docMk/>
            <pc:sldMk cId="1571869871" sldId="288"/>
            <ac:picMk id="15" creationId="{9960478C-DBB1-98EC-B755-3BB7124CC62B}"/>
          </ac:picMkLst>
        </pc:picChg>
        <pc:picChg chg="add mod modCrop">
          <ac:chgData name="이 은찬" userId="7171d596-a1e6-43c2-b263-57fdfdab9399" providerId="ADAL" clId="{7241B469-6F7B-4CDE-BA0B-9A3409BB4834}" dt="2026-10-03T07:58:14.939" v="3459" actId="14100"/>
          <ac:picMkLst>
            <pc:docMk/>
            <pc:sldMk cId="1571869871" sldId="288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4:15.033" v="5344" actId="47"/>
        <pc:sldMkLst>
          <pc:docMk/>
          <pc:sldMk cId="298462454" sldId="289"/>
        </pc:sldMkLst>
        <pc:spChg chg="add">
          <ac:chgData name="이 은찬" userId="7171d596-a1e6-43c2-b263-57fdfdab9399" providerId="ADAL" clId="{7241B469-6F7B-4CDE-BA0B-9A3409BB4834}" dt="2026-10-03T08:04:37.386" v="3588"/>
          <ac:spMkLst>
            <pc:docMk/>
            <pc:sldMk cId="298462454" sldId="289"/>
            <ac:spMk id="2" creationId="{F513477D-9091-EE27-D91B-660A9F31AD3C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9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20" creationId="{CCD8B4FA-E154-3389-368E-F2271CB098FE}"/>
          </ac:spMkLst>
        </pc:spChg>
        <pc:spChg chg="mod">
          <ac:chgData name="이 은찬" userId="7171d596-a1e6-43c2-b263-57fdfdab9399" providerId="ADAL" clId="{7241B469-6F7B-4CDE-BA0B-9A3409BB4834}" dt="2026-10-03T08:01:37.700" v="3583" actId="20577"/>
          <ac:spMkLst>
            <pc:docMk/>
            <pc:sldMk cId="298462454" sldId="289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0:05.199" v="3488" actId="20577"/>
          <ac:spMkLst>
            <pc:docMk/>
            <pc:sldMk cId="298462454" sldId="289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8:01:18.983" v="3552" actId="478"/>
          <ac:grpSpMkLst>
            <pc:docMk/>
            <pc:sldMk cId="298462454" sldId="289"/>
            <ac:grpSpMk id="14" creationId="{A4746484-6F7D-0AE4-91D1-A8BB697D1679}"/>
          </ac:grpSpMkLst>
        </pc:grpChg>
        <pc:picChg chg="add mod">
          <ac:chgData name="이 은찬" userId="7171d596-a1e6-43c2-b263-57fdfdab9399" providerId="ADAL" clId="{7241B469-6F7B-4CDE-BA0B-9A3409BB4834}" dt="2026-10-03T08:04:54.827" v="3594" actId="14100"/>
          <ac:picMkLst>
            <pc:docMk/>
            <pc:sldMk cId="298462454" sldId="289"/>
            <ac:picMk id="3" creationId="{448490BA-029E-D71D-ACF7-2A98E5DDBCC6}"/>
          </ac:picMkLst>
        </pc:picChg>
        <pc:picChg chg="del">
          <ac:chgData name="이 은찬" userId="7171d596-a1e6-43c2-b263-57fdfdab9399" providerId="ADAL" clId="{7241B469-6F7B-4CDE-BA0B-9A3409BB4834}" dt="2026-10-03T08:01:18.983" v="3552" actId="478"/>
          <ac:picMkLst>
            <pc:docMk/>
            <pc:sldMk cId="298462454" sldId="289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01.165" v="5350" actId="47"/>
        <pc:sldMkLst>
          <pc:docMk/>
          <pc:sldMk cId="2843761646" sldId="290"/>
        </pc:sldMkLst>
        <pc:spChg chg="add mod">
          <ac:chgData name="이 은찬" userId="7171d596-a1e6-43c2-b263-57fdfdab9399" providerId="ADAL" clId="{7241B469-6F7B-4CDE-BA0B-9A3409BB4834}" dt="2026-10-03T08:11:03.047" v="3842" actId="207"/>
          <ac:spMkLst>
            <pc:docMk/>
            <pc:sldMk cId="2843761646" sldId="290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1:59.686" v="3845" actId="20577"/>
          <ac:spMkLst>
            <pc:docMk/>
            <pc:sldMk cId="2843761646" sldId="290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06:44.251" v="3689" actId="20577"/>
          <ac:spMkLst>
            <pc:docMk/>
            <pc:sldMk cId="2843761646" sldId="290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6:12.678" v="3609" actId="20577"/>
          <ac:spMkLst>
            <pc:docMk/>
            <pc:sldMk cId="2843761646" sldId="290"/>
            <ac:spMk id="31" creationId="{C03F09F3-36C3-A1E2-BBA6-B2B1A807FCEE}"/>
          </ac:spMkLst>
        </pc:spChg>
        <pc:picChg chg="add mod modCrop">
          <ac:chgData name="이 은찬" userId="7171d596-a1e6-43c2-b263-57fdfdab9399" providerId="ADAL" clId="{7241B469-6F7B-4CDE-BA0B-9A3409BB4834}" dt="2026-10-03T08:09:25.748" v="3707" actId="14100"/>
          <ac:picMkLst>
            <pc:docMk/>
            <pc:sldMk cId="2843761646" sldId="290"/>
            <ac:picMk id="2" creationId="{7C910491-06F3-AF9E-DE68-FFB7C61DD673}"/>
          </ac:picMkLst>
        </pc:picChg>
        <pc:picChg chg="del">
          <ac:chgData name="이 은찬" userId="7171d596-a1e6-43c2-b263-57fdfdab9399" providerId="ADAL" clId="{7241B469-6F7B-4CDE-BA0B-9A3409BB4834}" dt="2026-10-03T08:06:09.270" v="3607" actId="478"/>
          <ac:picMkLst>
            <pc:docMk/>
            <pc:sldMk cId="2843761646" sldId="290"/>
            <ac:picMk id="3" creationId="{448490BA-029E-D71D-ACF7-2A98E5DDBCC6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57.289" v="5360" actId="47"/>
        <pc:sldMkLst>
          <pc:docMk/>
          <pc:sldMk cId="296720574" sldId="291"/>
        </pc:sldMkLst>
        <pc:spChg chg="del">
          <ac:chgData name="이 은찬" userId="7171d596-a1e6-43c2-b263-57fdfdab9399" providerId="ADAL" clId="{7241B469-6F7B-4CDE-BA0B-9A3409BB4834}" dt="2026-10-03T08:14:28.394" v="4018" actId="478"/>
          <ac:spMkLst>
            <pc:docMk/>
            <pc:sldMk cId="296720574" sldId="291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2:06.864" v="3846"/>
          <ac:spMkLst>
            <pc:docMk/>
            <pc:sldMk cId="296720574" sldId="291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21:11.767" v="4318" actId="207"/>
          <ac:spMkLst>
            <pc:docMk/>
            <pc:sldMk cId="296720574" sldId="291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13:08.295" v="3848" actId="20577"/>
          <ac:spMkLst>
            <pc:docMk/>
            <pc:sldMk cId="296720574" sldId="291"/>
            <ac:spMk id="31" creationId="{C03F09F3-36C3-A1E2-BBA6-B2B1A807FCEE}"/>
          </ac:spMkLst>
        </pc:spChg>
        <pc:graphicFrameChg chg="add mod modGraphic">
          <ac:chgData name="이 은찬" userId="7171d596-a1e6-43c2-b263-57fdfdab9399" providerId="ADAL" clId="{7241B469-6F7B-4CDE-BA0B-9A3409BB4834}" dt="2026-10-03T09:12:00.971" v="5206" actId="20577"/>
          <ac:graphicFrameMkLst>
            <pc:docMk/>
            <pc:sldMk cId="296720574" sldId="291"/>
            <ac:graphicFrameMk id="3" creationId="{4FBD5310-791A-2D22-68DD-D5011ED6BADE}"/>
          </ac:graphicFrameMkLst>
        </pc:graphicFrameChg>
        <pc:picChg chg="del">
          <ac:chgData name="이 은찬" userId="7171d596-a1e6-43c2-b263-57fdfdab9399" providerId="ADAL" clId="{7241B469-6F7B-4CDE-BA0B-9A3409BB4834}" dt="2026-10-03T08:14:28.855" v="4019" actId="478"/>
          <ac:picMkLst>
            <pc:docMk/>
            <pc:sldMk cId="296720574" sldId="291"/>
            <ac:picMk id="2" creationId="{7C910491-06F3-AF9E-DE68-FFB7C61DD673}"/>
          </ac:picMkLst>
        </pc:picChg>
      </pc:sldChg>
      <pc:sldChg chg="modSp add del mod">
        <pc:chgData name="이 은찬" userId="7171d596-a1e6-43c2-b263-57fdfdab9399" providerId="ADAL" clId="{7241B469-6F7B-4CDE-BA0B-9A3409BB4834}" dt="2026-10-03T08:25:01.752" v="4434" actId="47"/>
        <pc:sldMkLst>
          <pc:docMk/>
          <pc:sldMk cId="1678362350" sldId="292"/>
        </pc:sldMkLst>
        <pc:spChg chg="mod">
          <ac:chgData name="이 은찬" userId="7171d596-a1e6-43c2-b263-57fdfdab9399" providerId="ADAL" clId="{7241B469-6F7B-4CDE-BA0B-9A3409BB4834}" dt="2026-10-03T08:15:57.075" v="4056"/>
          <ac:spMkLst>
            <pc:docMk/>
            <pc:sldMk cId="1678362350" sldId="292"/>
            <ac:spMk id="29" creationId="{A62A6DE8-A1F9-6F73-ACB6-86786FD63B50}"/>
          </ac:spMkLst>
        </pc:spChg>
      </pc:sldChg>
      <pc:sldChg chg="modSp add del mod">
        <pc:chgData name="이 은찬" userId="7171d596-a1e6-43c2-b263-57fdfdab9399" providerId="ADAL" clId="{7241B469-6F7B-4CDE-BA0B-9A3409BB4834}" dt="2026-10-03T09:15:58.179" v="5361" actId="47"/>
        <pc:sldMkLst>
          <pc:docMk/>
          <pc:sldMk cId="2027176658" sldId="293"/>
        </pc:sldMkLst>
        <pc:spChg chg="mod">
          <ac:chgData name="이 은찬" userId="7171d596-a1e6-43c2-b263-57fdfdab9399" providerId="ADAL" clId="{7241B469-6F7B-4CDE-BA0B-9A3409BB4834}" dt="2026-10-03T08:21:24.767" v="4320" actId="207"/>
          <ac:spMkLst>
            <pc:docMk/>
            <pc:sldMk cId="2027176658" sldId="293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21:30.846" v="4323" actId="20577"/>
          <ac:spMkLst>
            <pc:docMk/>
            <pc:sldMk cId="2027176658" sldId="293"/>
            <ac:spMk id="31" creationId="{C03F09F3-36C3-A1E2-BBA6-B2B1A807FCEE}"/>
          </ac:spMkLst>
        </pc:spChg>
        <pc:graphicFrameChg chg="modGraphic">
          <ac:chgData name="이 은찬" userId="7171d596-a1e6-43c2-b263-57fdfdab9399" providerId="ADAL" clId="{7241B469-6F7B-4CDE-BA0B-9A3409BB4834}" dt="2026-10-03T09:12:06.282" v="5213" actId="20577"/>
          <ac:graphicFrameMkLst>
            <pc:docMk/>
            <pc:sldMk cId="2027176658" sldId="293"/>
            <ac:graphicFrameMk id="3" creationId="{4FBD5310-791A-2D22-68DD-D5011ED6BADE}"/>
          </ac:graphicFrameMkLst>
        </pc:graphicFrameChg>
      </pc:sldChg>
      <pc:sldChg chg="addSp delSp modSp add mod">
        <pc:chgData name="이 은찬" userId="7171d596-a1e6-43c2-b263-57fdfdab9399" providerId="ADAL" clId="{7241B469-6F7B-4CDE-BA0B-9A3409BB4834}" dt="2026-10-03T08:41:06.160" v="5014" actId="1036"/>
        <pc:sldMkLst>
          <pc:docMk/>
          <pc:sldMk cId="2768174384" sldId="294"/>
        </pc:sldMkLst>
        <pc:spChg chg="mod">
          <ac:chgData name="이 은찬" userId="7171d596-a1e6-43c2-b263-57fdfdab9399" providerId="ADAL" clId="{7241B469-6F7B-4CDE-BA0B-9A3409BB4834}" dt="2026-10-03T08:37:09.352" v="495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7241B469-6F7B-4CDE-BA0B-9A3409BB4834}" dt="2026-10-03T08:39:49.004" v="4967"/>
          <ac:spMkLst>
            <pc:docMk/>
            <pc:sldMk cId="2768174384" sldId="294"/>
            <ac:spMk id="4" creationId="{A09F3E78-DA3E-CE77-9FD7-8CE1F45E2F68}"/>
          </ac:spMkLst>
        </pc:spChg>
        <pc:spChg chg="add">
          <ac:chgData name="이 은찬" userId="7171d596-a1e6-43c2-b263-57fdfdab9399" providerId="ADAL" clId="{7241B469-6F7B-4CDE-BA0B-9A3409BB4834}" dt="2026-10-03T08:40:32.569" v="4996"/>
          <ac:spMkLst>
            <pc:docMk/>
            <pc:sldMk cId="2768174384" sldId="294"/>
            <ac:spMk id="7" creationId="{FA614384-94F2-B019-A517-A59F878E3CE0}"/>
          </ac:spMkLst>
        </pc:spChg>
        <pc:spChg chg="mod">
          <ac:chgData name="이 은찬" userId="7171d596-a1e6-43c2-b263-57fdfdab9399" providerId="ADAL" clId="{7241B469-6F7B-4CDE-BA0B-9A3409BB4834}" dt="2026-10-03T08:40:25.137" v="4986" actId="1076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7241B469-6F7B-4CDE-BA0B-9A3409BB4834}" dt="2026-10-03T08:40:28.012" v="4994" actId="14100"/>
          <ac:picMkLst>
            <pc:docMk/>
            <pc:sldMk cId="2768174384" sldId="294"/>
            <ac:picMk id="5" creationId="{CF43EE52-6C1B-6107-2AB5-E39BBF98D5C0}"/>
          </ac:picMkLst>
        </pc:picChg>
        <pc:picChg chg="add del">
          <ac:chgData name="이 은찬" userId="7171d596-a1e6-43c2-b263-57fdfdab9399" providerId="ADAL" clId="{7241B469-6F7B-4CDE-BA0B-9A3409BB4834}" dt="2026-10-03T08:40:51.739" v="5003" actId="478"/>
          <ac:picMkLst>
            <pc:docMk/>
            <pc:sldMk cId="2768174384" sldId="294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7241B469-6F7B-4CDE-BA0B-9A3409BB4834}" dt="2026-10-03T08:40:51.120" v="5002" actId="478"/>
          <ac:picMkLst>
            <pc:docMk/>
            <pc:sldMk cId="2768174384" sldId="294"/>
            <ac:picMk id="10" creationId="{C200ED30-01C9-FE85-A298-F335E612CECE}"/>
          </ac:picMkLst>
        </pc:picChg>
        <pc:picChg chg="add mod">
          <ac:chgData name="이 은찬" userId="7171d596-a1e6-43c2-b263-57fdfdab9399" providerId="ADAL" clId="{7241B469-6F7B-4CDE-BA0B-9A3409BB4834}" dt="2026-10-03T08:41:06.160" v="5014" actId="1036"/>
          <ac:picMkLst>
            <pc:docMk/>
            <pc:sldMk cId="2768174384" sldId="294"/>
            <ac:picMk id="11" creationId="{493018B0-CE4A-D0BF-446D-44B1EFCA6D20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06.588" v="5342"/>
        <pc:sldMkLst>
          <pc:docMk/>
          <pc:sldMk cId="1866115114" sldId="295"/>
        </pc:sldMkLst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4" creationId="{68D14474-16FC-D441-48A8-F31FB7A78B87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5" creationId="{5F1D2E85-6331-9698-7ACF-7480B5278E9D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6" creationId="{3B5653CC-EA61-2060-5932-9F108B8492C8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0" creationId="{CCD8B4FA-E154-3389-368E-F2271CB098FE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3" creationId="{0D6B8125-2256-EC3E-8E0C-94466408A0F9}"/>
          </ac:spMkLst>
        </pc:spChg>
        <pc:grpChg chg="add 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2" creationId="{56D603D2-E3F2-83EB-4760-A46EDB12C1B3}"/>
          </ac:grpSpMkLst>
        </pc:grpChg>
        <pc:grpChg chg="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3" creationId="{355C0928-0C25-D321-30E1-76867C4DC0D1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14" creationId="{A4746484-6F7D-0AE4-91D1-A8BB697D1679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27" creationId="{50E4FE5F-8FE3-5771-A904-D3CD8879301B}"/>
          </ac:grpSpMkLst>
        </pc:grpChg>
        <pc:picChg chg="add mod">
          <ac:chgData name="이 은찬" userId="7171d596-a1e6-43c2-b263-57fdfdab9399" providerId="ADAL" clId="{7241B469-6F7B-4CDE-BA0B-9A3409BB4834}" dt="2026-10-03T09:14:06.588" v="5342"/>
          <ac:picMkLst>
            <pc:docMk/>
            <pc:sldMk cId="1866115114" sldId="295"/>
            <ac:picMk id="7" creationId="{A2C44543-E194-81EA-9A50-8AC7958A8F17}"/>
          </ac:picMkLst>
        </pc:picChg>
        <pc:picChg chg="del">
          <ac:chgData name="이 은찬" userId="7171d596-a1e6-43c2-b263-57fdfdab9399" providerId="ADAL" clId="{7241B469-6F7B-4CDE-BA0B-9A3409BB4834}" dt="2026-10-03T09:14:06.018" v="5341" actId="478"/>
          <ac:picMkLst>
            <pc:docMk/>
            <pc:sldMk cId="1866115114" sldId="295"/>
            <ac:picMk id="22" creationId="{76B7DBFA-EC9B-F929-B9D2-08AE42C10F91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56.241" v="5349"/>
        <pc:sldMkLst>
          <pc:docMk/>
          <pc:sldMk cId="4075735417" sldId="296"/>
        </pc:sldMkLst>
        <pc:spChg chg="mod">
          <ac:chgData name="이 은찬" userId="7171d596-a1e6-43c2-b263-57fdfdab9399" providerId="ADAL" clId="{7241B469-6F7B-4CDE-BA0B-9A3409BB4834}" dt="2026-10-03T09:14:56.241" v="5349"/>
          <ac:spMkLst>
            <pc:docMk/>
            <pc:sldMk cId="4075735417" sldId="296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4" creationId="{7ED4DFF5-F841-CE68-CE5C-2DCAF3B4208D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5" creationId="{B85FEB0C-5CAC-D3B0-9602-3EB7424835CF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6" creationId="{D10DBB7F-421E-3DC9-5590-0BDC6E2B9C0D}"/>
          </ac:spMkLst>
        </pc:spChg>
        <pc:spChg chg="add 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8" creationId="{59080EF4-7940-B39F-7B30-F8692B6790BC}"/>
          </ac:spMkLst>
        </pc:spChg>
        <pc:grpChg chg="del">
          <ac:chgData name="이 은찬" userId="7171d596-a1e6-43c2-b263-57fdfdab9399" providerId="ADAL" clId="{7241B469-6F7B-4CDE-BA0B-9A3409BB4834}" dt="2026-10-03T09:14:26.087" v="5345" actId="478"/>
          <ac:grpSpMkLst>
            <pc:docMk/>
            <pc:sldMk cId="4075735417" sldId="296"/>
            <ac:grpSpMk id="2" creationId="{56D603D2-E3F2-83EB-4760-A46EDB12C1B3}"/>
          </ac:grpSpMkLst>
        </pc:grpChg>
        <pc:grpChg chg="add 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1" creationId="{E9AB9FCB-1401-ACCF-35CA-9AC913E7A45D}"/>
          </ac:grpSpMkLst>
        </pc:grpChg>
        <pc:grpChg chg="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3" creationId="{79173939-0B51-7D29-B503-CB2E894C2D3F}"/>
          </ac:grpSpMkLst>
        </pc:grpChg>
        <pc:picChg chg="del">
          <ac:chgData name="이 은찬" userId="7171d596-a1e6-43c2-b263-57fdfdab9399" providerId="ADAL" clId="{7241B469-6F7B-4CDE-BA0B-9A3409BB4834}" dt="2026-10-03T09:14:26.087" v="5345" actId="478"/>
          <ac:picMkLst>
            <pc:docMk/>
            <pc:sldMk cId="4075735417" sldId="296"/>
            <ac:picMk id="7" creationId="{A2C44543-E194-81EA-9A50-8AC7958A8F17}"/>
          </ac:picMkLst>
        </pc:picChg>
        <pc:picChg chg="add mod">
          <ac:chgData name="이 은찬" userId="7171d596-a1e6-43c2-b263-57fdfdab9399" providerId="ADAL" clId="{7241B469-6F7B-4CDE-BA0B-9A3409BB4834}" dt="2026-10-03T09:14:34.174" v="5346"/>
          <ac:picMkLst>
            <pc:docMk/>
            <pc:sldMk cId="4075735417" sldId="296"/>
            <ac:picMk id="17" creationId="{3DD26137-46E6-CFEF-FC3F-645E0E9EF4E9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5:44.583" v="5358"/>
        <pc:sldMkLst>
          <pc:docMk/>
          <pc:sldMk cId="3289749149" sldId="297"/>
        </pc:sldMkLst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4" creationId="{2AE59EB0-42FF-E44C-ED06-BAC017ECC283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5" creationId="{60998722-D4FE-4AAA-26E2-AFF71C4868ED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6" creationId="{E6EEDB58-90ED-535F-FCEE-A97A5DAF3EBB}"/>
          </ac:spMkLst>
        </pc:spChg>
        <pc:spChg chg="add del">
          <ac:chgData name="이 은찬" userId="7171d596-a1e6-43c2-b263-57fdfdab9399" providerId="ADAL" clId="{7241B469-6F7B-4CDE-BA0B-9A3409BB4834}" dt="2026-10-03T09:15:24.452" v="5354" actId="478"/>
          <ac:spMkLst>
            <pc:docMk/>
            <pc:sldMk cId="3289749149" sldId="297"/>
            <ac:spMk id="9" creationId="{00000000-0000-0000-0000-000000000000}"/>
          </ac:spMkLst>
        </pc:spChg>
        <pc:spChg chg="add del">
          <ac:chgData name="이 은찬" userId="7171d596-a1e6-43c2-b263-57fdfdab9399" providerId="ADAL" clId="{7241B469-6F7B-4CDE-BA0B-9A3409BB4834}" dt="2026-10-03T09:15:27.064" v="5355" actId="478"/>
          <ac:spMkLst>
            <pc:docMk/>
            <pc:sldMk cId="3289749149" sldId="297"/>
            <ac:spMk id="18" creationId="{59080EF4-7940-B39F-7B30-F8692B6790BC}"/>
          </ac:spMkLst>
        </pc:spChg>
        <pc:grpChg chg="add 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2" creationId="{82DC8213-02E9-EE01-AE16-8C129CB73872}"/>
          </ac:grpSpMkLst>
        </pc:grpChg>
        <pc:grpChg chg="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3" creationId="{8886A5D5-D8A0-63A7-5BE9-2B89EF84970C}"/>
          </ac:grpSpMkLst>
        </pc:grpChg>
        <pc:grpChg chg="add del">
          <ac:chgData name="이 은찬" userId="7171d596-a1e6-43c2-b263-57fdfdab9399" providerId="ADAL" clId="{7241B469-6F7B-4CDE-BA0B-9A3409BB4834}" dt="2026-10-03T09:15:27.064" v="5355" actId="478"/>
          <ac:grpSpMkLst>
            <pc:docMk/>
            <pc:sldMk cId="3289749149" sldId="297"/>
            <ac:grpSpMk id="11" creationId="{E9AB9FCB-1401-ACCF-35CA-9AC913E7A45D}"/>
          </ac:grpSpMkLst>
        </pc:grpChg>
        <pc:graphicFrameChg chg="add mod">
          <ac:chgData name="이 은찬" userId="7171d596-a1e6-43c2-b263-57fdfdab9399" providerId="ADAL" clId="{7241B469-6F7B-4CDE-BA0B-9A3409BB4834}" dt="2026-10-03T09:15:44.583" v="5358"/>
          <ac:graphicFrameMkLst>
            <pc:docMk/>
            <pc:sldMk cId="3289749149" sldId="297"/>
            <ac:graphicFrameMk id="7" creationId="{4A3949E6-CEBE-0C27-3003-0984B5A6D6E3}"/>
          </ac:graphicFrameMkLst>
        </pc:graphicFrameChg>
        <pc:picChg chg="add del">
          <ac:chgData name="이 은찬" userId="7171d596-a1e6-43c2-b263-57fdfdab9399" providerId="ADAL" clId="{7241B469-6F7B-4CDE-BA0B-9A3409BB4834}" dt="2026-10-03T09:15:27.064" v="5355" actId="478"/>
          <ac:picMkLst>
            <pc:docMk/>
            <pc:sldMk cId="3289749149" sldId="297"/>
            <ac:picMk id="17" creationId="{3DD26137-46E6-CFEF-FC3F-645E0E9EF4E9}"/>
          </ac:picMkLst>
        </pc:picChg>
      </pc:sldChg>
      <pc:sldChg chg="add del">
        <pc:chgData name="이 은찬" userId="7171d596-a1e6-43c2-b263-57fdfdab9399" providerId="ADAL" clId="{7241B469-6F7B-4CDE-BA0B-9A3409BB4834}" dt="2026-10-03T09:15:32.890" v="5357" actId="47"/>
        <pc:sldMkLst>
          <pc:docMk/>
          <pc:sldMk cId="3521947670" sldId="298"/>
        </pc:sldMkLst>
      </pc:sldChg>
      <pc:sldChg chg="addSp modSp add">
        <pc:chgData name="이 은찬" userId="7171d596-a1e6-43c2-b263-57fdfdab9399" providerId="ADAL" clId="{7241B469-6F7B-4CDE-BA0B-9A3409BB4834}" dt="2026-10-03T09:15:55.910" v="5359"/>
        <pc:sldMkLst>
          <pc:docMk/>
          <pc:sldMk cId="834068119" sldId="299"/>
        </pc:sldMkLst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4" creationId="{17B400B7-43BF-F605-0D1F-D8BBFE2CAE87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5" creationId="{B7CFC0CA-6DE1-9E96-4B82-0B39657007EC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6" creationId="{9F5B42F9-8B1D-20FE-22DE-C9EA8B020A93}"/>
          </ac:spMkLst>
        </pc:spChg>
        <pc:grpChg chg="add 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2" creationId="{AA2319AA-D7EE-4908-8D9E-4791BD48FF3F}"/>
          </ac:grpSpMkLst>
        </pc:grpChg>
        <pc:grpChg chg="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3" creationId="{01124F9F-83F6-A95F-A9F8-E7EA1F8D0EB0}"/>
          </ac:grpSpMkLst>
        </pc:grpChg>
        <pc:graphicFrameChg chg="add mod">
          <ac:chgData name="이 은찬" userId="7171d596-a1e6-43c2-b263-57fdfdab9399" providerId="ADAL" clId="{7241B469-6F7B-4CDE-BA0B-9A3409BB4834}" dt="2026-10-03T09:15:55.910" v="5359"/>
          <ac:graphicFrameMkLst>
            <pc:docMk/>
            <pc:sldMk cId="834068119" sldId="299"/>
            <ac:graphicFrameMk id="7" creationId="{3FE34DBD-5690-CE26-A656-EAA4C8926274}"/>
          </ac:graphicFrameMkLst>
        </pc:graphicFrameChg>
      </pc:sldChg>
    </pc:docChg>
  </pc:docChgLst>
  <pc:docChgLst>
    <pc:chgData name="이 은찬" userId="7171d596-a1e6-43c2-b263-57fdfdab9399" providerId="ADAL" clId="{DA5D67FD-7EFE-4B61-8369-8F9F6D30E81F}"/>
    <pc:docChg chg="undo redo custSel addSld delSld modSld">
      <pc:chgData name="이 은찬" userId="7171d596-a1e6-43c2-b263-57fdfdab9399" providerId="ADAL" clId="{DA5D67FD-7EFE-4B61-8369-8F9F6D30E81F}" dt="2026-10-03T13:47:47.993" v="6614"/>
      <pc:docMkLst>
        <pc:docMk/>
      </pc:docMkLst>
      <pc:sldChg chg="addSp modSp mod">
        <pc:chgData name="이 은찬" userId="7171d596-a1e6-43c2-b263-57fdfdab9399" providerId="ADAL" clId="{DA5D67FD-7EFE-4B61-8369-8F9F6D30E81F}" dt="2026-10-03T09:20:12.885" v="12" actId="20577"/>
        <pc:sldMkLst>
          <pc:docMk/>
          <pc:sldMk cId="2746174679" sldId="264"/>
        </pc:sldMkLst>
        <pc:spChg chg="mod">
          <ac:chgData name="이 은찬" userId="7171d596-a1e6-43c2-b263-57fdfdab9399" providerId="ADAL" clId="{DA5D67FD-7EFE-4B61-8369-8F9F6D30E81F}" dt="2026-10-03T09:20:12.885" v="12" actId="20577"/>
          <ac:spMkLst>
            <pc:docMk/>
            <pc:sldMk cId="2746174679" sldId="264"/>
            <ac:spMk id="4" creationId="{FA334E57-535E-D53B-C8AD-17A1D28241E4}"/>
          </ac:spMkLst>
        </pc:spChg>
        <pc:spChg chg="add mod">
          <ac:chgData name="이 은찬" userId="7171d596-a1e6-43c2-b263-57fdfdab9399" providerId="ADAL" clId="{DA5D67FD-7EFE-4B61-8369-8F9F6D30E81F}" dt="2026-10-03T09:19:36.975" v="6"/>
          <ac:spMkLst>
            <pc:docMk/>
            <pc:sldMk cId="2746174679" sldId="264"/>
            <ac:spMk id="5" creationId="{1C496EF9-AD23-B47A-4FB1-CEA92073F32C}"/>
          </ac:spMkLst>
        </pc:spChg>
        <pc:spChg chg="add mod">
          <ac:chgData name="이 은찬" userId="7171d596-a1e6-43c2-b263-57fdfdab9399" providerId="ADAL" clId="{DA5D67FD-7EFE-4B61-8369-8F9F6D30E81F}" dt="2026-10-03T09:19:47.962" v="8"/>
          <ac:spMkLst>
            <pc:docMk/>
            <pc:sldMk cId="2746174679" sldId="264"/>
            <ac:spMk id="6" creationId="{EDBFDDA4-8487-5257-F428-9C2FDB9AE840}"/>
          </ac:spMkLst>
        </pc:spChg>
        <pc:spChg chg="mod">
          <ac:chgData name="이 은찬" userId="7171d596-a1e6-43c2-b263-57fdfdab9399" providerId="ADAL" clId="{DA5D67FD-7EFE-4B61-8369-8F9F6D30E81F}" dt="2026-10-03T09:18:56.780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DA5D67FD-7EFE-4B61-8369-8F9F6D30E81F}" dt="2026-10-03T09:19:59.177" v="9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DA5D67FD-7EFE-4B61-8369-8F9F6D30E81F}" dt="2026-10-03T09:45:25.404" v="920"/>
        <pc:sldMkLst>
          <pc:docMk/>
          <pc:sldMk cId="1828356913" sldId="265"/>
        </pc:sldMkLst>
        <pc:spChg chg="mod">
          <ac:chgData name="이 은찬" userId="7171d596-a1e6-43c2-b263-57fdfdab9399" providerId="ADAL" clId="{DA5D67FD-7EFE-4B61-8369-8F9F6D30E81F}" dt="2026-10-03T09:45:25.404" v="920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add del mod">
        <pc:chgData name="이 은찬" userId="7171d596-a1e6-43c2-b263-57fdfdab9399" providerId="ADAL" clId="{DA5D67FD-7EFE-4B61-8369-8F9F6D30E81F}" dt="2026-10-03T09:45:04.067" v="916" actId="47"/>
        <pc:sldMkLst>
          <pc:docMk/>
          <pc:sldMk cId="4246831794" sldId="266"/>
        </pc:sldMkLst>
        <pc:spChg chg="mod">
          <ac:chgData name="이 은찬" userId="7171d596-a1e6-43c2-b263-57fdfdab9399" providerId="ADAL" clId="{DA5D67FD-7EFE-4B61-8369-8F9F6D30E81F}" dt="2026-10-03T09:29:22.276" v="105" actId="20577"/>
          <ac:spMkLst>
            <pc:docMk/>
            <pc:sldMk cId="4246831794" sldId="266"/>
            <ac:spMk id="2" creationId="{00000000-0000-0000-0000-000000000000}"/>
          </ac:spMkLst>
        </pc:spChg>
        <pc:spChg chg="add del">
          <ac:chgData name="이 은찬" userId="7171d596-a1e6-43c2-b263-57fdfdab9399" providerId="ADAL" clId="{DA5D67FD-7EFE-4B61-8369-8F9F6D30E81F}" dt="2026-10-03T09:31:25.707" v="321" actId="478"/>
          <ac:spMkLst>
            <pc:docMk/>
            <pc:sldMk cId="4246831794" sldId="266"/>
            <ac:spMk id="4" creationId="{478E83B3-0D1F-8C33-185D-0525C56788A8}"/>
          </ac:spMkLst>
        </pc:spChg>
        <pc:spChg chg="add del">
          <ac:chgData name="이 은찬" userId="7171d596-a1e6-43c2-b263-57fdfdab9399" providerId="ADAL" clId="{DA5D67FD-7EFE-4B61-8369-8F9F6D30E81F}" dt="2026-10-03T09:31:26.176" v="322" actId="478"/>
          <ac:spMkLst>
            <pc:docMk/>
            <pc:sldMk cId="4246831794" sldId="266"/>
            <ac:spMk id="11" creationId="{633A60DF-EA79-DF55-16FD-AB2777B25155}"/>
          </ac:spMkLst>
        </pc:spChg>
        <pc:spChg chg="mod">
          <ac:chgData name="이 은찬" userId="7171d596-a1e6-43c2-b263-57fdfdab9399" providerId="ADAL" clId="{DA5D67FD-7EFE-4B61-8369-8F9F6D30E81F}" dt="2026-10-03T09:31:14.485" v="318" actId="20577"/>
          <ac:spMkLst>
            <pc:docMk/>
            <pc:sldMk cId="4246831794" sldId="266"/>
            <ac:spMk id="14" creationId="{D8E5F600-0999-9422-1C3C-8299F3CA9C9E}"/>
          </ac:spMkLst>
        </pc:spChg>
      </pc:sldChg>
      <pc:sldChg chg="modSp mod">
        <pc:chgData name="이 은찬" userId="7171d596-a1e6-43c2-b263-57fdfdab9399" providerId="ADAL" clId="{DA5D67FD-7EFE-4B61-8369-8F9F6D30E81F}" dt="2026-10-03T09:45:54.377" v="928" actId="1076"/>
        <pc:sldMkLst>
          <pc:docMk/>
          <pc:sldMk cId="1468056876" sldId="272"/>
        </pc:sldMkLst>
        <pc:spChg chg="mod">
          <ac:chgData name="이 은찬" userId="7171d596-a1e6-43c2-b263-57fdfdab9399" providerId="ADAL" clId="{DA5D67FD-7EFE-4B61-8369-8F9F6D30E81F}" dt="2026-10-03T09:45:47.592" v="926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DA5D67FD-7EFE-4B61-8369-8F9F6D30E81F}" dt="2026-10-03T09:45:41.054" v="923"/>
          <ac:spMkLst>
            <pc:docMk/>
            <pc:sldMk cId="1468056876" sldId="272"/>
            <ac:spMk id="9" creationId="{DFD1A338-1A2E-A94C-E877-B5FD7BF6AB01}"/>
          </ac:spMkLst>
        </pc:spChg>
        <pc:grpChg chg="mod">
          <ac:chgData name="이 은찬" userId="7171d596-a1e6-43c2-b263-57fdfdab9399" providerId="ADAL" clId="{DA5D67FD-7EFE-4B61-8369-8F9F6D30E81F}" dt="2026-10-03T09:45:54.377" v="928" actId="1076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DA5D67FD-7EFE-4B61-8369-8F9F6D30E81F}" dt="2026-10-03T13:04:12.525" v="5670" actId="47"/>
        <pc:sldMkLst>
          <pc:docMk/>
          <pc:sldMk cId="1345329290" sldId="279"/>
        </pc:sldMkLst>
      </pc:sldChg>
      <pc:sldChg chg="addSp delSp modSp mod">
        <pc:chgData name="이 은찬" userId="7171d596-a1e6-43c2-b263-57fdfdab9399" providerId="ADAL" clId="{DA5D67FD-7EFE-4B61-8369-8F9F6D30E81F}" dt="2026-10-03T13:30:09.751" v="6173" actId="20577"/>
        <pc:sldMkLst>
          <pc:docMk/>
          <pc:sldMk cId="0" sldId="283"/>
        </pc:sldMkLst>
        <pc:spChg chg="mod">
          <ac:chgData name="이 은찬" userId="7171d596-a1e6-43c2-b263-57fdfdab9399" providerId="ADAL" clId="{DA5D67FD-7EFE-4B61-8369-8F9F6D30E81F}" dt="2026-10-03T09:25:41.459" v="47" actId="20577"/>
          <ac:spMkLst>
            <pc:docMk/>
            <pc:sldMk cId="0" sldId="283"/>
            <ac:spMk id="5" creationId="{A9987F09-2E70-65FA-07B9-57FDBAFFED31}"/>
          </ac:spMkLst>
        </pc:spChg>
        <pc:spChg chg="add del mod">
          <ac:chgData name="이 은찬" userId="7171d596-a1e6-43c2-b263-57fdfdab9399" providerId="ADAL" clId="{DA5D67FD-7EFE-4B61-8369-8F9F6D30E81F}" dt="2026-10-03T09:25:39.894" v="44" actId="478"/>
          <ac:spMkLst>
            <pc:docMk/>
            <pc:sldMk cId="0" sldId="283"/>
            <ac:spMk id="6" creationId="{EA4A94B1-8C04-5570-A2F4-BA4C523B7DE8}"/>
          </ac:spMkLst>
        </pc:spChg>
        <pc:spChg chg="add mod">
          <ac:chgData name="이 은찬" userId="7171d596-a1e6-43c2-b263-57fdfdab9399" providerId="ADAL" clId="{DA5D67FD-7EFE-4B61-8369-8F9F6D30E81F}" dt="2026-10-03T09:25:08.658" v="43" actId="1076"/>
          <ac:spMkLst>
            <pc:docMk/>
            <pc:sldMk cId="0" sldId="283"/>
            <ac:spMk id="10" creationId="{6D86CEE3-FA43-2D33-D305-1F16FA0F7982}"/>
          </ac:spMkLst>
        </pc:spChg>
        <pc:spChg chg="del mod">
          <ac:chgData name="이 은찬" userId="7171d596-a1e6-43c2-b263-57fdfdab9399" providerId="ADAL" clId="{DA5D67FD-7EFE-4B61-8369-8F9F6D30E81F}" dt="2026-10-03T09:24:32.640" v="42" actId="478"/>
          <ac:spMkLst>
            <pc:docMk/>
            <pc:sldMk cId="0" sldId="283"/>
            <ac:spMk id="22" creationId="{2C270440-D40B-364B-8BEE-F08A6EE3A51A}"/>
          </ac:spMkLst>
        </pc:spChg>
        <pc:spChg chg="mod">
          <ac:chgData name="이 은찬" userId="7171d596-a1e6-43c2-b263-57fdfdab9399" providerId="ADAL" clId="{DA5D67FD-7EFE-4B61-8369-8F9F6D30E81F}" dt="2026-10-03T13:30:09.751" v="6173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DA5D67FD-7EFE-4B61-8369-8F9F6D30E81F}" dt="2026-10-03T09:21:42.538" v="25" actId="207"/>
          <ac:spMkLst>
            <pc:docMk/>
            <pc:sldMk cId="0" sldId="283"/>
            <ac:spMk id="10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09:22:05.953" v="28" actId="207"/>
          <ac:spMkLst>
            <pc:docMk/>
            <pc:sldMk cId="0" sldId="283"/>
            <ac:spMk id="104" creationId="{00000000-0000-0000-0000-000000000000}"/>
          </ac:spMkLst>
        </pc:spChg>
        <pc:picChg chg="del">
          <ac:chgData name="이 은찬" userId="7171d596-a1e6-43c2-b263-57fdfdab9399" providerId="ADAL" clId="{DA5D67FD-7EFE-4B61-8369-8F9F6D30E81F}" dt="2026-10-03T09:22:21.889" v="32" actId="478"/>
          <ac:picMkLst>
            <pc:docMk/>
            <pc:sldMk cId="0" sldId="283"/>
            <ac:picMk id="6" creationId="{D620B125-0917-DD17-B88E-E3B771C4D5D6}"/>
          </ac:picMkLst>
        </pc:picChg>
        <pc:picChg chg="add mod">
          <ac:chgData name="이 은찬" userId="7171d596-a1e6-43c2-b263-57fdfdab9399" providerId="ADAL" clId="{DA5D67FD-7EFE-4B61-8369-8F9F6D30E81F}" dt="2026-10-03T09:22:26.606" v="33" actId="1076"/>
          <ac:picMkLst>
            <pc:docMk/>
            <pc:sldMk cId="0" sldId="283"/>
            <ac:picMk id="7" creationId="{CF6BB8E5-7A87-189C-0F3A-CBBEAF1178CA}"/>
          </ac:picMkLst>
        </pc:picChg>
        <pc:picChg chg="mod">
          <ac:chgData name="이 은찬" userId="7171d596-a1e6-43c2-b263-57fdfdab9399" providerId="ADAL" clId="{DA5D67FD-7EFE-4B61-8369-8F9F6D30E81F}" dt="2026-10-03T09:21:53.846" v="26"/>
          <ac:picMkLst>
            <pc:docMk/>
            <pc:sldMk cId="0" sldId="283"/>
            <ac:picMk id="13" creationId="{D8F4C225-D12B-793F-5AE4-A66C69E36502}"/>
          </ac:picMkLst>
        </pc:picChg>
        <pc:picChg chg="mod">
          <ac:chgData name="이 은찬" userId="7171d596-a1e6-43c2-b263-57fdfdab9399" providerId="ADAL" clId="{DA5D67FD-7EFE-4B61-8369-8F9F6D30E81F}" dt="2026-10-03T09:21:57.710" v="27"/>
          <ac:picMkLst>
            <pc:docMk/>
            <pc:sldMk cId="0" sldId="283"/>
            <ac:picMk id="15" creationId="{E9A56EA5-FFDF-771C-C13B-6290377B09A0}"/>
          </ac:picMkLst>
        </pc:picChg>
      </pc:sldChg>
      <pc:sldChg chg="modSp del mod">
        <pc:chgData name="이 은찬" userId="7171d596-a1e6-43c2-b263-57fdfdab9399" providerId="ADAL" clId="{DA5D67FD-7EFE-4B61-8369-8F9F6D30E81F}" dt="2026-10-03T09:54:29.262" v="963" actId="47"/>
        <pc:sldMkLst>
          <pc:docMk/>
          <pc:sldMk cId="618715306" sldId="284"/>
        </pc:sldMkLst>
        <pc:spChg chg="mod">
          <ac:chgData name="이 은찬" userId="7171d596-a1e6-43c2-b263-57fdfdab9399" providerId="ADAL" clId="{DA5D67FD-7EFE-4B61-8369-8F9F6D30E81F}" dt="2026-10-03T09:46:34.395" v="936" actId="20577"/>
          <ac:spMkLst>
            <pc:docMk/>
            <pc:sldMk cId="618715306" sldId="284"/>
            <ac:spMk id="9" creationId="{00000000-0000-0000-0000-000000000000}"/>
          </ac:spMkLst>
        </pc:spChg>
      </pc:sldChg>
      <pc:sldChg chg="del">
        <pc:chgData name="이 은찬" userId="7171d596-a1e6-43c2-b263-57fdfdab9399" providerId="ADAL" clId="{DA5D67FD-7EFE-4B61-8369-8F9F6D30E81F}" dt="2026-10-03T09:45:05.477" v="917" actId="47"/>
        <pc:sldMkLst>
          <pc:docMk/>
          <pc:sldMk cId="2542867423" sldId="285"/>
        </pc:sldMkLst>
      </pc:sldChg>
      <pc:sldChg chg="del">
        <pc:chgData name="이 은찬" userId="7171d596-a1e6-43c2-b263-57fdfdab9399" providerId="ADAL" clId="{DA5D67FD-7EFE-4B61-8369-8F9F6D30E81F}" dt="2026-10-03T13:04:04.097" v="5664" actId="47"/>
        <pc:sldMkLst>
          <pc:docMk/>
          <pc:sldMk cId="3473696529" sldId="286"/>
        </pc:sldMkLst>
      </pc:sldChg>
      <pc:sldChg chg="del">
        <pc:chgData name="이 은찬" userId="7171d596-a1e6-43c2-b263-57fdfdab9399" providerId="ADAL" clId="{DA5D67FD-7EFE-4B61-8369-8F9F6D30E81F}" dt="2026-10-03T13:04:05.231" v="5665" actId="47"/>
        <pc:sldMkLst>
          <pc:docMk/>
          <pc:sldMk cId="1571869871" sldId="288"/>
        </pc:sldMkLst>
      </pc:sldChg>
      <pc:sldChg chg="addSp delSp modSp mod">
        <pc:chgData name="이 은찬" userId="7171d596-a1e6-43c2-b263-57fdfdab9399" providerId="ADAL" clId="{DA5D67FD-7EFE-4B61-8369-8F9F6D30E81F}" dt="2026-10-03T13:18:10.901" v="6111"/>
        <pc:sldMkLst>
          <pc:docMk/>
          <pc:sldMk cId="2768174384" sldId="294"/>
        </pc:sldMkLst>
        <pc:spChg chg="mod">
          <ac:chgData name="이 은찬" userId="7171d596-a1e6-43c2-b263-57fdfdab9399" providerId="ADAL" clId="{DA5D67FD-7EFE-4B61-8369-8F9F6D30E81F}" dt="2026-10-03T13:15:47.409" v="610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DA5D67FD-7EFE-4B61-8369-8F9F6D30E81F}" dt="2026-10-03T13:17:49.278" v="6102"/>
          <ac:spMkLst>
            <pc:docMk/>
            <pc:sldMk cId="2768174384" sldId="294"/>
            <ac:spMk id="4" creationId="{65269C41-89D2-8B69-A458-95889FC5C659}"/>
          </ac:spMkLst>
        </pc:spChg>
        <pc:picChg chg="add del mod">
          <ac:chgData name="이 은찬" userId="7171d596-a1e6-43c2-b263-57fdfdab9399" providerId="ADAL" clId="{DA5D67FD-7EFE-4B61-8369-8F9F6D30E81F}" dt="2026-10-03T13:18:09.437" v="6108" actId="478"/>
          <ac:picMkLst>
            <pc:docMk/>
            <pc:sldMk cId="2768174384" sldId="294"/>
            <ac:picMk id="5" creationId="{5CD4A3A3-94B8-AD12-AD8A-B35B453F26E9}"/>
          </ac:picMkLst>
        </pc:picChg>
        <pc:picChg chg="add mod">
          <ac:chgData name="이 은찬" userId="7171d596-a1e6-43c2-b263-57fdfdab9399" providerId="ADAL" clId="{DA5D67FD-7EFE-4B61-8369-8F9F6D30E81F}" dt="2026-10-03T13:18:10.901" v="6111"/>
          <ac:picMkLst>
            <pc:docMk/>
            <pc:sldMk cId="2768174384" sldId="294"/>
            <ac:picMk id="6" creationId="{27585B87-8B58-C287-0541-8F0B665C8A7E}"/>
          </ac:picMkLst>
        </pc:picChg>
        <pc:picChg chg="del mod">
          <ac:chgData name="이 은찬" userId="7171d596-a1e6-43c2-b263-57fdfdab9399" providerId="ADAL" clId="{DA5D67FD-7EFE-4B61-8369-8F9F6D30E81F}" dt="2026-10-03T13:18:09.846" v="6110" actId="478"/>
          <ac:picMkLst>
            <pc:docMk/>
            <pc:sldMk cId="2768174384" sldId="294"/>
            <ac:picMk id="11" creationId="{493018B0-CE4A-D0BF-446D-44B1EFCA6D20}"/>
          </ac:picMkLst>
        </pc:picChg>
      </pc:sldChg>
      <pc:sldChg chg="del">
        <pc:chgData name="이 은찬" userId="7171d596-a1e6-43c2-b263-57fdfdab9399" providerId="ADAL" clId="{DA5D67FD-7EFE-4B61-8369-8F9F6D30E81F}" dt="2026-10-03T13:04:06.082" v="5666" actId="47"/>
        <pc:sldMkLst>
          <pc:docMk/>
          <pc:sldMk cId="1866115114" sldId="295"/>
        </pc:sldMkLst>
      </pc:sldChg>
      <pc:sldChg chg="del">
        <pc:chgData name="이 은찬" userId="7171d596-a1e6-43c2-b263-57fdfdab9399" providerId="ADAL" clId="{DA5D67FD-7EFE-4B61-8369-8F9F6D30E81F}" dt="2026-10-03T13:04:07.039" v="5667" actId="47"/>
        <pc:sldMkLst>
          <pc:docMk/>
          <pc:sldMk cId="4075735417" sldId="296"/>
        </pc:sldMkLst>
      </pc:sldChg>
      <pc:sldChg chg="del">
        <pc:chgData name="이 은찬" userId="7171d596-a1e6-43c2-b263-57fdfdab9399" providerId="ADAL" clId="{DA5D67FD-7EFE-4B61-8369-8F9F6D30E81F}" dt="2026-10-03T13:04:07.886" v="5668" actId="47"/>
        <pc:sldMkLst>
          <pc:docMk/>
          <pc:sldMk cId="3289749149" sldId="297"/>
        </pc:sldMkLst>
      </pc:sldChg>
      <pc:sldChg chg="del">
        <pc:chgData name="이 은찬" userId="7171d596-a1e6-43c2-b263-57fdfdab9399" providerId="ADAL" clId="{DA5D67FD-7EFE-4B61-8369-8F9F6D30E81F}" dt="2026-10-03T13:04:08.726" v="5669" actId="47"/>
        <pc:sldMkLst>
          <pc:docMk/>
          <pc:sldMk cId="834068119" sldId="299"/>
        </pc:sldMkLst>
      </pc:sldChg>
      <pc:sldChg chg="addSp delSp modSp add mod">
        <pc:chgData name="이 은찬" userId="7171d596-a1e6-43c2-b263-57fdfdab9399" providerId="ADAL" clId="{DA5D67FD-7EFE-4B61-8369-8F9F6D30E81F}" dt="2026-10-03T13:41:02.651" v="6548" actId="14100"/>
        <pc:sldMkLst>
          <pc:docMk/>
          <pc:sldMk cId="3531049374" sldId="300"/>
        </pc:sldMkLst>
        <pc:spChg chg="del">
          <ac:chgData name="이 은찬" userId="7171d596-a1e6-43c2-b263-57fdfdab9399" providerId="ADAL" clId="{DA5D67FD-7EFE-4B61-8369-8F9F6D30E81F}" dt="2026-10-03T09:32:06.301" v="325" actId="478"/>
          <ac:spMkLst>
            <pc:docMk/>
            <pc:sldMk cId="3531049374" sldId="300"/>
            <ac:spMk id="4" creationId="{478E83B3-0D1F-8C33-185D-0525C56788A8}"/>
          </ac:spMkLst>
        </pc:spChg>
        <pc:spChg chg="add mod">
          <ac:chgData name="이 은찬" userId="7171d596-a1e6-43c2-b263-57fdfdab9399" providerId="ADAL" clId="{DA5D67FD-7EFE-4B61-8369-8F9F6D30E81F}" dt="2026-10-03T13:41:02.651" v="6548" actId="14100"/>
          <ac:spMkLst>
            <pc:docMk/>
            <pc:sldMk cId="3531049374" sldId="300"/>
            <ac:spMk id="4" creationId="{77079039-266D-4F01-DD58-898AD18FF396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6" creationId="{D1934266-5FBD-8AF5-60E2-DB0D0336E81C}"/>
          </ac:spMkLst>
        </pc:spChg>
        <pc:spChg chg="add del mod">
          <ac:chgData name="이 은찬" userId="7171d596-a1e6-43c2-b263-57fdfdab9399" providerId="ADAL" clId="{DA5D67FD-7EFE-4B61-8369-8F9F6D30E81F}" dt="2026-10-03T09:38:22.165" v="418" actId="478"/>
          <ac:spMkLst>
            <pc:docMk/>
            <pc:sldMk cId="3531049374" sldId="300"/>
            <ac:spMk id="8" creationId="{2C558C86-BACC-3861-3212-38545D8B2BD4}"/>
          </ac:spMkLst>
        </pc:spChg>
        <pc:spChg chg="add">
          <ac:chgData name="이 은찬" userId="7171d596-a1e6-43c2-b263-57fdfdab9399" providerId="ADAL" clId="{DA5D67FD-7EFE-4B61-8369-8F9F6D30E81F}" dt="2026-10-03T09:36:57.077" v="400"/>
          <ac:spMkLst>
            <pc:docMk/>
            <pc:sldMk cId="3531049374" sldId="300"/>
            <ac:spMk id="10" creationId="{F1BDF266-CA3F-DBF7-A25E-A384733B3374}"/>
          </ac:spMkLst>
        </pc:spChg>
        <pc:spChg chg="del">
          <ac:chgData name="이 은찬" userId="7171d596-a1e6-43c2-b263-57fdfdab9399" providerId="ADAL" clId="{DA5D67FD-7EFE-4B61-8369-8F9F6D30E81F}" dt="2026-10-03T09:32:04.521" v="324" actId="478"/>
          <ac:spMkLst>
            <pc:docMk/>
            <pc:sldMk cId="3531049374" sldId="300"/>
            <ac:spMk id="11" creationId="{633A60DF-EA79-DF55-16FD-AB2777B25155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3" creationId="{ACF6D010-77F3-39AC-C5FA-467813D17AE7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7" creationId="{6993C78D-14B9-CDA4-EFE8-CE1EBC36D8C6}"/>
          </ac:spMkLst>
        </pc:spChg>
        <pc:spChg chg="add del mod">
          <ac:chgData name="이 은찬" userId="7171d596-a1e6-43c2-b263-57fdfdab9399" providerId="ADAL" clId="{DA5D67FD-7EFE-4B61-8369-8F9F6D30E81F}" dt="2026-10-03T09:43:33.373" v="862" actId="478"/>
          <ac:spMkLst>
            <pc:docMk/>
            <pc:sldMk cId="3531049374" sldId="300"/>
            <ac:spMk id="18" creationId="{4C6E9032-1235-140D-0757-ACBAD9B53D41}"/>
          </ac:spMkLst>
        </pc:spChg>
        <pc:spChg chg="add mod">
          <ac:chgData name="이 은찬" userId="7171d596-a1e6-43c2-b263-57fdfdab9399" providerId="ADAL" clId="{DA5D67FD-7EFE-4B61-8369-8F9F6D30E81F}" dt="2026-10-03T09:44:29.275" v="909" actId="404"/>
          <ac:spMkLst>
            <pc:docMk/>
            <pc:sldMk cId="3531049374" sldId="300"/>
            <ac:spMk id="19" creationId="{FC516952-95E7-E5F8-6494-6D0DE03BD80B}"/>
          </ac:spMkLst>
        </pc:spChg>
        <pc:spChg chg="add mod">
          <ac:chgData name="이 은찬" userId="7171d596-a1e6-43c2-b263-57fdfdab9399" providerId="ADAL" clId="{DA5D67FD-7EFE-4B61-8369-8F9F6D30E81F}" dt="2026-10-03T09:44:44.402" v="911" actId="14100"/>
          <ac:spMkLst>
            <pc:docMk/>
            <pc:sldMk cId="3531049374" sldId="300"/>
            <ac:spMk id="20" creationId="{5FE9F9C5-68CA-B495-E4E2-8327B94779EE}"/>
          </ac:spMkLst>
        </pc:spChg>
        <pc:picChg chg="add mod">
          <ac:chgData name="이 은찬" userId="7171d596-a1e6-43c2-b263-57fdfdab9399" providerId="ADAL" clId="{DA5D67FD-7EFE-4B61-8369-8F9F6D30E81F}" dt="2026-10-03T13:41:01.999" v="6545" actId="14100"/>
          <ac:picMkLst>
            <pc:docMk/>
            <pc:sldMk cId="3531049374" sldId="300"/>
            <ac:picMk id="12" creationId="{D6EA2FBD-E4F0-16D0-77F4-E389861828F3}"/>
          </ac:picMkLst>
        </pc:picChg>
      </pc:sldChg>
      <pc:sldChg chg="addSp modSp add mod">
        <pc:chgData name="이 은찬" userId="7171d596-a1e6-43c2-b263-57fdfdab9399" providerId="ADAL" clId="{DA5D67FD-7EFE-4B61-8369-8F9F6D30E81F}" dt="2026-10-03T13:41:04.409" v="6552" actId="1036"/>
        <pc:sldMkLst>
          <pc:docMk/>
          <pc:sldMk cId="4117550637" sldId="301"/>
        </pc:sldMkLst>
        <pc:spChg chg="add mod">
          <ac:chgData name="이 은찬" userId="7171d596-a1e6-43c2-b263-57fdfdab9399" providerId="ADAL" clId="{DA5D67FD-7EFE-4B61-8369-8F9F6D30E81F}" dt="2026-10-03T13:41:04.409" v="6552" actId="1036"/>
          <ac:spMkLst>
            <pc:docMk/>
            <pc:sldMk cId="4117550637" sldId="301"/>
            <ac:spMk id="4" creationId="{5153356D-DB47-33CA-3F11-7585F5F7879E}"/>
          </ac:spMkLst>
        </pc:spChg>
        <pc:spChg chg="mod">
          <ac:chgData name="이 은찬" userId="7171d596-a1e6-43c2-b263-57fdfdab9399" providerId="ADAL" clId="{DA5D67FD-7EFE-4B61-8369-8F9F6D30E81F}" dt="2026-10-03T13:30:44.089" v="6206" actId="20577"/>
          <ac:spMkLst>
            <pc:docMk/>
            <pc:sldMk cId="4117550637" sldId="301"/>
            <ac:spMk id="6" creationId="{D1934266-5FBD-8AF5-60E2-DB0D0336E81C}"/>
          </ac:spMkLst>
        </pc:spChg>
        <pc:spChg chg="mod">
          <ac:chgData name="이 은찬" userId="7171d596-a1e6-43c2-b263-57fdfdab9399" providerId="ADAL" clId="{DA5D67FD-7EFE-4B61-8369-8F9F6D30E81F}" dt="2026-10-03T09:46:28.841" v="934" actId="20577"/>
          <ac:spMkLst>
            <pc:docMk/>
            <pc:sldMk cId="4117550637" sldId="301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19:51.705" v="6113" actId="20577"/>
          <ac:spMkLst>
            <pc:docMk/>
            <pc:sldMk cId="4117550637" sldId="301"/>
            <ac:spMk id="16" creationId="{0B5149CE-8166-C52B-D92D-BCEAFFE97638}"/>
          </ac:spMkLst>
        </pc:spChg>
        <pc:spChg chg="mod">
          <ac:chgData name="이 은찬" userId="7171d596-a1e6-43c2-b263-57fdfdab9399" providerId="ADAL" clId="{DA5D67FD-7EFE-4B61-8369-8F9F6D30E81F}" dt="2026-10-03T09:44:52.900" v="915" actId="14100"/>
          <ac:spMkLst>
            <pc:docMk/>
            <pc:sldMk cId="4117550637" sldId="301"/>
            <ac:spMk id="17" creationId="{6993C78D-14B9-CDA4-EFE8-CE1EBC36D8C6}"/>
          </ac:spMkLst>
        </pc:spChg>
        <pc:spChg chg="mod">
          <ac:chgData name="이 은찬" userId="7171d596-a1e6-43c2-b263-57fdfdab9399" providerId="ADAL" clId="{DA5D67FD-7EFE-4B61-8369-8F9F6D30E81F}" dt="2026-10-03T13:30:55.413" v="6268" actId="20577"/>
          <ac:spMkLst>
            <pc:docMk/>
            <pc:sldMk cId="4117550637" sldId="301"/>
            <ac:spMk id="18" creationId="{4C6E9032-1235-140D-0757-ACBAD9B53D41}"/>
          </ac:spMkLst>
        </pc:spChg>
      </pc:sldChg>
      <pc:sldChg chg="add del">
        <pc:chgData name="이 은찬" userId="7171d596-a1e6-43c2-b263-57fdfdab9399" providerId="ADAL" clId="{DA5D67FD-7EFE-4B61-8369-8F9F6D30E81F}" dt="2026-10-03T09:46:15.107" v="930" actId="47"/>
        <pc:sldMkLst>
          <pc:docMk/>
          <pc:sldMk cId="2313465799" sldId="302"/>
        </pc:sldMkLst>
      </pc:sldChg>
      <pc:sldChg chg="addSp delSp modSp add mod">
        <pc:chgData name="이 은찬" userId="7171d596-a1e6-43c2-b263-57fdfdab9399" providerId="ADAL" clId="{DA5D67FD-7EFE-4B61-8369-8F9F6D30E81F}" dt="2026-10-03T09:56:14.300" v="1095"/>
        <pc:sldMkLst>
          <pc:docMk/>
          <pc:sldMk cId="2680628503" sldId="302"/>
        </pc:sldMkLst>
        <pc:spChg chg="mod">
          <ac:chgData name="이 은찬" userId="7171d596-a1e6-43c2-b263-57fdfdab9399" providerId="ADAL" clId="{DA5D67FD-7EFE-4B61-8369-8F9F6D30E81F}" dt="2026-10-03T09:47:21.568" v="945" actId="20577"/>
          <ac:spMkLst>
            <pc:docMk/>
            <pc:sldMk cId="2680628503" sldId="302"/>
            <ac:spMk id="2" creationId="{00000000-0000-0000-0000-000000000000}"/>
          </ac:spMkLst>
        </pc:spChg>
        <pc:spChg chg="add">
          <ac:chgData name="이 은찬" userId="7171d596-a1e6-43c2-b263-57fdfdab9399" providerId="ADAL" clId="{DA5D67FD-7EFE-4B61-8369-8F9F6D30E81F}" dt="2026-10-03T09:48:11.076" v="956"/>
          <ac:spMkLst>
            <pc:docMk/>
            <pc:sldMk cId="2680628503" sldId="302"/>
            <ac:spMk id="4" creationId="{831A46DA-C96F-1D0A-F9D7-CCB05EDC2CBF}"/>
          </ac:spMkLst>
        </pc:spChg>
        <pc:spChg chg="add mod">
          <ac:chgData name="이 은찬" userId="7171d596-a1e6-43c2-b263-57fdfdab9399" providerId="ADAL" clId="{DA5D67FD-7EFE-4B61-8369-8F9F6D30E81F}" dt="2026-10-03T09:55:59.282" v="1094" actId="14100"/>
          <ac:spMkLst>
            <pc:docMk/>
            <pc:sldMk cId="2680628503" sldId="302"/>
            <ac:spMk id="6" creationId="{A5880ACF-DD80-6A76-A5F4-39D3F8531E69}"/>
          </ac:spMkLst>
        </pc:spChg>
        <pc:spChg chg="mod">
          <ac:chgData name="이 은찬" userId="7171d596-a1e6-43c2-b263-57fdfdab9399" providerId="ADAL" clId="{DA5D67FD-7EFE-4B61-8369-8F9F6D30E81F}" dt="2026-10-03T09:55:52.858" v="1093" actId="20577"/>
          <ac:spMkLst>
            <pc:docMk/>
            <pc:sldMk cId="2680628503" sldId="302"/>
            <ac:spMk id="11" creationId="{B41B2823-9DF1-3E54-CED3-1870844AD176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2" creationId="{CD5D3714-09F9-3FCB-E9EF-E143198710B4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3" creationId="{8C44AC5F-634E-86B2-65F2-23F05A1E9E39}"/>
          </ac:spMkLst>
        </pc:spChg>
        <pc:spChg chg="add mod">
          <ac:chgData name="이 은찬" userId="7171d596-a1e6-43c2-b263-57fdfdab9399" providerId="ADAL" clId="{DA5D67FD-7EFE-4B61-8369-8F9F6D30E81F}" dt="2026-10-03T09:55:08.749" v="968"/>
          <ac:spMkLst>
            <pc:docMk/>
            <pc:sldMk cId="2680628503" sldId="302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09:56:14.300" v="1095"/>
          <ac:spMkLst>
            <pc:docMk/>
            <pc:sldMk cId="2680628503" sldId="302"/>
            <ac:spMk id="15" creationId="{C1EB0991-B424-1335-B1E9-FC33AE709471}"/>
          </ac:spMkLst>
        </pc:spChg>
        <pc:spChg chg="mod">
          <ac:chgData name="이 은찬" userId="7171d596-a1e6-43c2-b263-57fdfdab9399" providerId="ADAL" clId="{DA5D67FD-7EFE-4B61-8369-8F9F6D30E81F}" dt="2026-10-03T09:47:57.476" v="954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47:33.752" v="947" actId="20577"/>
          <ac:spMkLst>
            <pc:docMk/>
            <pc:sldMk cId="2680628503" sldId="302"/>
            <ac:spMk id="33" creationId="{8EDF2654-BE01-EF84-31E7-1DC08914F93A}"/>
          </ac:spMkLst>
        </pc:spChg>
        <pc:grpChg chg="add 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7" creationId="{B4FEA3EB-F67B-B2D5-5DD3-E9398E7A21CD}"/>
          </ac:grpSpMkLst>
        </pc:grpChg>
        <pc:grpChg chg="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10" creationId="{CDA767CC-6211-EA31-3BD5-415D1663C7CC}"/>
          </ac:grpSpMkLst>
        </pc:grpChg>
        <pc:picChg chg="add mod">
          <ac:chgData name="이 은찬" userId="7171d596-a1e6-43c2-b263-57fdfdab9399" providerId="ADAL" clId="{DA5D67FD-7EFE-4B61-8369-8F9F6D30E81F}" dt="2026-10-03T09:55:15.459" v="969" actId="14100"/>
          <ac:picMkLst>
            <pc:docMk/>
            <pc:sldMk cId="2680628503" sldId="302"/>
            <ac:picMk id="5" creationId="{E076BE3F-3DD9-0629-1E64-694462746D81}"/>
          </ac:picMkLst>
        </pc:picChg>
        <pc:picChg chg="del">
          <ac:chgData name="이 은찬" userId="7171d596-a1e6-43c2-b263-57fdfdab9399" providerId="ADAL" clId="{DA5D67FD-7EFE-4B61-8369-8F9F6D30E81F}" dt="2026-10-03T09:48:09.954" v="955" actId="478"/>
          <ac:picMkLst>
            <pc:docMk/>
            <pc:sldMk cId="2680628503" sldId="302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3:19.275" v="6359" actId="20577"/>
        <pc:sldMkLst>
          <pc:docMk/>
          <pc:sldMk cId="1797567210" sldId="303"/>
        </pc:sldMkLst>
        <pc:spChg chg="del">
          <ac:chgData name="이 은찬" userId="7171d596-a1e6-43c2-b263-57fdfdab9399" providerId="ADAL" clId="{DA5D67FD-7EFE-4B61-8369-8F9F6D30E81F}" dt="2026-10-03T12:28:29.205" v="3889" actId="478"/>
          <ac:spMkLst>
            <pc:docMk/>
            <pc:sldMk cId="1797567210" sldId="303"/>
            <ac:spMk id="2" creationId="{1DE9954C-656C-69AC-B8FF-E6C9FF3B88A7}"/>
          </ac:spMkLst>
        </pc:spChg>
        <pc:spChg chg="mod">
          <ac:chgData name="이 은찬" userId="7171d596-a1e6-43c2-b263-57fdfdab9399" providerId="ADAL" clId="{DA5D67FD-7EFE-4B61-8369-8F9F6D30E81F}" dt="2026-10-03T12:28:14.979" v="3887"/>
          <ac:spMkLst>
            <pc:docMk/>
            <pc:sldMk cId="1797567210" sldId="303"/>
            <ac:spMk id="8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20:09.072" v="6116" actId="20577"/>
          <ac:spMkLst>
            <pc:docMk/>
            <pc:sldMk cId="1797567210" sldId="303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3:33:12.711" v="6324" actId="20577"/>
          <ac:spMkLst>
            <pc:docMk/>
            <pc:sldMk cId="1797567210" sldId="303"/>
            <ac:spMk id="11" creationId="{83EE46A6-BEFF-7F58-E8B9-E73895B9BC0A}"/>
          </ac:spMkLst>
        </pc:spChg>
        <pc:spChg chg="add mod">
          <ac:chgData name="이 은찬" userId="7171d596-a1e6-43c2-b263-57fdfdab9399" providerId="ADAL" clId="{DA5D67FD-7EFE-4B61-8369-8F9F6D30E81F}" dt="2026-10-03T13:33:19.275" v="6359" actId="20577"/>
          <ac:spMkLst>
            <pc:docMk/>
            <pc:sldMk cId="1797567210" sldId="303"/>
            <ac:spMk id="14" creationId="{746E904D-4A6D-6C73-002C-D5CBC4762FAE}"/>
          </ac:spMkLst>
        </pc:spChg>
        <pc:spChg chg="del">
          <ac:chgData name="이 은찬" userId="7171d596-a1e6-43c2-b263-57fdfdab9399" providerId="ADAL" clId="{DA5D67FD-7EFE-4B61-8369-8F9F6D30E81F}" dt="2026-10-03T12:29:11.200" v="4016" actId="478"/>
          <ac:spMkLst>
            <pc:docMk/>
            <pc:sldMk cId="1797567210" sldId="303"/>
            <ac:spMk id="16" creationId="{6C7F6546-C896-5922-01AC-93D350DE19FF}"/>
          </ac:spMkLst>
        </pc:spChg>
        <pc:spChg chg="mod">
          <ac:chgData name="이 은찬" userId="7171d596-a1e6-43c2-b263-57fdfdab9399" providerId="ADAL" clId="{DA5D67FD-7EFE-4B61-8369-8F9F6D30E81F}" dt="2026-10-03T12:28:59.308" v="4014" actId="20577"/>
          <ac:spMkLst>
            <pc:docMk/>
            <pc:sldMk cId="1797567210" sldId="303"/>
            <ac:spMk id="29" creationId="{A62A6DE8-A1F9-6F73-ACB6-86786FD63B50}"/>
          </ac:spMkLst>
        </pc:spChg>
        <pc:grpChg chg="del">
          <ac:chgData name="이 은찬" userId="7171d596-a1e6-43c2-b263-57fdfdab9399" providerId="ADAL" clId="{DA5D67FD-7EFE-4B61-8369-8F9F6D30E81F}" dt="2026-10-03T12:28:31.767" v="3890" actId="478"/>
          <ac:grpSpMkLst>
            <pc:docMk/>
            <pc:sldMk cId="1797567210" sldId="303"/>
            <ac:grpSpMk id="3" creationId="{547A2D70-E0C5-A0A3-3226-42C785AB5962}"/>
          </ac:grpSpMkLst>
        </pc:grpChg>
        <pc:graphicFrameChg chg="add mod modGraphic">
          <ac:chgData name="이 은찬" userId="7171d596-a1e6-43c2-b263-57fdfdab9399" providerId="ADAL" clId="{DA5D67FD-7EFE-4B61-8369-8F9F6D30E81F}" dt="2026-10-03T12:38:00.965" v="4156" actId="572"/>
          <ac:graphicFrameMkLst>
            <pc:docMk/>
            <pc:sldMk cId="1797567210" sldId="303"/>
            <ac:graphicFrameMk id="13" creationId="{EA7A9D24-F1D3-FEE5-D3AD-0A29AB908C6B}"/>
          </ac:graphicFrameMkLst>
        </pc:graphicFrameChg>
        <pc:graphicFrameChg chg="add mod">
          <ac:chgData name="이 은찬" userId="7171d596-a1e6-43c2-b263-57fdfdab9399" providerId="ADAL" clId="{DA5D67FD-7EFE-4B61-8369-8F9F6D30E81F}" dt="2026-10-03T12:38:19.079" v="4159" actId="1076"/>
          <ac:graphicFrameMkLst>
            <pc:docMk/>
            <pc:sldMk cId="1797567210" sldId="303"/>
            <ac:graphicFrameMk id="17" creationId="{A129095A-983F-1D52-33E3-8C21BA8C5FC4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2:53:05.276" v="5222" actId="20577"/>
          <ac:graphicFrameMkLst>
            <pc:docMk/>
            <pc:sldMk cId="1797567210" sldId="303"/>
            <ac:graphicFrameMk id="18" creationId="{36A126D4-A6AA-A5AA-80E3-82D6C0043159}"/>
          </ac:graphicFrameMkLst>
        </pc:graphicFrameChg>
        <pc:picChg chg="del">
          <ac:chgData name="이 은찬" userId="7171d596-a1e6-43c2-b263-57fdfdab9399" providerId="ADAL" clId="{DA5D67FD-7EFE-4B61-8369-8F9F6D30E81F}" dt="2026-10-03T12:28:28.069" v="3888" actId="478"/>
          <ac:picMkLst>
            <pc:docMk/>
            <pc:sldMk cId="1797567210" sldId="303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0:05:23.789" v="1388" actId="14100"/>
        <pc:sldMkLst>
          <pc:docMk/>
          <pc:sldMk cId="1655755771" sldId="304"/>
        </pc:sldMkLst>
        <pc:spChg chg="add">
          <ac:chgData name="이 은찬" userId="7171d596-a1e6-43c2-b263-57fdfdab9399" providerId="ADAL" clId="{DA5D67FD-7EFE-4B61-8369-8F9F6D30E81F}" dt="2026-10-03T10:03:35.622" v="1277"/>
          <ac:spMkLst>
            <pc:docMk/>
            <pc:sldMk cId="1655755771" sldId="304"/>
            <ac:spMk id="4" creationId="{2B15E2C5-EB57-2ABE-32B3-FF8015AF58B7}"/>
          </ac:spMkLst>
        </pc:spChg>
        <pc:spChg chg="del">
          <ac:chgData name="이 은찬" userId="7171d596-a1e6-43c2-b263-57fdfdab9399" providerId="ADAL" clId="{DA5D67FD-7EFE-4B61-8369-8F9F6D30E81F}" dt="2026-10-03T09:56:31.213" v="1101" actId="478"/>
          <ac:spMkLst>
            <pc:docMk/>
            <pc:sldMk cId="1655755771" sldId="304"/>
            <ac:spMk id="6" creationId="{A5880ACF-DD80-6A76-A5F4-39D3F8531E69}"/>
          </ac:spMkLst>
        </pc:spChg>
        <pc:spChg chg="del">
          <ac:chgData name="이 은찬" userId="7171d596-a1e6-43c2-b263-57fdfdab9399" providerId="ADAL" clId="{DA5D67FD-7EFE-4B61-8369-8F9F6D30E81F}" dt="2026-10-03T09:56:32.857" v="1102" actId="478"/>
          <ac:spMkLst>
            <pc:docMk/>
            <pc:sldMk cId="1655755771" sldId="304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10:05:19.185" v="1387" actId="403"/>
          <ac:spMkLst>
            <pc:docMk/>
            <pc:sldMk cId="1655755771" sldId="304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09:58:16.850" v="1276" actId="20577"/>
          <ac:spMkLst>
            <pc:docMk/>
            <pc:sldMk cId="1655755771" sldId="304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56:28.739" v="1098" actId="20577"/>
          <ac:spMkLst>
            <pc:docMk/>
            <pc:sldMk cId="1655755771" sldId="304"/>
            <ac:spMk id="33" creationId="{8EDF2654-BE01-EF84-31E7-1DC08914F93A}"/>
          </ac:spMkLst>
        </pc:spChg>
        <pc:grpChg chg="del">
          <ac:chgData name="이 은찬" userId="7171d596-a1e6-43c2-b263-57fdfdab9399" providerId="ADAL" clId="{DA5D67FD-7EFE-4B61-8369-8F9F6D30E81F}" dt="2026-10-03T09:56:30.756" v="1100" actId="478"/>
          <ac:grpSpMkLst>
            <pc:docMk/>
            <pc:sldMk cId="1655755771" sldId="304"/>
            <ac:grpSpMk id="7" creationId="{B4FEA3EB-F67B-B2D5-5DD3-E9398E7A21CD}"/>
          </ac:grpSpMkLst>
        </pc:grpChg>
        <pc:picChg chg="del">
          <ac:chgData name="이 은찬" userId="7171d596-a1e6-43c2-b263-57fdfdab9399" providerId="ADAL" clId="{DA5D67FD-7EFE-4B61-8369-8F9F6D30E81F}" dt="2026-10-03T09:56:29.569" v="1099" actId="478"/>
          <ac:picMkLst>
            <pc:docMk/>
            <pc:sldMk cId="1655755771" sldId="304"/>
            <ac:picMk id="5" creationId="{E076BE3F-3DD9-0629-1E64-694462746D81}"/>
          </ac:picMkLst>
        </pc:picChg>
        <pc:picChg chg="add mod">
          <ac:chgData name="이 은찬" userId="7171d596-a1e6-43c2-b263-57fdfdab9399" providerId="ADAL" clId="{DA5D67FD-7EFE-4B61-8369-8F9F6D30E81F}" dt="2026-10-03T10:05:23.789" v="1388" actId="14100"/>
          <ac:picMkLst>
            <pc:docMk/>
            <pc:sldMk cId="1655755771" sldId="304"/>
            <ac:picMk id="8" creationId="{23120CAB-75DA-E82E-956B-9AF8E7901D8D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19.552" v="4018" actId="1076"/>
        <pc:sldMkLst>
          <pc:docMk/>
          <pc:sldMk cId="2764130252" sldId="305"/>
        </pc:sldMkLst>
        <pc:spChg chg="add mod">
          <ac:chgData name="이 은찬" userId="7171d596-a1e6-43c2-b263-57fdfdab9399" providerId="ADAL" clId="{DA5D67FD-7EFE-4B61-8369-8F9F6D30E81F}" dt="2026-10-03T10:23:13.738" v="1511" actId="14100"/>
          <ac:spMkLst>
            <pc:docMk/>
            <pc:sldMk cId="2764130252" sldId="305"/>
            <ac:spMk id="4" creationId="{6C821A32-21E9-FD18-7E3B-0520F537AC69}"/>
          </ac:spMkLst>
        </pc:spChg>
        <pc:spChg chg="add">
          <ac:chgData name="이 은찬" userId="7171d596-a1e6-43c2-b263-57fdfdab9399" providerId="ADAL" clId="{DA5D67FD-7EFE-4B61-8369-8F9F6D30E81F}" dt="2026-10-03T10:22:05.669" v="1503"/>
          <ac:spMkLst>
            <pc:docMk/>
            <pc:sldMk cId="2764130252" sldId="305"/>
            <ac:spMk id="5" creationId="{0FA4FBC7-262F-4AD8-C3B9-8811431B8CF0}"/>
          </ac:spMkLst>
        </pc:spChg>
        <pc:spChg chg="add mod">
          <ac:chgData name="이 은찬" userId="7171d596-a1e6-43c2-b263-57fdfdab9399" providerId="ADAL" clId="{DA5D67FD-7EFE-4B61-8369-8F9F6D30E81F}" dt="2026-10-03T10:39:30.759" v="2132" actId="2710"/>
          <ac:spMkLst>
            <pc:docMk/>
            <pc:sldMk cId="2764130252" sldId="305"/>
            <ac:spMk id="7" creationId="{7EB2B92E-11ED-2B11-D6FD-8E55D6A59098}"/>
          </ac:spMkLst>
        </pc:spChg>
        <pc:spChg chg="add mod">
          <ac:chgData name="이 은찬" userId="7171d596-a1e6-43c2-b263-57fdfdab9399" providerId="ADAL" clId="{DA5D67FD-7EFE-4B61-8369-8F9F6D30E81F}" dt="2026-10-03T11:11:52.513" v="2505"/>
          <ac:spMkLst>
            <pc:docMk/>
            <pc:sldMk cId="2764130252" sldId="305"/>
            <ac:spMk id="12" creationId="{2E2FC5C7-E4CF-382E-FC60-1679F274BE73}"/>
          </ac:spMkLst>
        </pc:spChg>
        <pc:spChg chg="add mod">
          <ac:chgData name="이 은찬" userId="7171d596-a1e6-43c2-b263-57fdfdab9399" providerId="ADAL" clId="{DA5D67FD-7EFE-4B61-8369-8F9F6D30E81F}" dt="2026-10-03T10:35:36.035" v="1855"/>
          <ac:spMkLst>
            <pc:docMk/>
            <pc:sldMk cId="2764130252" sldId="305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2:29:19.552" v="4018" actId="1076"/>
          <ac:spMkLst>
            <pc:docMk/>
            <pc:sldMk cId="2764130252" sldId="305"/>
            <ac:spMk id="14" creationId="{3DBFD562-39F1-C060-36E8-3BD41D9CB707}"/>
          </ac:spMkLst>
        </pc:spChg>
        <pc:spChg chg="del">
          <ac:chgData name="이 은찬" userId="7171d596-a1e6-43c2-b263-57fdfdab9399" providerId="ADAL" clId="{DA5D67FD-7EFE-4B61-8369-8F9F6D30E81F}" dt="2026-10-03T10:05:53.061" v="1393" actId="478"/>
          <ac:spMkLst>
            <pc:docMk/>
            <pc:sldMk cId="2764130252" sldId="305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10:13:43.636" v="1502" actId="20577"/>
          <ac:spMkLst>
            <pc:docMk/>
            <pc:sldMk cId="2764130252" sldId="305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05:50.730" v="1391" actId="20577"/>
          <ac:spMkLst>
            <pc:docMk/>
            <pc:sldMk cId="2764130252" sldId="305"/>
            <ac:spMk id="33" creationId="{8EDF2654-BE01-EF84-31E7-1DC08914F93A}"/>
          </ac:spMkLst>
        </pc:spChg>
        <pc:picChg chg="add mod">
          <ac:chgData name="이 은찬" userId="7171d596-a1e6-43c2-b263-57fdfdab9399" providerId="ADAL" clId="{DA5D67FD-7EFE-4B61-8369-8F9F6D30E81F}" dt="2026-10-03T10:22:24.336" v="1508" actId="14100"/>
          <ac:picMkLst>
            <pc:docMk/>
            <pc:sldMk cId="2764130252" sldId="305"/>
            <ac:picMk id="6" creationId="{EEA2CAAD-89FD-B692-3623-E16CC6E74E70}"/>
          </ac:picMkLst>
        </pc:picChg>
        <pc:picChg chg="del">
          <ac:chgData name="이 은찬" userId="7171d596-a1e6-43c2-b263-57fdfdab9399" providerId="ADAL" clId="{DA5D67FD-7EFE-4B61-8369-8F9F6D30E81F}" dt="2026-10-03T10:05:51.787" v="1392" actId="478"/>
          <ac:picMkLst>
            <pc:docMk/>
            <pc:sldMk cId="2764130252" sldId="305"/>
            <ac:picMk id="8" creationId="{23120CAB-75DA-E82E-956B-9AF8E7901D8D}"/>
          </ac:picMkLst>
        </pc:picChg>
        <pc:picChg chg="add mod">
          <ac:chgData name="이 은찬" userId="7171d596-a1e6-43c2-b263-57fdfdab9399" providerId="ADAL" clId="{DA5D67FD-7EFE-4B61-8369-8F9F6D30E81F}" dt="2026-10-03T10:35:00.274" v="1823" actId="14100"/>
          <ac:picMkLst>
            <pc:docMk/>
            <pc:sldMk cId="2764130252" sldId="305"/>
            <ac:picMk id="11" creationId="{94AE5E7E-8A87-4376-0E0A-96D91B03DE16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02.135" v="6288" actId="20577"/>
        <pc:sldMkLst>
          <pc:docMk/>
          <pc:sldMk cId="3216590140" sldId="306"/>
        </pc:sldMkLst>
        <pc:spChg chg="mod">
          <ac:chgData name="이 은찬" userId="7171d596-a1e6-43c2-b263-57fdfdab9399" providerId="ADAL" clId="{DA5D67FD-7EFE-4B61-8369-8F9F6D30E81F}" dt="2026-10-03T10:37:33.640" v="1950" actId="20577"/>
          <ac:spMkLst>
            <pc:docMk/>
            <pc:sldMk cId="3216590140" sldId="306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3:32:02.135" v="6288" actId="20577"/>
          <ac:spMkLst>
            <pc:docMk/>
            <pc:sldMk cId="3216590140" sldId="306"/>
            <ac:spMk id="7" creationId="{7EB2B92E-11ED-2B11-D6FD-8E55D6A59098}"/>
          </ac:spMkLst>
        </pc:spChg>
        <pc:spChg chg="del">
          <ac:chgData name="이 은찬" userId="7171d596-a1e6-43c2-b263-57fdfdab9399" providerId="ADAL" clId="{DA5D67FD-7EFE-4B61-8369-8F9F6D30E81F}" dt="2026-10-03T10:48:05.444" v="2331" actId="478"/>
          <ac:spMkLst>
            <pc:docMk/>
            <pc:sldMk cId="3216590140" sldId="306"/>
            <ac:spMk id="12" creationId="{2E2FC5C7-E4CF-382E-FC60-1679F274BE73}"/>
          </ac:spMkLst>
        </pc:spChg>
        <pc:spChg chg="del">
          <ac:chgData name="이 은찬" userId="7171d596-a1e6-43c2-b263-57fdfdab9399" providerId="ADAL" clId="{DA5D67FD-7EFE-4B61-8369-8F9F6D30E81F}" dt="2026-10-03T10:48:04.175" v="2330" actId="478"/>
          <ac:spMkLst>
            <pc:docMk/>
            <pc:sldMk cId="3216590140" sldId="306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1:06:22.369" v="2466" actId="1076"/>
          <ac:spMkLst>
            <pc:docMk/>
            <pc:sldMk cId="3216590140" sldId="306"/>
            <ac:spMk id="17" creationId="{472CC658-C6A1-FD13-4861-A7440CE3E4BF}"/>
          </ac:spMkLst>
        </pc:spChg>
        <pc:spChg chg="add mod">
          <ac:chgData name="이 은찬" userId="7171d596-a1e6-43c2-b263-57fdfdab9399" providerId="ADAL" clId="{DA5D67FD-7EFE-4B61-8369-8F9F6D30E81F}" dt="2026-10-03T11:07:20.598" v="2477" actId="20577"/>
          <ac:spMkLst>
            <pc:docMk/>
            <pc:sldMk cId="3216590140" sldId="306"/>
            <ac:spMk id="18" creationId="{597B0E5E-987E-1A1B-0D2E-3593865414BB}"/>
          </ac:spMkLst>
        </pc:spChg>
        <pc:spChg chg="add mod">
          <ac:chgData name="이 은찬" userId="7171d596-a1e6-43c2-b263-57fdfdab9399" providerId="ADAL" clId="{DA5D67FD-7EFE-4B61-8369-8F9F6D30E81F}" dt="2026-10-03T11:08:09.355" v="2491" actId="1076"/>
          <ac:spMkLst>
            <pc:docMk/>
            <pc:sldMk cId="3216590140" sldId="306"/>
            <ac:spMk id="20" creationId="{34EDF4F8-C782-8C78-3156-CFB02BF6FA18}"/>
          </ac:spMkLst>
        </pc:spChg>
        <pc:spChg chg="add mod">
          <ac:chgData name="이 은찬" userId="7171d596-a1e6-43c2-b263-57fdfdab9399" providerId="ADAL" clId="{DA5D67FD-7EFE-4B61-8369-8F9F6D30E81F}" dt="2026-10-03T12:29:23.039" v="4019"/>
          <ac:spMkLst>
            <pc:docMk/>
            <pc:sldMk cId="3216590140" sldId="306"/>
            <ac:spMk id="21" creationId="{28A6E0A8-493E-BB0B-9EAE-6CEB3B408E62}"/>
          </ac:spMkLst>
        </pc:spChg>
        <pc:spChg chg="mod">
          <ac:chgData name="이 은찬" userId="7171d596-a1e6-43c2-b263-57fdfdab9399" providerId="ADAL" clId="{DA5D67FD-7EFE-4B61-8369-8F9F6D30E81F}" dt="2026-10-03T10:36:54.418" v="1889"/>
          <ac:spMkLst>
            <pc:docMk/>
            <pc:sldMk cId="3216590140" sldId="306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36:03.561" v="1858" actId="20577"/>
          <ac:spMkLst>
            <pc:docMk/>
            <pc:sldMk cId="3216590140" sldId="30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01:30.807" v="2434" actId="478"/>
          <ac:picMkLst>
            <pc:docMk/>
            <pc:sldMk cId="3216590140" sldId="306"/>
            <ac:picMk id="5" creationId="{6A366DEE-ED0B-757E-2B07-0ABB99DC9444}"/>
          </ac:picMkLst>
        </pc:picChg>
        <pc:picChg chg="del">
          <ac:chgData name="이 은찬" userId="7171d596-a1e6-43c2-b263-57fdfdab9399" providerId="ADAL" clId="{DA5D67FD-7EFE-4B61-8369-8F9F6D30E81F}" dt="2026-10-03T11:01:31.147" v="2435" actId="478"/>
          <ac:picMkLst>
            <pc:docMk/>
            <pc:sldMk cId="3216590140" sldId="306"/>
            <ac:picMk id="6" creationId="{EEA2CAAD-89FD-B692-3623-E16CC6E74E70}"/>
          </ac:picMkLst>
        </pc:picChg>
        <pc:picChg chg="add mod">
          <ac:chgData name="이 은찬" userId="7171d596-a1e6-43c2-b263-57fdfdab9399" providerId="ADAL" clId="{DA5D67FD-7EFE-4B61-8369-8F9F6D30E81F}" dt="2026-10-03T11:01:32.143" v="2436"/>
          <ac:picMkLst>
            <pc:docMk/>
            <pc:sldMk cId="3216590140" sldId="306"/>
            <ac:picMk id="8" creationId="{B0AD876A-707B-2851-2429-F04C0E57B7CC}"/>
          </ac:picMkLst>
        </pc:picChg>
        <pc:picChg chg="del">
          <ac:chgData name="이 은찬" userId="7171d596-a1e6-43c2-b263-57fdfdab9399" providerId="ADAL" clId="{DA5D67FD-7EFE-4B61-8369-8F9F6D30E81F}" dt="2026-10-03T10:48:02.072" v="2329" actId="478"/>
          <ac:picMkLst>
            <pc:docMk/>
            <pc:sldMk cId="3216590140" sldId="306"/>
            <ac:picMk id="11" creationId="{94AE5E7E-8A87-4376-0E0A-96D91B03DE16}"/>
          </ac:picMkLst>
        </pc:picChg>
        <pc:picChg chg="add mod">
          <ac:chgData name="이 은찬" userId="7171d596-a1e6-43c2-b263-57fdfdab9399" providerId="ADAL" clId="{DA5D67FD-7EFE-4B61-8369-8F9F6D30E81F}" dt="2026-10-03T11:08:21.558" v="2496" actId="14100"/>
          <ac:picMkLst>
            <pc:docMk/>
            <pc:sldMk cId="3216590140" sldId="306"/>
            <ac:picMk id="14" creationId="{8D47F0A6-1C99-70D8-4BB1-778E652A8269}"/>
          </ac:picMkLst>
        </pc:picChg>
        <pc:picChg chg="add mod">
          <ac:chgData name="이 은찬" userId="7171d596-a1e6-43c2-b263-57fdfdab9399" providerId="ADAL" clId="{DA5D67FD-7EFE-4B61-8369-8F9F6D30E81F}" dt="2026-10-03T11:08:28.812" v="2497" actId="14100"/>
          <ac:picMkLst>
            <pc:docMk/>
            <pc:sldMk cId="3216590140" sldId="306"/>
            <ac:picMk id="16" creationId="{6350D909-A947-CCB2-D250-CE8F304FFCE5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24.684" v="4020"/>
        <pc:sldMkLst>
          <pc:docMk/>
          <pc:sldMk cId="1973134436" sldId="307"/>
        </pc:sldMkLst>
        <pc:spChg chg="mod">
          <ac:chgData name="이 은찬" userId="7171d596-a1e6-43c2-b263-57fdfdab9399" providerId="ADAL" clId="{DA5D67FD-7EFE-4B61-8369-8F9F6D30E81F}" dt="2026-10-03T10:59:09.015" v="2381" actId="20577"/>
          <ac:spMkLst>
            <pc:docMk/>
            <pc:sldMk cId="1973134436" sldId="307"/>
            <ac:spMk id="4" creationId="{6C821A32-21E9-FD18-7E3B-0520F537AC69}"/>
          </ac:spMkLst>
        </pc:spChg>
        <pc:spChg chg="add mod">
          <ac:chgData name="이 은찬" userId="7171d596-a1e6-43c2-b263-57fdfdab9399" providerId="ADAL" clId="{DA5D67FD-7EFE-4B61-8369-8F9F6D30E81F}" dt="2026-10-03T11:00:38.710" v="2426" actId="207"/>
          <ac:spMkLst>
            <pc:docMk/>
            <pc:sldMk cId="1973134436" sldId="307"/>
            <ac:spMk id="5" creationId="{F5FF7AA6-7EB5-105F-3E43-F34F0FD7D578}"/>
          </ac:spMkLst>
        </pc:spChg>
        <pc:spChg chg="del">
          <ac:chgData name="이 은찬" userId="7171d596-a1e6-43c2-b263-57fdfdab9399" providerId="ADAL" clId="{DA5D67FD-7EFE-4B61-8369-8F9F6D30E81F}" dt="2026-10-03T10:59:39.696" v="2383" actId="478"/>
          <ac:spMkLst>
            <pc:docMk/>
            <pc:sldMk cId="1973134436" sldId="307"/>
            <ac:spMk id="7" creationId="{7EB2B92E-11ED-2B11-D6FD-8E55D6A59098}"/>
          </ac:spMkLst>
        </pc:spChg>
        <pc:spChg chg="add">
          <ac:chgData name="이 은찬" userId="7171d596-a1e6-43c2-b263-57fdfdab9399" providerId="ADAL" clId="{DA5D67FD-7EFE-4B61-8369-8F9F6D30E81F}" dt="2026-10-03T11:01:08.187" v="2427"/>
          <ac:spMkLst>
            <pc:docMk/>
            <pc:sldMk cId="1973134436" sldId="307"/>
            <ac:spMk id="8" creationId="{2179F33D-E26E-83E5-765F-7AC6AA934F69}"/>
          </ac:spMkLst>
        </pc:spChg>
        <pc:spChg chg="mod">
          <ac:chgData name="이 은찬" userId="7171d596-a1e6-43c2-b263-57fdfdab9399" providerId="ADAL" clId="{DA5D67FD-7EFE-4B61-8369-8F9F6D30E81F}" dt="2026-10-03T11:34:57.960" v="2555"/>
          <ac:spMkLst>
            <pc:docMk/>
            <pc:sldMk cId="1973134436" sldId="307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1:13:36.235" v="2531" actId="1076"/>
          <ac:spMkLst>
            <pc:docMk/>
            <pc:sldMk cId="1973134436" sldId="307"/>
            <ac:spMk id="11" creationId="{E8E313CE-5FDF-1972-94F0-BB472ED1CAAE}"/>
          </ac:spMkLst>
        </pc:spChg>
        <pc:spChg chg="add">
          <ac:chgData name="이 은찬" userId="7171d596-a1e6-43c2-b263-57fdfdab9399" providerId="ADAL" clId="{DA5D67FD-7EFE-4B61-8369-8F9F6D30E81F}" dt="2026-10-03T11:12:55.440" v="2516"/>
          <ac:spMkLst>
            <pc:docMk/>
            <pc:sldMk cId="1973134436" sldId="307"/>
            <ac:spMk id="12" creationId="{4C903CED-8A87-62BF-C4E2-D18EB88AA50A}"/>
          </ac:spMkLst>
        </pc:spChg>
        <pc:spChg chg="add">
          <ac:chgData name="이 은찬" userId="7171d596-a1e6-43c2-b263-57fdfdab9399" providerId="ADAL" clId="{DA5D67FD-7EFE-4B61-8369-8F9F6D30E81F}" dt="2026-10-03T11:13:05.161" v="2523"/>
          <ac:spMkLst>
            <pc:docMk/>
            <pc:sldMk cId="1973134436" sldId="307"/>
            <ac:spMk id="14" creationId="{780E9F4A-F0A0-1B01-A1C7-C81E095A4EAE}"/>
          </ac:spMkLst>
        </pc:spChg>
        <pc:spChg chg="add mod">
          <ac:chgData name="이 은찬" userId="7171d596-a1e6-43c2-b263-57fdfdab9399" providerId="ADAL" clId="{DA5D67FD-7EFE-4B61-8369-8F9F6D30E81F}" dt="2026-10-03T11:34:55.301" v="2553"/>
          <ac:spMkLst>
            <pc:docMk/>
            <pc:sldMk cId="1973134436" sldId="307"/>
            <ac:spMk id="18" creationId="{09C894DF-7CEC-8ED7-D44E-5DF913FC28EE}"/>
          </ac:spMkLst>
        </pc:spChg>
        <pc:spChg chg="add mod">
          <ac:chgData name="이 은찬" userId="7171d596-a1e6-43c2-b263-57fdfdab9399" providerId="ADAL" clId="{DA5D67FD-7EFE-4B61-8369-8F9F6D30E81F}" dt="2026-10-03T11:35:44.095" v="2574" actId="14100"/>
          <ac:spMkLst>
            <pc:docMk/>
            <pc:sldMk cId="1973134436" sldId="307"/>
            <ac:spMk id="20" creationId="{8EAB6A03-CCD4-EC9E-55C9-A617FDC2FCF1}"/>
          </ac:spMkLst>
        </pc:spChg>
        <pc:spChg chg="add mod">
          <ac:chgData name="이 은찬" userId="7171d596-a1e6-43c2-b263-57fdfdab9399" providerId="ADAL" clId="{DA5D67FD-7EFE-4B61-8369-8F9F6D30E81F}" dt="2026-10-03T12:29:24.684" v="4020"/>
          <ac:spMkLst>
            <pc:docMk/>
            <pc:sldMk cId="1973134436" sldId="307"/>
            <ac:spMk id="21" creationId="{0CE15EDF-3CFF-6D38-3A9E-B19958CED390}"/>
          </ac:spMkLst>
        </pc:spChg>
        <pc:spChg chg="mod">
          <ac:chgData name="이 은찬" userId="7171d596-a1e6-43c2-b263-57fdfdab9399" providerId="ADAL" clId="{DA5D67FD-7EFE-4B61-8369-8F9F6D30E81F}" dt="2026-10-03T10:58:25.647" v="2377"/>
          <ac:spMkLst>
            <pc:docMk/>
            <pc:sldMk cId="1973134436" sldId="307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06.925" v="3145" actId="20577"/>
          <ac:spMkLst>
            <pc:docMk/>
            <pc:sldMk cId="1973134436" sldId="307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13:22.371" v="2529" actId="478"/>
          <ac:picMkLst>
            <pc:docMk/>
            <pc:sldMk cId="1973134436" sldId="307"/>
            <ac:picMk id="6" creationId="{EEA2CAAD-89FD-B692-3623-E16CC6E74E70}"/>
          </ac:picMkLst>
        </pc:picChg>
        <pc:picChg chg="add del">
          <ac:chgData name="이 은찬" userId="7171d596-a1e6-43c2-b263-57fdfdab9399" providerId="ADAL" clId="{DA5D67FD-7EFE-4B61-8369-8F9F6D30E81F}" dt="2026-10-03T11:01:14.240" v="2429" actId="478"/>
          <ac:picMkLst>
            <pc:docMk/>
            <pc:sldMk cId="1973134436" sldId="307"/>
            <ac:picMk id="10" creationId="{237864CA-6C99-EA14-3009-91DD9E10FEB1}"/>
          </ac:picMkLst>
        </pc:picChg>
        <pc:picChg chg="add mod">
          <ac:chgData name="이 은찬" userId="7171d596-a1e6-43c2-b263-57fdfdab9399" providerId="ADAL" clId="{DA5D67FD-7EFE-4B61-8369-8F9F6D30E81F}" dt="2026-10-03T11:13:02.932" v="2521" actId="14100"/>
          <ac:picMkLst>
            <pc:docMk/>
            <pc:sldMk cId="1973134436" sldId="307"/>
            <ac:picMk id="13" creationId="{AB3F2D17-87A8-72D2-D108-DFB1783C66C0}"/>
          </ac:picMkLst>
        </pc:picChg>
        <pc:picChg chg="add del mod">
          <ac:chgData name="이 은찬" userId="7171d596-a1e6-43c2-b263-57fdfdab9399" providerId="ADAL" clId="{DA5D67FD-7EFE-4B61-8369-8F9F6D30E81F}" dt="2026-10-03T11:13:21.924" v="2528" actId="478"/>
          <ac:picMkLst>
            <pc:docMk/>
            <pc:sldMk cId="1973134436" sldId="307"/>
            <ac:picMk id="15" creationId="{074365AF-44A2-294D-E97C-C91993BBF65C}"/>
          </ac:picMkLst>
        </pc:picChg>
        <pc:picChg chg="add mod">
          <ac:chgData name="이 은찬" userId="7171d596-a1e6-43c2-b263-57fdfdab9399" providerId="ADAL" clId="{DA5D67FD-7EFE-4B61-8369-8F9F6D30E81F}" dt="2026-10-03T11:13:23.241" v="2530"/>
          <ac:picMkLst>
            <pc:docMk/>
            <pc:sldMk cId="1973134436" sldId="307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25.263" v="6291"/>
        <pc:sldMkLst>
          <pc:docMk/>
          <pc:sldMk cId="2713978789" sldId="308"/>
        </pc:sldMkLst>
        <pc:spChg chg="mod">
          <ac:chgData name="이 은찬" userId="7171d596-a1e6-43c2-b263-57fdfdab9399" providerId="ADAL" clId="{DA5D67FD-7EFE-4B61-8369-8F9F6D30E81F}" dt="2026-10-03T11:40:48.032" v="2655" actId="20577"/>
          <ac:spMkLst>
            <pc:docMk/>
            <pc:sldMk cId="2713978789" sldId="308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1:48:01.470" v="2819" actId="207"/>
          <ac:spMkLst>
            <pc:docMk/>
            <pc:sldMk cId="2713978789" sldId="308"/>
            <ac:spMk id="5" creationId="{F5FF7AA6-7EB5-105F-3E43-F34F0FD7D578}"/>
          </ac:spMkLst>
        </pc:spChg>
        <pc:spChg chg="add mod">
          <ac:chgData name="이 은찬" userId="7171d596-a1e6-43c2-b263-57fdfdab9399" providerId="ADAL" clId="{DA5D67FD-7EFE-4B61-8369-8F9F6D30E81F}" dt="2026-10-03T12:29:26.045" v="4021"/>
          <ac:spMkLst>
            <pc:docMk/>
            <pc:sldMk cId="2713978789" sldId="308"/>
            <ac:spMk id="8" creationId="{97134EF5-4156-E124-C4C3-FE725C97E269}"/>
          </ac:spMkLst>
        </pc:spChg>
        <pc:spChg chg="add">
          <ac:chgData name="이 은찬" userId="7171d596-a1e6-43c2-b263-57fdfdab9399" providerId="ADAL" clId="{DA5D67FD-7EFE-4B61-8369-8F9F6D30E81F}" dt="2026-10-03T12:29:52.257" v="4025"/>
          <ac:spMkLst>
            <pc:docMk/>
            <pc:sldMk cId="2713978789" sldId="308"/>
            <ac:spMk id="10" creationId="{143FE069-8D24-68FE-0660-55E1E2F0C9E0}"/>
          </ac:spMkLst>
        </pc:spChg>
        <pc:spChg chg="del">
          <ac:chgData name="이 은찬" userId="7171d596-a1e6-43c2-b263-57fdfdab9399" providerId="ADAL" clId="{DA5D67FD-7EFE-4B61-8369-8F9F6D30E81F}" dt="2026-10-03T12:08:09.209" v="3426" actId="478"/>
          <ac:spMkLst>
            <pc:docMk/>
            <pc:sldMk cId="2713978789" sldId="308"/>
            <ac:spMk id="11" creationId="{E8E313CE-5FDF-1972-94F0-BB472ED1CAAE}"/>
          </ac:spMkLst>
        </pc:spChg>
        <pc:spChg chg="del">
          <ac:chgData name="이 은찬" userId="7171d596-a1e6-43c2-b263-57fdfdab9399" providerId="ADAL" clId="{DA5D67FD-7EFE-4B61-8369-8F9F6D30E81F}" dt="2026-10-03T12:08:12.043" v="3428" actId="478"/>
          <ac:spMkLst>
            <pc:docMk/>
            <pc:sldMk cId="2713978789" sldId="308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8:10.771" v="3427" actId="478"/>
          <ac:spMkLst>
            <pc:docMk/>
            <pc:sldMk cId="2713978789" sldId="308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3:32:25.263" v="6291"/>
          <ac:spMkLst>
            <pc:docMk/>
            <pc:sldMk cId="2713978789" sldId="308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1.646" v="3147" actId="20577"/>
          <ac:spMkLst>
            <pc:docMk/>
            <pc:sldMk cId="2713978789" sldId="308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57:23.906" v="2962" actId="478"/>
          <ac:picMkLst>
            <pc:docMk/>
            <pc:sldMk cId="2713978789" sldId="308"/>
            <ac:picMk id="6" creationId="{7E3D822F-5419-752D-5444-0D75BB34D639}"/>
          </ac:picMkLst>
        </pc:picChg>
        <pc:picChg chg="add mod">
          <ac:chgData name="이 은찬" userId="7171d596-a1e6-43c2-b263-57fdfdab9399" providerId="ADAL" clId="{DA5D67FD-7EFE-4B61-8369-8F9F6D30E81F}" dt="2026-10-03T11:57:25.442" v="2964"/>
          <ac:picMkLst>
            <pc:docMk/>
            <pc:sldMk cId="2713978789" sldId="308"/>
            <ac:picMk id="7" creationId="{F0F3EB7A-48C1-9020-B1DE-542DDE5535D3}"/>
          </ac:picMkLst>
        </pc:picChg>
        <pc:picChg chg="add mod">
          <ac:chgData name="이 은찬" userId="7171d596-a1e6-43c2-b263-57fdfdab9399" providerId="ADAL" clId="{DA5D67FD-7EFE-4B61-8369-8F9F6D30E81F}" dt="2026-10-03T12:30:15.734" v="4029" actId="1076"/>
          <ac:picMkLst>
            <pc:docMk/>
            <pc:sldMk cId="2713978789" sldId="308"/>
            <ac:picMk id="12" creationId="{1F0A2ED9-95CB-9D58-3460-FF7C2F59F3A0}"/>
          </ac:picMkLst>
        </pc:picChg>
        <pc:picChg chg="del">
          <ac:chgData name="이 은찬" userId="7171d596-a1e6-43c2-b263-57fdfdab9399" providerId="ADAL" clId="{DA5D67FD-7EFE-4B61-8369-8F9F6D30E81F}" dt="2026-10-03T11:57:24.352" v="2963" actId="478"/>
          <ac:picMkLst>
            <pc:docMk/>
            <pc:sldMk cId="2713978789" sldId="308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33:31.198" v="4047" actId="1076"/>
        <pc:sldMkLst>
          <pc:docMk/>
          <pc:sldMk cId="2949397629" sldId="309"/>
        </pc:sldMkLst>
        <pc:spChg chg="mod">
          <ac:chgData name="이 은찬" userId="7171d596-a1e6-43c2-b263-57fdfdab9399" providerId="ADAL" clId="{DA5D67FD-7EFE-4B61-8369-8F9F6D30E81F}" dt="2026-10-03T11:56:40.973" v="2953" actId="20577"/>
          <ac:spMkLst>
            <pc:docMk/>
            <pc:sldMk cId="2949397629" sldId="309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0:22.433" v="3131" actId="207"/>
          <ac:spMkLst>
            <pc:docMk/>
            <pc:sldMk cId="2949397629" sldId="309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1:57:01.138" v="2954"/>
          <ac:spMkLst>
            <pc:docMk/>
            <pc:sldMk cId="2949397629" sldId="309"/>
            <ac:spMk id="6" creationId="{57686122-6F4D-CCC6-3FEF-C4B6D11177CC}"/>
          </ac:spMkLst>
        </pc:spChg>
        <pc:spChg chg="add">
          <ac:chgData name="이 은찬" userId="7171d596-a1e6-43c2-b263-57fdfdab9399" providerId="ADAL" clId="{DA5D67FD-7EFE-4B61-8369-8F9F6D30E81F}" dt="2026-10-03T12:01:00.335" v="3136"/>
          <ac:spMkLst>
            <pc:docMk/>
            <pc:sldMk cId="2949397629" sldId="309"/>
            <ac:spMk id="8" creationId="{07E508D6-CF4F-0383-6110-E65AD509B104}"/>
          </ac:spMkLst>
        </pc:spChg>
        <pc:spChg chg="add">
          <ac:chgData name="이 은찬" userId="7171d596-a1e6-43c2-b263-57fdfdab9399" providerId="ADAL" clId="{DA5D67FD-7EFE-4B61-8369-8F9F6D30E81F}" dt="2026-10-03T12:01:03.128" v="3138"/>
          <ac:spMkLst>
            <pc:docMk/>
            <pc:sldMk cId="2949397629" sldId="309"/>
            <ac:spMk id="10" creationId="{CEAD9038-272E-C5DF-CA42-DD06EDD7B4EC}"/>
          </ac:spMkLst>
        </pc:spChg>
        <pc:spChg chg="del">
          <ac:chgData name="이 은찬" userId="7171d596-a1e6-43c2-b263-57fdfdab9399" providerId="ADAL" clId="{DA5D67FD-7EFE-4B61-8369-8F9F6D30E81F}" dt="2026-10-03T12:00:36.337" v="3132" actId="478"/>
          <ac:spMkLst>
            <pc:docMk/>
            <pc:sldMk cId="2949397629" sldId="309"/>
            <ac:spMk id="11" creationId="{E8E313CE-5FDF-1972-94F0-BB472ED1CAAE}"/>
          </ac:spMkLst>
        </pc:spChg>
        <pc:spChg chg="add mod">
          <ac:chgData name="이 은찬" userId="7171d596-a1e6-43c2-b263-57fdfdab9399" providerId="ADAL" clId="{DA5D67FD-7EFE-4B61-8369-8F9F6D30E81F}" dt="2026-10-03T12:29:27.530" v="4022"/>
          <ac:spMkLst>
            <pc:docMk/>
            <pc:sldMk cId="2949397629" sldId="309"/>
            <ac:spMk id="15" creationId="{DC87B183-787D-037B-AB48-31323FDA9782}"/>
          </ac:spMkLst>
        </pc:spChg>
        <pc:spChg chg="add">
          <ac:chgData name="이 은찬" userId="7171d596-a1e6-43c2-b263-57fdfdab9399" providerId="ADAL" clId="{DA5D67FD-7EFE-4B61-8369-8F9F6D30E81F}" dt="2026-10-03T12:32:37.375" v="4034"/>
          <ac:spMkLst>
            <pc:docMk/>
            <pc:sldMk cId="2949397629" sldId="309"/>
            <ac:spMk id="17" creationId="{8BE8B2A4-14EA-B041-FE86-E892609C6F00}"/>
          </ac:spMkLst>
        </pc:spChg>
        <pc:spChg chg="del">
          <ac:chgData name="이 은찬" userId="7171d596-a1e6-43c2-b263-57fdfdab9399" providerId="ADAL" clId="{DA5D67FD-7EFE-4B61-8369-8F9F6D30E81F}" dt="2026-10-03T12:00:40.110" v="3134" actId="478"/>
          <ac:spMkLst>
            <pc:docMk/>
            <pc:sldMk cId="2949397629" sldId="309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0:38.035" v="3133" actId="478"/>
          <ac:spMkLst>
            <pc:docMk/>
            <pc:sldMk cId="2949397629" sldId="309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1:56:18.106" v="2925"/>
          <ac:spMkLst>
            <pc:docMk/>
            <pc:sldMk cId="2949397629" sldId="309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5.414" v="3149" actId="20577"/>
          <ac:spMkLst>
            <pc:docMk/>
            <pc:sldMk cId="2949397629" sldId="309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57:05.384" v="2956" actId="478"/>
          <ac:picMkLst>
            <pc:docMk/>
            <pc:sldMk cId="2949397629" sldId="309"/>
            <ac:picMk id="7" creationId="{EF8F0759-5D47-5735-ADB7-0DC5CE1245C8}"/>
          </ac:picMkLst>
        </pc:picChg>
        <pc:picChg chg="add del mod">
          <ac:chgData name="이 은찬" userId="7171d596-a1e6-43c2-b263-57fdfdab9399" providerId="ADAL" clId="{DA5D67FD-7EFE-4B61-8369-8F9F6D30E81F}" dt="2026-10-03T12:01:17.619" v="3142" actId="478"/>
          <ac:picMkLst>
            <pc:docMk/>
            <pc:sldMk cId="2949397629" sldId="309"/>
            <ac:picMk id="12" creationId="{0DA50090-79CB-C002-933E-9BE5077A02D0}"/>
          </ac:picMkLst>
        </pc:picChg>
        <pc:picChg chg="add del mod">
          <ac:chgData name="이 은찬" userId="7171d596-a1e6-43c2-b263-57fdfdab9399" providerId="ADAL" clId="{DA5D67FD-7EFE-4B61-8369-8F9F6D30E81F}" dt="2026-10-03T12:07:46.545" v="3423" actId="478"/>
          <ac:picMkLst>
            <pc:docMk/>
            <pc:sldMk cId="2949397629" sldId="309"/>
            <ac:picMk id="13" creationId="{0336AF58-FEE5-B1F9-EF8C-97BE2A479575}"/>
          </ac:picMkLst>
        </pc:picChg>
        <pc:picChg chg="add mod">
          <ac:chgData name="이 은찬" userId="7171d596-a1e6-43c2-b263-57fdfdab9399" providerId="ADAL" clId="{DA5D67FD-7EFE-4B61-8369-8F9F6D30E81F}" dt="2026-10-03T12:07:47.950" v="3425"/>
          <ac:picMkLst>
            <pc:docMk/>
            <pc:sldMk cId="2949397629" sldId="309"/>
            <ac:picMk id="14" creationId="{A5DB008C-38A6-4B3B-4AD3-619AC430C87A}"/>
          </ac:picMkLst>
        </pc:picChg>
        <pc:picChg chg="add del">
          <ac:chgData name="이 은찬" userId="7171d596-a1e6-43c2-b263-57fdfdab9399" providerId="ADAL" clId="{DA5D67FD-7EFE-4B61-8369-8F9F6D30E81F}" dt="2026-10-03T12:07:47.008" v="3424" actId="478"/>
          <ac:picMkLst>
            <pc:docMk/>
            <pc:sldMk cId="2949397629" sldId="309"/>
            <ac:picMk id="16" creationId="{8EF727D5-4B40-DB51-757C-C3066ABA24B8}"/>
          </ac:picMkLst>
        </pc:picChg>
        <pc:picChg chg="add mod modCrop">
          <ac:chgData name="이 은찬" userId="7171d596-a1e6-43c2-b263-57fdfdab9399" providerId="ADAL" clId="{DA5D67FD-7EFE-4B61-8369-8F9F6D30E81F}" dt="2026-10-03T12:33:31.198" v="4047" actId="1076"/>
          <ac:picMkLst>
            <pc:docMk/>
            <pc:sldMk cId="2949397629" sldId="309"/>
            <ac:picMk id="19" creationId="{E2C7B0E8-0C87-D3CB-9598-893C5BEB53AC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43:16.263" v="4498" actId="1076"/>
        <pc:sldMkLst>
          <pc:docMk/>
          <pc:sldMk cId="2550466425" sldId="310"/>
        </pc:sldMkLst>
        <pc:spChg chg="mod">
          <ac:chgData name="이 은찬" userId="7171d596-a1e6-43c2-b263-57fdfdab9399" providerId="ADAL" clId="{DA5D67FD-7EFE-4B61-8369-8F9F6D30E81F}" dt="2026-10-03T12:06:01.530" v="3190"/>
          <ac:spMkLst>
            <pc:docMk/>
            <pc:sldMk cId="2550466425" sldId="310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7:14.615" v="3415" actId="207"/>
          <ac:spMkLst>
            <pc:docMk/>
            <pc:sldMk cId="2550466425" sldId="310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07:29.013" v="3416"/>
          <ac:spMkLst>
            <pc:docMk/>
            <pc:sldMk cId="2550466425" sldId="310"/>
            <ac:spMk id="6" creationId="{FA5F6FF6-3308-E9C5-AF4A-344E69907C87}"/>
          </ac:spMkLst>
        </pc:spChg>
        <pc:spChg chg="add mod">
          <ac:chgData name="이 은찬" userId="7171d596-a1e6-43c2-b263-57fdfdab9399" providerId="ADAL" clId="{DA5D67FD-7EFE-4B61-8369-8F9F6D30E81F}" dt="2026-10-03T12:15:33.473" v="3575" actId="207"/>
          <ac:spMkLst>
            <pc:docMk/>
            <pc:sldMk cId="2550466425" sldId="310"/>
            <ac:spMk id="11" creationId="{ACBB58CA-C2CB-B40E-1625-B4FF7E20B9A8}"/>
          </ac:spMkLst>
        </pc:spChg>
        <pc:spChg chg="add mod">
          <ac:chgData name="이 은찬" userId="7171d596-a1e6-43c2-b263-57fdfdab9399" providerId="ADAL" clId="{DA5D67FD-7EFE-4B61-8369-8F9F6D30E81F}" dt="2026-10-03T12:29:28.868" v="4023"/>
          <ac:spMkLst>
            <pc:docMk/>
            <pc:sldMk cId="2550466425" sldId="310"/>
            <ac:spMk id="12" creationId="{3FA20F89-2C05-D9F6-D77A-B59E9B97C4C4}"/>
          </ac:spMkLst>
        </pc:spChg>
        <pc:spChg chg="add">
          <ac:chgData name="이 은찬" userId="7171d596-a1e6-43c2-b263-57fdfdab9399" providerId="ADAL" clId="{DA5D67FD-7EFE-4B61-8369-8F9F6D30E81F}" dt="2026-10-03T12:42:35.369" v="4487"/>
          <ac:spMkLst>
            <pc:docMk/>
            <pc:sldMk cId="2550466425" sldId="310"/>
            <ac:spMk id="13" creationId="{02D6DB75-1729-4C46-19FD-8A332F3A1999}"/>
          </ac:spMkLst>
        </pc:spChg>
        <pc:spChg chg="mod">
          <ac:chgData name="이 은찬" userId="7171d596-a1e6-43c2-b263-57fdfdab9399" providerId="ADAL" clId="{DA5D67FD-7EFE-4B61-8369-8F9F6D30E81F}" dt="2026-10-03T12:05:27.286" v="3187"/>
          <ac:spMkLst>
            <pc:docMk/>
            <pc:sldMk cId="2550466425" sldId="310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22.102" v="3151" actId="20577"/>
          <ac:spMkLst>
            <pc:docMk/>
            <pc:sldMk cId="2550466425" sldId="310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07:32.731" v="3418" actId="478"/>
          <ac:picMkLst>
            <pc:docMk/>
            <pc:sldMk cId="2550466425" sldId="310"/>
            <ac:picMk id="7" creationId="{84F54BED-3502-F7D6-9CE7-BF8345BE22BC}"/>
          </ac:picMkLst>
        </pc:picChg>
        <pc:picChg chg="add del mod">
          <ac:chgData name="이 은찬" userId="7171d596-a1e6-43c2-b263-57fdfdab9399" providerId="ADAL" clId="{DA5D67FD-7EFE-4B61-8369-8F9F6D30E81F}" dt="2026-10-03T12:14:53.635" v="3564" actId="478"/>
          <ac:picMkLst>
            <pc:docMk/>
            <pc:sldMk cId="2550466425" sldId="310"/>
            <ac:picMk id="8" creationId="{14D25F52-E2F6-CAD7-57BF-32D0C85489A2}"/>
          </ac:picMkLst>
        </pc:picChg>
        <pc:picChg chg="add mod">
          <ac:chgData name="이 은찬" userId="7171d596-a1e6-43c2-b263-57fdfdab9399" providerId="ADAL" clId="{DA5D67FD-7EFE-4B61-8369-8F9F6D30E81F}" dt="2026-10-03T12:14:55.053" v="3566"/>
          <ac:picMkLst>
            <pc:docMk/>
            <pc:sldMk cId="2550466425" sldId="310"/>
            <ac:picMk id="10" creationId="{25C40873-B693-3742-A1D4-398C63878BE0}"/>
          </ac:picMkLst>
        </pc:picChg>
        <pc:picChg chg="add mod modCrop">
          <ac:chgData name="이 은찬" userId="7171d596-a1e6-43c2-b263-57fdfdab9399" providerId="ADAL" clId="{DA5D67FD-7EFE-4B61-8369-8F9F6D30E81F}" dt="2026-10-03T12:43:16.263" v="4498" actId="1076"/>
          <ac:picMkLst>
            <pc:docMk/>
            <pc:sldMk cId="2550466425" sldId="310"/>
            <ac:picMk id="14" creationId="{C8DC16AB-B092-E1A3-AFA6-794F1762B015}"/>
          </ac:picMkLst>
        </pc:picChg>
        <pc:picChg chg="del">
          <ac:chgData name="이 은찬" userId="7171d596-a1e6-43c2-b263-57fdfdab9399" providerId="ADAL" clId="{DA5D67FD-7EFE-4B61-8369-8F9F6D30E81F}" dt="2026-10-03T12:14:54.013" v="3565" actId="478"/>
          <ac:picMkLst>
            <pc:docMk/>
            <pc:sldMk cId="2550466425" sldId="310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30.119" v="4024"/>
        <pc:sldMkLst>
          <pc:docMk/>
          <pc:sldMk cId="1320647034" sldId="311"/>
        </pc:sldMkLst>
        <pc:spChg chg="mod">
          <ac:chgData name="이 은찬" userId="7171d596-a1e6-43c2-b263-57fdfdab9399" providerId="ADAL" clId="{DA5D67FD-7EFE-4B61-8369-8F9F6D30E81F}" dt="2026-10-03T12:12:07.556" v="3491" actId="20577"/>
          <ac:spMkLst>
            <pc:docMk/>
            <pc:sldMk cId="1320647034" sldId="311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13:01.504" v="3553" actId="207"/>
          <ac:spMkLst>
            <pc:docMk/>
            <pc:sldMk cId="1320647034" sldId="311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12:20.950" v="3492"/>
          <ac:spMkLst>
            <pc:docMk/>
            <pc:sldMk cId="1320647034" sldId="311"/>
            <ac:spMk id="6" creationId="{22AAFE9E-DB86-BCCF-B605-58338662FCB9}"/>
          </ac:spMkLst>
        </pc:spChg>
        <pc:spChg chg="add">
          <ac:chgData name="이 은찬" userId="7171d596-a1e6-43c2-b263-57fdfdab9399" providerId="ADAL" clId="{DA5D67FD-7EFE-4B61-8369-8F9F6D30E81F}" dt="2026-10-03T12:14:29.779" v="3554"/>
          <ac:spMkLst>
            <pc:docMk/>
            <pc:sldMk cId="1320647034" sldId="311"/>
            <ac:spMk id="7" creationId="{412D870F-D554-4D41-F176-64AEE2DECFA7}"/>
          </ac:spMkLst>
        </pc:spChg>
        <pc:spChg chg="add">
          <ac:chgData name="이 은찬" userId="7171d596-a1e6-43c2-b263-57fdfdab9399" providerId="ADAL" clId="{DA5D67FD-7EFE-4B61-8369-8F9F6D30E81F}" dt="2026-10-03T12:18:44.759" v="3576"/>
          <ac:spMkLst>
            <pc:docMk/>
            <pc:sldMk cId="1320647034" sldId="311"/>
            <ac:spMk id="10" creationId="{CB76B514-81D2-57F2-0724-681D94CC8702}"/>
          </ac:spMkLst>
        </pc:spChg>
        <pc:spChg chg="add mod">
          <ac:chgData name="이 은찬" userId="7171d596-a1e6-43c2-b263-57fdfdab9399" providerId="ADAL" clId="{DA5D67FD-7EFE-4B61-8369-8F9F6D30E81F}" dt="2026-10-03T12:25:21.147" v="3880" actId="207"/>
          <ac:spMkLst>
            <pc:docMk/>
            <pc:sldMk cId="1320647034" sldId="311"/>
            <ac:spMk id="13" creationId="{FAE46583-2330-79DD-3FCD-E4E6E5EB7E88}"/>
          </ac:spMkLst>
        </pc:spChg>
        <pc:spChg chg="add mod">
          <ac:chgData name="이 은찬" userId="7171d596-a1e6-43c2-b263-57fdfdab9399" providerId="ADAL" clId="{DA5D67FD-7EFE-4B61-8369-8F9F6D30E81F}" dt="2026-10-03T12:29:30.119" v="4024"/>
          <ac:spMkLst>
            <pc:docMk/>
            <pc:sldMk cId="1320647034" sldId="311"/>
            <ac:spMk id="14" creationId="{1E8873BD-D777-F5B4-87AC-632FCA60772C}"/>
          </ac:spMkLst>
        </pc:spChg>
        <pc:spChg chg="mod">
          <ac:chgData name="이 은찬" userId="7171d596-a1e6-43c2-b263-57fdfdab9399" providerId="ADAL" clId="{DA5D67FD-7EFE-4B61-8369-8F9F6D30E81F}" dt="2026-10-03T12:11:44.879" v="3487" actId="20577"/>
          <ac:spMkLst>
            <pc:docMk/>
            <pc:sldMk cId="1320647034" sldId="311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22:17.954" v="3587" actId="20577"/>
          <ac:spMkLst>
            <pc:docMk/>
            <pc:sldMk cId="1320647034" sldId="311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14:34.090" v="3556" actId="478"/>
          <ac:picMkLst>
            <pc:docMk/>
            <pc:sldMk cId="1320647034" sldId="311"/>
            <ac:picMk id="8" creationId="{8CF1D69F-E698-BB4B-E16B-E7B595F73731}"/>
          </ac:picMkLst>
        </pc:picChg>
        <pc:picChg chg="add del mod">
          <ac:chgData name="이 은찬" userId="7171d596-a1e6-43c2-b263-57fdfdab9399" providerId="ADAL" clId="{DA5D67FD-7EFE-4B61-8369-8F9F6D30E81F}" dt="2026-10-03T12:19:00.163" v="3581" actId="478"/>
          <ac:picMkLst>
            <pc:docMk/>
            <pc:sldMk cId="1320647034" sldId="311"/>
            <ac:picMk id="11" creationId="{573737E0-3D64-BE50-A319-41C147608283}"/>
          </ac:picMkLst>
        </pc:picChg>
        <pc:picChg chg="add mod">
          <ac:chgData name="이 은찬" userId="7171d596-a1e6-43c2-b263-57fdfdab9399" providerId="ADAL" clId="{DA5D67FD-7EFE-4B61-8369-8F9F6D30E81F}" dt="2026-10-03T12:19:01.599" v="3583"/>
          <ac:picMkLst>
            <pc:docMk/>
            <pc:sldMk cId="1320647034" sldId="311"/>
            <ac:picMk id="12" creationId="{458F062C-86C9-394A-F010-2021E0DD225D}"/>
          </ac:picMkLst>
        </pc:picChg>
        <pc:picChg chg="del">
          <ac:chgData name="이 은찬" userId="7171d596-a1e6-43c2-b263-57fdfdab9399" providerId="ADAL" clId="{DA5D67FD-7EFE-4B61-8369-8F9F6D30E81F}" dt="2026-10-03T12:19:00.552" v="3582" actId="478"/>
          <ac:picMkLst>
            <pc:docMk/>
            <pc:sldMk cId="1320647034" sldId="311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5:04.254" v="6479" actId="20577"/>
        <pc:sldMkLst>
          <pc:docMk/>
          <pc:sldMk cId="1367865884" sldId="312"/>
        </pc:sldMkLst>
        <pc:spChg chg="add mod">
          <ac:chgData name="이 은찬" userId="7171d596-a1e6-43c2-b263-57fdfdab9399" providerId="ADAL" clId="{DA5D67FD-7EFE-4B61-8369-8F9F6D30E81F}" dt="2026-10-03T12:49:38.200" v="4953" actId="20577"/>
          <ac:spMkLst>
            <pc:docMk/>
            <pc:sldMk cId="1367865884" sldId="312"/>
            <ac:spMk id="2" creationId="{62876AB5-056C-8710-6C53-6EF0454DEB7A}"/>
          </ac:spMkLst>
        </pc:spChg>
        <pc:spChg chg="add mod">
          <ac:chgData name="이 은찬" userId="7171d596-a1e6-43c2-b263-57fdfdab9399" providerId="ADAL" clId="{DA5D67FD-7EFE-4B61-8369-8F9F6D30E81F}" dt="2026-10-03T13:35:04.254" v="6479" actId="20577"/>
          <ac:spMkLst>
            <pc:docMk/>
            <pc:sldMk cId="1367865884" sldId="312"/>
            <ac:spMk id="3" creationId="{957466A8-744E-60CD-FC2D-01E1CD5D3A91}"/>
          </ac:spMkLst>
        </pc:spChg>
        <pc:spChg chg="mod">
          <ac:chgData name="이 은찬" userId="7171d596-a1e6-43c2-b263-57fdfdab9399" providerId="ADAL" clId="{DA5D67FD-7EFE-4B61-8369-8F9F6D30E81F}" dt="2026-10-03T13:20:15.284" v="6117" actId="20577"/>
          <ac:spMkLst>
            <pc:docMk/>
            <pc:sldMk cId="1367865884" sldId="312"/>
            <ac:spMk id="9" creationId="{00000000-0000-0000-0000-000000000000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1" creationId="{83EE46A6-BEFF-7F58-E8B9-E73895B9BC0A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4" creationId="{746E904D-4A6D-6C73-002C-D5CBC4762FAE}"/>
          </ac:spMkLst>
        </pc:spChg>
        <pc:spChg chg="mod">
          <ac:chgData name="이 은찬" userId="7171d596-a1e6-43c2-b263-57fdfdab9399" providerId="ADAL" clId="{DA5D67FD-7EFE-4B61-8369-8F9F6D30E81F}" dt="2026-10-03T12:49:11.062" v="4946" actId="20577"/>
          <ac:spMkLst>
            <pc:docMk/>
            <pc:sldMk cId="1367865884" sldId="312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45:33.580" v="4502" actId="20577"/>
          <ac:spMkLst>
            <pc:docMk/>
            <pc:sldMk cId="1367865884" sldId="312"/>
            <ac:spMk id="31" creationId="{C03F09F3-36C3-A1E2-BBA6-B2B1A807FCEE}"/>
          </ac:spMkLst>
        </pc:sp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8" creationId="{36A126D4-A6AA-A5AA-80E3-82D6C0043159}"/>
          </ac:graphicFrameMkLst>
        </pc:graphicFrameChg>
      </pc:sldChg>
      <pc:sldChg chg="addSp delSp modSp add mod">
        <pc:chgData name="이 은찬" userId="7171d596-a1e6-43c2-b263-57fdfdab9399" providerId="ADAL" clId="{DA5D67FD-7EFE-4B61-8369-8F9F6D30E81F}" dt="2026-10-03T13:42:46.909" v="6603" actId="14734"/>
        <pc:sldMkLst>
          <pc:docMk/>
          <pc:sldMk cId="3833130666" sldId="313"/>
        </pc:sldMkLst>
        <pc:spChg chg="del">
          <ac:chgData name="이 은찬" userId="7171d596-a1e6-43c2-b263-57fdfdab9399" providerId="ADAL" clId="{DA5D67FD-7EFE-4B61-8369-8F9F6D30E81F}" dt="2026-10-03T12:51:30.678" v="5107" actId="478"/>
          <ac:spMkLst>
            <pc:docMk/>
            <pc:sldMk cId="3833130666" sldId="313"/>
            <ac:spMk id="2" creationId="{62876AB5-056C-8710-6C53-6EF0454DEB7A}"/>
          </ac:spMkLst>
        </pc:spChg>
        <pc:spChg chg="mod">
          <ac:chgData name="이 은찬" userId="7171d596-a1e6-43c2-b263-57fdfdab9399" providerId="ADAL" clId="{DA5D67FD-7EFE-4B61-8369-8F9F6D30E81F}" dt="2026-10-03T13:20:22.147" v="6120" actId="20577"/>
          <ac:spMkLst>
            <pc:docMk/>
            <pc:sldMk cId="3833130666" sldId="313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2:51:16.132" v="5106" actId="20577"/>
          <ac:spMkLst>
            <pc:docMk/>
            <pc:sldMk cId="3833130666" sldId="313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50:49.988" v="4956" actId="20577"/>
          <ac:spMkLst>
            <pc:docMk/>
            <pc:sldMk cId="3833130666" sldId="313"/>
            <ac:spMk id="31" creationId="{C03F09F3-36C3-A1E2-BBA6-B2B1A807FCEE}"/>
          </ac:spMkLst>
        </pc:spChg>
        <pc:graphicFrameChg chg="add del mod modGraphic">
          <ac:chgData name="이 은찬" userId="7171d596-a1e6-43c2-b263-57fdfdab9399" providerId="ADAL" clId="{DA5D67FD-7EFE-4B61-8369-8F9F6D30E81F}" dt="2026-10-03T13:35:43.150" v="6495" actId="20577"/>
          <ac:graphicFrameMkLst>
            <pc:docMk/>
            <pc:sldMk cId="3833130666" sldId="313"/>
            <ac:graphicFrameMk id="3" creationId="{775E540E-46C0-8473-FCD8-49EB150C3F15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1:01.826" v="6544" actId="404"/>
          <ac:graphicFrameMkLst>
            <pc:docMk/>
            <pc:sldMk cId="3833130666" sldId="313"/>
            <ac:graphicFrameMk id="4" creationId="{F8C64728-3816-CFFA-1AB8-AE8AD18FCCBE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2:46.909" v="6603" actId="14734"/>
          <ac:graphicFrameMkLst>
            <pc:docMk/>
            <pc:sldMk cId="3833130666" sldId="313"/>
            <ac:graphicFrameMk id="5" creationId="{4E63ABFF-EC05-5E2C-11A8-A81D8CE30D40}"/>
          </ac:graphicFrameMkLst>
        </pc:graphicFrame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7" creationId="{A46159B6-9149-37B0-A130-FCC4E37F4060}"/>
          </ac:picMkLst>
        </pc:picChg>
        <pc:picChg chg="add mod">
          <ac:chgData name="이 은찬" userId="7171d596-a1e6-43c2-b263-57fdfdab9399" providerId="ADAL" clId="{DA5D67FD-7EFE-4B61-8369-8F9F6D30E81F}" dt="2026-10-03T13:06:24.454" v="5716" actId="1076"/>
          <ac:picMkLst>
            <pc:docMk/>
            <pc:sldMk cId="3833130666" sldId="313"/>
            <ac:picMk id="11" creationId="{70072D36-18C3-FC86-E0C9-406937FC673E}"/>
          </ac:picMkLst>
        </pc:pic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13" creationId="{5906230C-24EE-829F-8086-9A785431AAD1}"/>
          </ac:picMkLst>
        </pc:picChg>
        <pc:picChg chg="add mod">
          <ac:chgData name="이 은찬" userId="7171d596-a1e6-43c2-b263-57fdfdab9399" providerId="ADAL" clId="{DA5D67FD-7EFE-4B61-8369-8F9F6D30E81F}" dt="2026-10-03T13:06:39.690" v="5724" actId="1076"/>
          <ac:picMkLst>
            <pc:docMk/>
            <pc:sldMk cId="3833130666" sldId="313"/>
            <ac:picMk id="14" creationId="{BBBFD4DC-880B-21A8-D0B8-8D10AD22B4E0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47:47.993" v="6614"/>
        <pc:sldMkLst>
          <pc:docMk/>
          <pc:sldMk cId="1460867288" sldId="314"/>
        </pc:sldMkLst>
        <pc:spChg chg="add">
          <ac:chgData name="이 은찬" userId="7171d596-a1e6-43c2-b263-57fdfdab9399" providerId="ADAL" clId="{DA5D67FD-7EFE-4B61-8369-8F9F6D30E81F}" dt="2026-10-03T13:47:16.401" v="6604"/>
          <ac:spMkLst>
            <pc:docMk/>
            <pc:sldMk cId="1460867288" sldId="314"/>
            <ac:spMk id="2" creationId="{0479CD15-4B67-17C3-A28E-139FF4A6D7FE}"/>
          </ac:spMkLst>
        </pc:spChg>
        <pc:spChg chg="del mod">
          <ac:chgData name="이 은찬" userId="7171d596-a1e6-43c2-b263-57fdfdab9399" providerId="ADAL" clId="{DA5D67FD-7EFE-4B61-8369-8F9F6D30E81F}" dt="2026-10-03T13:09:32.156" v="5959" actId="478"/>
          <ac:spMkLst>
            <pc:docMk/>
            <pc:sldMk cId="1460867288" sldId="314"/>
            <ac:spMk id="2" creationId="{BD2BA96E-A503-E600-DCB9-64F97FC65F5D}"/>
          </ac:spMkLst>
        </pc:spChg>
        <pc:spChg chg="mod">
          <ac:chgData name="이 은찬" userId="7171d596-a1e6-43c2-b263-57fdfdab9399" providerId="ADAL" clId="{DA5D67FD-7EFE-4B61-8369-8F9F6D30E81F}" dt="2026-10-03T13:09:27.752" v="5956" actId="20577"/>
          <ac:spMkLst>
            <pc:docMk/>
            <pc:sldMk cId="1460867288" sldId="314"/>
            <ac:spMk id="3" creationId="{9B7CF3A5-02F4-467E-1443-5C318ABEE8D7}"/>
          </ac:spMkLst>
        </pc:spChg>
        <pc:spChg chg="add">
          <ac:chgData name="이 은찬" userId="7171d596-a1e6-43c2-b263-57fdfdab9399" providerId="ADAL" clId="{DA5D67FD-7EFE-4B61-8369-8F9F6D30E81F}" dt="2026-10-03T13:14:16.919" v="6072"/>
          <ac:spMkLst>
            <pc:docMk/>
            <pc:sldMk cId="1460867288" sldId="314"/>
            <ac:spMk id="4" creationId="{877ABA00-591A-E50F-3D6E-FD8A28C776AD}"/>
          </ac:spMkLst>
        </pc:spChg>
        <pc:spChg chg="del">
          <ac:chgData name="이 은찬" userId="7171d596-a1e6-43c2-b263-57fdfdab9399" providerId="ADAL" clId="{DA5D67FD-7EFE-4B61-8369-8F9F6D30E81F}" dt="2026-10-03T13:09:33.236" v="5960" actId="478"/>
          <ac:spMkLst>
            <pc:docMk/>
            <pc:sldMk cId="1460867288" sldId="314"/>
            <ac:spMk id="17" creationId="{0F69B248-1DA2-0830-8560-4D249201B6E7}"/>
          </ac:spMkLst>
        </pc:spChg>
        <pc:picChg chg="add del mod">
          <ac:chgData name="이 은찬" userId="7171d596-a1e6-43c2-b263-57fdfdab9399" providerId="ADAL" clId="{DA5D67FD-7EFE-4B61-8369-8F9F6D30E81F}" dt="2026-10-03T13:47:46.439" v="6612" actId="478"/>
          <ac:picMkLst>
            <pc:docMk/>
            <pc:sldMk cId="1460867288" sldId="314"/>
            <ac:picMk id="4" creationId="{435A4FAD-B87F-549B-F3EE-56393659EF1B}"/>
          </ac:picMkLst>
        </pc:picChg>
        <pc:picChg chg="add del mod modCrop">
          <ac:chgData name="이 은찬" userId="7171d596-a1e6-43c2-b263-57fdfdab9399" providerId="ADAL" clId="{DA5D67FD-7EFE-4B61-8369-8F9F6D30E81F}" dt="2026-10-03T13:47:46.967" v="6613" actId="478"/>
          <ac:picMkLst>
            <pc:docMk/>
            <pc:sldMk cId="1460867288" sldId="314"/>
            <ac:picMk id="5" creationId="{86A87B3B-751D-643E-ACA5-9F1CD85B3CB9}"/>
          </ac:picMkLst>
        </pc:picChg>
        <pc:picChg chg="add mod">
          <ac:chgData name="이 은찬" userId="7171d596-a1e6-43c2-b263-57fdfdab9399" providerId="ADAL" clId="{DA5D67FD-7EFE-4B61-8369-8F9F6D30E81F}" dt="2026-10-03T13:47:47.993" v="6614"/>
          <ac:picMkLst>
            <pc:docMk/>
            <pc:sldMk cId="1460867288" sldId="314"/>
            <ac:picMk id="6" creationId="{801FDC8A-44A3-0B51-F709-6E81C571BCC7}"/>
          </ac:picMkLst>
        </pc:picChg>
        <pc:picChg chg="add mod">
          <ac:chgData name="이 은찬" userId="7171d596-a1e6-43c2-b263-57fdfdab9399" providerId="ADAL" clId="{DA5D67FD-7EFE-4B61-8369-8F9F6D30E81F}" dt="2026-10-03T13:15:00.524" v="6083" actId="571"/>
          <ac:picMkLst>
            <pc:docMk/>
            <pc:sldMk cId="1460867288" sldId="314"/>
            <ac:picMk id="6" creationId="{9E0A7137-DC9F-AA34-85B3-BF36AA9CCE34}"/>
          </ac:picMkLst>
        </pc:picChg>
        <pc:picChg chg="del">
          <ac:chgData name="이 은찬" userId="7171d596-a1e6-43c2-b263-57fdfdab9399" providerId="ADAL" clId="{DA5D67FD-7EFE-4B61-8369-8F9F6D30E81F}" dt="2026-10-03T13:09:30.146" v="5957" actId="478"/>
          <ac:picMkLst>
            <pc:docMk/>
            <pc:sldMk cId="1460867288" sldId="314"/>
            <ac:picMk id="11" creationId="{493018B0-CE4A-D0BF-446D-44B1EFCA6D20}"/>
          </ac:picMkLst>
        </pc:picChg>
      </pc:sldChg>
    </pc:docChg>
  </pc:docChgLst>
  <pc:docChgLst>
    <pc:chgData name="이 은찬" userId="7171d596-a1e6-43c2-b263-57fdfdab9399" providerId="ADAL" clId="{84B8E845-A624-4E7E-AAB1-DF2C16F97486}"/>
    <pc:docChg chg="undo redo custSel addSld delSld modSld sldOrd">
      <pc:chgData name="이 은찬" userId="7171d596-a1e6-43c2-b263-57fdfdab9399" providerId="ADAL" clId="{84B8E845-A624-4E7E-AAB1-DF2C16F97486}" dt="2026-10-03T06:36:40.369" v="4766" actId="207"/>
      <pc:docMkLst>
        <pc:docMk/>
      </pc:docMkLst>
      <pc:sldChg chg="del">
        <pc:chgData name="이 은찬" userId="7171d596-a1e6-43c2-b263-57fdfdab9399" providerId="ADAL" clId="{84B8E845-A624-4E7E-AAB1-DF2C16F97486}" dt="2026-10-03T04:52:57.128" v="3738" actId="47"/>
        <pc:sldMkLst>
          <pc:docMk/>
          <pc:sldMk cId="0" sldId="257"/>
        </pc:sldMkLst>
      </pc:sldChg>
      <pc:sldChg chg="del">
        <pc:chgData name="이 은찬" userId="7171d596-a1e6-43c2-b263-57fdfdab9399" providerId="ADAL" clId="{84B8E845-A624-4E7E-AAB1-DF2C16F97486}" dt="2026-10-03T04:52:55.388" v="3735" actId="47"/>
        <pc:sldMkLst>
          <pc:docMk/>
          <pc:sldMk cId="0" sldId="258"/>
        </pc:sldMkLst>
      </pc:sldChg>
      <pc:sldChg chg="del">
        <pc:chgData name="이 은찬" userId="7171d596-a1e6-43c2-b263-57fdfdab9399" providerId="ADAL" clId="{84B8E845-A624-4E7E-AAB1-DF2C16F97486}" dt="2026-10-03T04:52:55.849" v="3736" actId="47"/>
        <pc:sldMkLst>
          <pc:docMk/>
          <pc:sldMk cId="0" sldId="259"/>
        </pc:sldMkLst>
      </pc:sldChg>
      <pc:sldChg chg="del">
        <pc:chgData name="이 은찬" userId="7171d596-a1e6-43c2-b263-57fdfdab9399" providerId="ADAL" clId="{84B8E845-A624-4E7E-AAB1-DF2C16F97486}" dt="2026-10-03T04:52:57.575" v="3739" actId="47"/>
        <pc:sldMkLst>
          <pc:docMk/>
          <pc:sldMk cId="0" sldId="260"/>
        </pc:sldMkLst>
      </pc:sldChg>
      <pc:sldChg chg="add del">
        <pc:chgData name="이 은찬" userId="7171d596-a1e6-43c2-b263-57fdfdab9399" providerId="ADAL" clId="{84B8E845-A624-4E7E-AAB1-DF2C16F97486}" dt="2026-10-03T05:06:20.916" v="3745" actId="47"/>
        <pc:sldMkLst>
          <pc:docMk/>
          <pc:sldMk cId="0" sldId="261"/>
        </pc:sldMkLst>
      </pc:sldChg>
      <pc:sldChg chg="del">
        <pc:chgData name="이 은찬" userId="7171d596-a1e6-43c2-b263-57fdfdab9399" providerId="ADAL" clId="{84B8E845-A624-4E7E-AAB1-DF2C16F97486}" dt="2026-10-03T04:52:53.143" v="3733" actId="47"/>
        <pc:sldMkLst>
          <pc:docMk/>
          <pc:sldMk cId="0" sldId="262"/>
        </pc:sldMkLst>
      </pc:sldChg>
      <pc:sldChg chg="del">
        <pc:chgData name="이 은찬" userId="7171d596-a1e6-43c2-b263-57fdfdab9399" providerId="ADAL" clId="{84B8E845-A624-4E7E-AAB1-DF2C16F97486}" dt="2026-10-03T04:52:53.850" v="3734" actId="47"/>
        <pc:sldMkLst>
          <pc:docMk/>
          <pc:sldMk cId="0" sldId="263"/>
        </pc:sldMkLst>
      </pc:sldChg>
      <pc:sldChg chg="addSp delSp modSp mod">
        <pc:chgData name="이 은찬" userId="7171d596-a1e6-43c2-b263-57fdfdab9399" providerId="ADAL" clId="{84B8E845-A624-4E7E-AAB1-DF2C16F97486}" dt="2026-10-03T06:25:09.019" v="4629" actId="478"/>
        <pc:sldMkLst>
          <pc:docMk/>
          <pc:sldMk cId="2746174679" sldId="264"/>
        </pc:sldMkLst>
        <pc:spChg chg="add mod">
          <ac:chgData name="이 은찬" userId="7171d596-a1e6-43c2-b263-57fdfdab9399" providerId="ADAL" clId="{84B8E845-A624-4E7E-AAB1-DF2C16F97486}" dt="2026-10-03T01:51:45.280" v="65" actId="1076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84B8E845-A624-4E7E-AAB1-DF2C16F97486}" dt="2026-10-03T01:53:58.101" v="87" actId="207"/>
          <ac:spMkLst>
            <pc:docMk/>
            <pc:sldMk cId="2746174679" sldId="264"/>
            <ac:spMk id="4" creationId="{FA334E57-535E-D53B-C8AD-17A1D28241E4}"/>
          </ac:spMkLst>
        </pc:spChg>
        <pc:spChg chg="add del mod">
          <ac:chgData name="이 은찬" userId="7171d596-a1e6-43c2-b263-57fdfdab9399" providerId="ADAL" clId="{84B8E845-A624-4E7E-AAB1-DF2C16F97486}" dt="2026-10-03T06:24:59.862" v="4626" actId="478"/>
          <ac:spMkLst>
            <pc:docMk/>
            <pc:sldMk cId="2746174679" sldId="264"/>
            <ac:spMk id="5" creationId="{162C1998-3DCB-A03F-FB03-30BFD0A8433B}"/>
          </ac:spMkLst>
        </pc:spChg>
        <pc:spChg chg="add mod">
          <ac:chgData name="이 은찬" userId="7171d596-a1e6-43c2-b263-57fdfdab9399" providerId="ADAL" clId="{84B8E845-A624-4E7E-AAB1-DF2C16F97486}" dt="2026-10-03T02:30:57.094" v="336"/>
          <ac:spMkLst>
            <pc:docMk/>
            <pc:sldMk cId="2746174679" sldId="264"/>
            <ac:spMk id="5" creationId="{BAF42349-9DF2-0B32-6004-270B29B33EB4}"/>
          </ac:spMkLst>
        </pc:spChg>
        <pc:spChg chg="add del mod">
          <ac:chgData name="이 은찬" userId="7171d596-a1e6-43c2-b263-57fdfdab9399" providerId="ADAL" clId="{84B8E845-A624-4E7E-AAB1-DF2C16F97486}" dt="2026-10-03T05:55:04.848" v="4312" actId="478"/>
          <ac:spMkLst>
            <pc:docMk/>
            <pc:sldMk cId="2746174679" sldId="264"/>
            <ac:spMk id="5" creationId="{F28F94AA-0963-B1C7-1A03-74346581ED37}"/>
          </ac:spMkLst>
        </pc:spChg>
        <pc:spChg chg="add del mod">
          <ac:chgData name="이 은찬" userId="7171d596-a1e6-43c2-b263-57fdfdab9399" providerId="ADAL" clId="{84B8E845-A624-4E7E-AAB1-DF2C16F97486}" dt="2026-10-03T06:25:09.019" v="4629" actId="478"/>
          <ac:spMkLst>
            <pc:docMk/>
            <pc:sldMk cId="2746174679" sldId="264"/>
            <ac:spMk id="6" creationId="{0F0653A8-7BC0-4078-8379-318D8B1E7F45}"/>
          </ac:spMkLst>
        </pc:spChg>
        <pc:spChg chg="add del mod">
          <ac:chgData name="이 은찬" userId="7171d596-a1e6-43c2-b263-57fdfdab9399" providerId="ADAL" clId="{84B8E845-A624-4E7E-AAB1-DF2C16F97486}" dt="2026-10-03T06:24:20.939" v="4618" actId="478"/>
          <ac:spMkLst>
            <pc:docMk/>
            <pc:sldMk cId="2746174679" sldId="264"/>
            <ac:spMk id="7" creationId="{1175197C-A06A-E601-4FBB-64CA63C62ECB}"/>
          </ac:spMkLst>
        </pc:spChg>
        <pc:spChg chg="add mod">
          <ac:chgData name="이 은찬" userId="7171d596-a1e6-43c2-b263-57fdfdab9399" providerId="ADAL" clId="{84B8E845-A624-4E7E-AAB1-DF2C16F97486}" dt="2026-10-03T02:31:05.430" v="339"/>
          <ac:spMkLst>
            <pc:docMk/>
            <pc:sldMk cId="2746174679" sldId="264"/>
            <ac:spMk id="7" creationId="{30CD6CCE-AE6D-E3F2-AF85-C0BE71D7F486}"/>
          </ac:spMkLst>
        </pc:spChg>
        <pc:spChg chg="add mod">
          <ac:chgData name="이 은찬" userId="7171d596-a1e6-43c2-b263-57fdfdab9399" providerId="ADAL" clId="{84B8E845-A624-4E7E-AAB1-DF2C16F97486}" dt="2026-10-03T06:23:33.777" v="4587"/>
          <ac:spMkLst>
            <pc:docMk/>
            <pc:sldMk cId="2746174679" sldId="264"/>
            <ac:spMk id="8" creationId="{8A85E423-5130-678A-F2A2-6017CB42FB8E}"/>
          </ac:spMkLst>
        </pc:spChg>
        <pc:spChg chg="add del mod">
          <ac:chgData name="이 은찬" userId="7171d596-a1e6-43c2-b263-57fdfdab9399" providerId="ADAL" clId="{84B8E845-A624-4E7E-AAB1-DF2C16F97486}" dt="2026-10-03T02:32:27.252" v="351" actId="478"/>
          <ac:spMkLst>
            <pc:docMk/>
            <pc:sldMk cId="2746174679" sldId="264"/>
            <ac:spMk id="9" creationId="{32690B8D-D7E6-F335-272A-468CC210DC04}"/>
          </ac:spMkLst>
        </pc:spChg>
        <pc:spChg chg="add mod">
          <ac:chgData name="이 은찬" userId="7171d596-a1e6-43c2-b263-57fdfdab9399" providerId="ADAL" clId="{84B8E845-A624-4E7E-AAB1-DF2C16F97486}" dt="2026-10-03T02:31:55.573" v="347"/>
          <ac:spMkLst>
            <pc:docMk/>
            <pc:sldMk cId="2746174679" sldId="264"/>
            <ac:spMk id="10" creationId="{EA1082FF-C7E3-1A95-EF8D-AE111BAE8482}"/>
          </ac:spMkLst>
        </pc:spChg>
        <pc:spChg chg="add del mod">
          <ac:chgData name="이 은찬" userId="7171d596-a1e6-43c2-b263-57fdfdab9399" providerId="ADAL" clId="{84B8E845-A624-4E7E-AAB1-DF2C16F97486}" dt="2026-10-03T06:24:21.242" v="4619" actId="478"/>
          <ac:spMkLst>
            <pc:docMk/>
            <pc:sldMk cId="2746174679" sldId="264"/>
            <ac:spMk id="17" creationId="{00000000-0000-0000-0000-000000000000}"/>
          </ac:spMkLst>
        </pc:spChg>
        <pc:spChg chg="add">
          <ac:chgData name="이 은찬" userId="7171d596-a1e6-43c2-b263-57fdfdab9399" providerId="ADAL" clId="{84B8E845-A624-4E7E-AAB1-DF2C16F97486}" dt="2026-10-03T04:35:54.258" v="3469"/>
          <ac:spMkLst>
            <pc:docMk/>
            <pc:sldMk cId="2746174679" sldId="264"/>
            <ac:spMk id="19" creationId="{8C909D58-D29A-AB7C-2D3A-BE2B628652A5}"/>
          </ac:spMkLst>
        </pc:spChg>
        <pc:spChg chg="mod">
          <ac:chgData name="이 은찬" userId="7171d596-a1e6-43c2-b263-57fdfdab9399" providerId="ADAL" clId="{84B8E845-A624-4E7E-AAB1-DF2C16F97486}" dt="2026-10-03T01:51:23.146" v="62" actId="1076"/>
          <ac:spMkLst>
            <pc:docMk/>
            <pc:sldMk cId="2746174679" sldId="264"/>
            <ac:spMk id="32" creationId="{00000000-0000-0000-0000-000000000000}"/>
          </ac:spMkLst>
        </pc:spChg>
        <pc:graphicFrameChg chg="add mod">
          <ac:chgData name="이 은찬" userId="7171d596-a1e6-43c2-b263-57fdfdab9399" providerId="ADAL" clId="{84B8E845-A624-4E7E-AAB1-DF2C16F97486}" dt="2026-10-03T02:31:51.055" v="346"/>
          <ac:graphicFrameMkLst>
            <pc:docMk/>
            <pc:sldMk cId="2746174679" sldId="264"/>
            <ac:graphicFrameMk id="11" creationId="{7B1EA0E9-877B-62BA-B138-730055945D45}"/>
          </ac:graphicFrameMkLst>
        </pc:graphicFrameChg>
        <pc:picChg chg="add">
          <ac:chgData name="이 은찬" userId="7171d596-a1e6-43c2-b263-57fdfdab9399" providerId="ADAL" clId="{84B8E845-A624-4E7E-AAB1-DF2C16F97486}" dt="2026-10-03T02:30:57.112" v="337"/>
          <ac:picMkLst>
            <pc:docMk/>
            <pc:sldMk cId="2746174679" sldId="264"/>
            <ac:picMk id="6" creationId="{8B157987-BF9D-5C04-07D4-1FC4C7776C23}"/>
          </ac:picMkLst>
        </pc:picChg>
        <pc:picChg chg="add del mod">
          <ac:chgData name="이 은찬" userId="7171d596-a1e6-43c2-b263-57fdfdab9399" providerId="ADAL" clId="{84B8E845-A624-4E7E-AAB1-DF2C16F97486}" dt="2026-10-03T02:31:10.619" v="342" actId="478"/>
          <ac:picMkLst>
            <pc:docMk/>
            <pc:sldMk cId="2746174679" sldId="264"/>
            <ac:picMk id="8" creationId="{2D614995-5065-5BA8-20AD-41DDFCDAC445}"/>
          </ac:picMkLst>
        </pc:picChg>
        <pc:picChg chg="add del mod">
          <ac:chgData name="이 은찬" userId="7171d596-a1e6-43c2-b263-57fdfdab9399" providerId="ADAL" clId="{84B8E845-A624-4E7E-AAB1-DF2C16F97486}" dt="2026-10-03T02:41:15.982" v="439" actId="478"/>
          <ac:picMkLst>
            <pc:docMk/>
            <pc:sldMk cId="2746174679" sldId="264"/>
            <ac:picMk id="13" creationId="{E8AD7C4C-7D08-F719-BAD7-B045A653097F}"/>
          </ac:picMkLst>
        </pc:picChg>
        <pc:picChg chg="add del mod modCrop">
          <ac:chgData name="이 은찬" userId="7171d596-a1e6-43c2-b263-57fdfdab9399" providerId="ADAL" clId="{84B8E845-A624-4E7E-AAB1-DF2C16F97486}" dt="2026-10-03T04:36:06.095" v="3474" actId="478"/>
          <ac:picMkLst>
            <pc:docMk/>
            <pc:sldMk cId="2746174679" sldId="264"/>
            <ac:picMk id="18" creationId="{24847A83-373B-38EE-3CF4-1DE8D9B4E2E5}"/>
          </ac:picMkLst>
        </pc:picChg>
        <pc:picChg chg="add mod">
          <ac:chgData name="이 은찬" userId="7171d596-a1e6-43c2-b263-57fdfdab9399" providerId="ADAL" clId="{84B8E845-A624-4E7E-AAB1-DF2C16F97486}" dt="2026-10-03T04:36:13.061" v="3478" actId="1076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84B8E845-A624-4E7E-AAB1-DF2C16F97486}" dt="2026-10-03T06:09:35.421" v="4364" actId="1076"/>
        <pc:sldMkLst>
          <pc:docMk/>
          <pc:sldMk cId="1828356913" sldId="265"/>
        </pc:sldMkLst>
        <pc:spChg chg="add mod">
          <ac:chgData name="이 은찬" userId="7171d596-a1e6-43c2-b263-57fdfdab9399" providerId="ADAL" clId="{84B8E845-A624-4E7E-AAB1-DF2C16F97486}" dt="2026-10-03T06:09:31.544" v="4363" actId="1076"/>
          <ac:spMkLst>
            <pc:docMk/>
            <pc:sldMk cId="1828356913" sldId="265"/>
            <ac:spMk id="3" creationId="{A0A52C7F-80DB-1F40-2637-9FB6949E0EB8}"/>
          </ac:spMkLst>
        </pc:spChg>
        <pc:spChg chg="add del mod topLvl">
          <ac:chgData name="이 은찬" userId="7171d596-a1e6-43c2-b263-57fdfdab9399" providerId="ADAL" clId="{84B8E845-A624-4E7E-AAB1-DF2C16F97486}" dt="2026-10-03T02:36:43.735" v="423" actId="478"/>
          <ac:spMkLst>
            <pc:docMk/>
            <pc:sldMk cId="1828356913" sldId="265"/>
            <ac:spMk id="4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7" creationId="{CBC2C76D-8DC9-EA54-BE33-1D18DBD91EA4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8" creationId="{2C941C2D-7DC9-7D8B-4987-2642B706813E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9" creationId="{378A2C20-B586-B7B2-78C0-88BD0992DFA9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12" creationId="{A9A0C67A-8D91-F6AE-AED2-7BE2C34F4DF7}"/>
          </ac:spMkLst>
        </pc:spChg>
        <pc:spChg chg="mod">
          <ac:chgData name="이 은찬" userId="7171d596-a1e6-43c2-b263-57fdfdab9399" providerId="ADAL" clId="{84B8E845-A624-4E7E-AAB1-DF2C16F97486}" dt="2026-10-03T01:57:26.695" v="140" actId="20577"/>
          <ac:spMkLst>
            <pc:docMk/>
            <pc:sldMk cId="1828356913" sldId="265"/>
            <ac:spMk id="5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08:14.809" v="4353" actId="478"/>
          <ac:spMkLst>
            <pc:docMk/>
            <pc:sldMk cId="1828356913" sldId="265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2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09:27.952" v="4362" actId="478"/>
          <ac:grpSpMkLst>
            <pc:docMk/>
            <pc:sldMk cId="1828356913" sldId="265"/>
            <ac:grpSpMk id="4" creationId="{2D0EBA59-D93D-7F1A-B690-7E453D52E469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5" creationId="{38CB197A-BB76-F7CC-B6C9-9F60F191FF41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6" creationId="{A5584B69-7A9C-EA3D-80B8-D9746222D5B2}"/>
          </ac:grpSpMkLst>
        </pc:grpChg>
        <pc:grpChg chg="del mod topLvl">
          <ac:chgData name="이 은찬" userId="7171d596-a1e6-43c2-b263-57fdfdab9399" providerId="ADAL" clId="{84B8E845-A624-4E7E-AAB1-DF2C16F97486}" dt="2026-10-03T02:36:44.904" v="424" actId="478"/>
          <ac:grpSpMkLst>
            <pc:docMk/>
            <pc:sldMk cId="1828356913" sldId="265"/>
            <ac:grpSpMk id="14" creationId="{00000000-0000-0000-0000-000000000000}"/>
          </ac:grpSpMkLst>
        </pc:grpChg>
        <pc:grpChg chg="del mod topLvl">
          <ac:chgData name="이 은찬" userId="7171d596-a1e6-43c2-b263-57fdfdab9399" providerId="ADAL" clId="{84B8E845-A624-4E7E-AAB1-DF2C16F97486}" dt="2026-10-03T02:36:30.079" v="418" actId="165"/>
          <ac:grpSpMkLst>
            <pc:docMk/>
            <pc:sldMk cId="1828356913" sldId="265"/>
            <ac:grpSpMk id="15" creationId="{00000000-0000-0000-0000-000000000000}"/>
          </ac:grpSpMkLst>
        </pc:grpChg>
        <pc:grpChg chg="del">
          <ac:chgData name="이 은찬" userId="7171d596-a1e6-43c2-b263-57fdfdab9399" providerId="ADAL" clId="{84B8E845-A624-4E7E-AAB1-DF2C16F97486}" dt="2026-10-03T02:36:19.607" v="416" actId="165"/>
          <ac:grpSpMkLst>
            <pc:docMk/>
            <pc:sldMk cId="1828356913" sldId="265"/>
            <ac:grpSpMk id="18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6:09:35.421" v="4364" actId="1076"/>
          <ac:picMkLst>
            <pc:docMk/>
            <pc:sldMk cId="1828356913" sldId="265"/>
            <ac:picMk id="2" creationId="{B978FEC4-9884-5BFF-1132-A216038AAB4C}"/>
          </ac:picMkLst>
        </pc:picChg>
      </pc:sldChg>
      <pc:sldChg chg="addSp modSp mod ord">
        <pc:chgData name="이 은찬" userId="7171d596-a1e6-43c2-b263-57fdfdab9399" providerId="ADAL" clId="{84B8E845-A624-4E7E-AAB1-DF2C16F97486}" dt="2026-10-03T05:43:39.204" v="4192" actId="208"/>
        <pc:sldMkLst>
          <pc:docMk/>
          <pc:sldMk cId="4246831794" sldId="266"/>
        </pc:sldMkLst>
        <pc:spChg chg="mod">
          <ac:chgData name="이 은찬" userId="7171d596-a1e6-43c2-b263-57fdfdab9399" providerId="ADAL" clId="{84B8E845-A624-4E7E-AAB1-DF2C16F97486}" dt="2026-10-03T02:26:47.024" v="180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" creationId="{72A5A0B7-2CED-37B2-7308-54EFDA8BF8C4}"/>
          </ac:spMkLst>
        </pc:spChg>
        <pc:spChg chg="mod">
          <ac:chgData name="이 은찬" userId="7171d596-a1e6-43c2-b263-57fdfdab9399" providerId="ADAL" clId="{84B8E845-A624-4E7E-AAB1-DF2C16F97486}" dt="2026-10-03T02:30:47.323" v="334" actId="20577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5:43:33.189" v="4191" actId="208"/>
          <ac:spMkLst>
            <pc:docMk/>
            <pc:sldMk cId="4246831794" sldId="266"/>
            <ac:spMk id="10" creationId="{694512E4-038C-FE6D-478A-6D746473F87C}"/>
          </ac:spMkLst>
        </pc:spChg>
        <pc:spChg chg="add mod">
          <ac:chgData name="이 은찬" userId="7171d596-a1e6-43c2-b263-57fdfdab9399" providerId="ADAL" clId="{84B8E845-A624-4E7E-AAB1-DF2C16F97486}" dt="2026-10-03T05:43:39.204" v="4192" actId="208"/>
          <ac:spMkLst>
            <pc:docMk/>
            <pc:sldMk cId="4246831794" sldId="266"/>
            <ac:spMk id="11" creationId="{633A60DF-EA79-DF55-16FD-AB2777B25155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2" creationId="{46F7658C-5ACD-DB48-86C2-E2D6DBC41B78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2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44:12.725" v="472" actId="14100"/>
          <ac:spMkLst>
            <pc:docMk/>
            <pc:sldMk cId="4246831794" sldId="266"/>
            <ac:spMk id="43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5:08:44.051" v="3954" actId="20577"/>
          <ac:spMkLst>
            <pc:docMk/>
            <pc:sldMk cId="4246831794" sldId="266"/>
            <ac:spMk id="96" creationId="{00000000-0000-0000-0000-000000000000}"/>
          </ac:spMkLst>
        </pc:spChg>
        <pc:grpChg chg="mod">
          <ac:chgData name="이 은찬" userId="7171d596-a1e6-43c2-b263-57fdfdab9399" providerId="ADAL" clId="{84B8E845-A624-4E7E-AAB1-DF2C16F97486}" dt="2026-10-03T02:28:49.808" v="317" actId="1076"/>
          <ac:grpSpMkLst>
            <pc:docMk/>
            <pc:sldMk cId="4246831794" sldId="266"/>
            <ac:grpSpMk id="35" creationId="{00000000-0000-0000-0000-000000000000}"/>
          </ac:grpSpMkLst>
        </pc:grpChg>
        <pc:grpChg chg="mod">
          <ac:chgData name="이 은찬" userId="7171d596-a1e6-43c2-b263-57fdfdab9399" providerId="ADAL" clId="{84B8E845-A624-4E7E-AAB1-DF2C16F97486}" dt="2026-10-03T02:28:30.907" v="308" actId="571"/>
          <ac:grpSpMkLst>
            <pc:docMk/>
            <pc:sldMk cId="4246831794" sldId="266"/>
            <ac:grpSpMk id="36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6" creationId="{25BD36E0-EFC0-CE4C-9351-BBC1FA87EEB6}"/>
          </ac:picMkLst>
        </pc:pic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8" creationId="{CECE14DE-457C-9229-F57C-CFBD788E1D5A}"/>
          </ac:picMkLst>
        </pc:picChg>
      </pc:sldChg>
      <pc:sldChg chg="modSp del mod">
        <pc:chgData name="이 은찬" userId="7171d596-a1e6-43c2-b263-57fdfdab9399" providerId="ADAL" clId="{84B8E845-A624-4E7E-AAB1-DF2C16F97486}" dt="2026-10-03T04:08:17.035" v="2997" actId="47"/>
        <pc:sldMkLst>
          <pc:docMk/>
          <pc:sldMk cId="1153451921" sldId="267"/>
        </pc:sldMkLst>
        <pc:spChg chg="mod">
          <ac:chgData name="이 은찬" userId="7171d596-a1e6-43c2-b263-57fdfdab9399" providerId="ADAL" clId="{84B8E845-A624-4E7E-AAB1-DF2C16F97486}" dt="2026-10-03T02:43:55.815" v="471"/>
          <ac:spMkLst>
            <pc:docMk/>
            <pc:sldMk cId="1153451921" sldId="267"/>
            <ac:spMk id="2" creationId="{00000000-0000-0000-0000-000000000000}"/>
          </ac:spMkLst>
        </pc:spChg>
      </pc:sldChg>
      <pc:sldChg chg="del">
        <pc:chgData name="이 은찬" userId="7171d596-a1e6-43c2-b263-57fdfdab9399" providerId="ADAL" clId="{84B8E845-A624-4E7E-AAB1-DF2C16F97486}" dt="2026-10-03T04:08:22.160" v="2998" actId="47"/>
        <pc:sldMkLst>
          <pc:docMk/>
          <pc:sldMk cId="3756504613" sldId="268"/>
        </pc:sldMkLst>
      </pc:sldChg>
      <pc:sldChg chg="addSp delSp modSp mod">
        <pc:chgData name="이 은찬" userId="7171d596-a1e6-43c2-b263-57fdfdab9399" providerId="ADAL" clId="{84B8E845-A624-4E7E-AAB1-DF2C16F97486}" dt="2026-10-03T04:13:06.913" v="3145" actId="14100"/>
        <pc:sldMkLst>
          <pc:docMk/>
          <pc:sldMk cId="3974363792" sldId="269"/>
        </pc:sldMkLst>
        <pc:spChg chg="add del mod">
          <ac:chgData name="이 은찬" userId="7171d596-a1e6-43c2-b263-57fdfdab9399" providerId="ADAL" clId="{84B8E845-A624-4E7E-AAB1-DF2C16F97486}" dt="2026-10-03T04:10:33.779" v="3005" actId="478"/>
          <ac:spMkLst>
            <pc:docMk/>
            <pc:sldMk cId="3974363792" sldId="269"/>
            <ac:spMk id="2" creationId="{4E29BBBE-97B0-B63D-F9C2-62DA6457E530}"/>
          </ac:spMkLst>
        </pc:spChg>
        <pc:spChg chg="add mod">
          <ac:chgData name="이 은찬" userId="7171d596-a1e6-43c2-b263-57fdfdab9399" providerId="ADAL" clId="{84B8E845-A624-4E7E-AAB1-DF2C16F97486}" dt="2026-10-03T04:12:44.388" v="3140" actId="20577"/>
          <ac:spMkLst>
            <pc:docMk/>
            <pc:sldMk cId="3974363792" sldId="269"/>
            <ac:spMk id="3" creationId="{9B7CF3A5-02F4-467E-1443-5C318ABEE8D7}"/>
          </ac:spMkLst>
        </pc:spChg>
        <pc:picChg chg="add mod">
          <ac:chgData name="이 은찬" userId="7171d596-a1e6-43c2-b263-57fdfdab9399" providerId="ADAL" clId="{84B8E845-A624-4E7E-AAB1-DF2C16F97486}" dt="2026-10-03T04:13:06.913" v="3145" actId="14100"/>
          <ac:picMkLst>
            <pc:docMk/>
            <pc:sldMk cId="3974363792" sldId="269"/>
            <ac:picMk id="4" creationId="{C40A784B-04E8-7C48-1F22-7B2AD1BFCDFE}"/>
          </ac:picMkLst>
        </pc:picChg>
      </pc:sldChg>
      <pc:sldChg chg="addSp modSp mod">
        <pc:chgData name="이 은찬" userId="7171d596-a1e6-43c2-b263-57fdfdab9399" providerId="ADAL" clId="{84B8E845-A624-4E7E-AAB1-DF2C16F97486}" dt="2026-10-03T04:33:34.006" v="3468" actId="1076"/>
        <pc:sldMkLst>
          <pc:docMk/>
          <pc:sldMk cId="2661022117" sldId="270"/>
        </pc:sldMkLst>
        <pc:picChg chg="add mod">
          <ac:chgData name="이 은찬" userId="7171d596-a1e6-43c2-b263-57fdfdab9399" providerId="ADAL" clId="{84B8E845-A624-4E7E-AAB1-DF2C16F97486}" dt="2026-10-03T04:33:34.006" v="3468" actId="1076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84B8E845-A624-4E7E-AAB1-DF2C16F97486}" dt="2026-10-03T04:52:56.734" v="3737" actId="47"/>
        <pc:sldMkLst>
          <pc:docMk/>
          <pc:sldMk cId="2919975388" sldId="271"/>
        </pc:sldMkLst>
      </pc:sldChg>
      <pc:sldChg chg="addSp delSp modSp add mod">
        <pc:chgData name="이 은찬" userId="7171d596-a1e6-43c2-b263-57fdfdab9399" providerId="ADAL" clId="{84B8E845-A624-4E7E-AAB1-DF2C16F97486}" dt="2026-10-03T06:10:25.260" v="4372" actId="1076"/>
        <pc:sldMkLst>
          <pc:docMk/>
          <pc:sldMk cId="1468056876" sldId="272"/>
        </pc:sldMkLst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9" creationId="{DFD1A338-1A2E-A94C-E877-B5FD7BF6AB01}"/>
          </ac:spMkLst>
        </pc:spChg>
        <pc:spChg chg="mod">
          <ac:chgData name="이 은찬" userId="7171d596-a1e6-43c2-b263-57fdfdab9399" providerId="ADAL" clId="{84B8E845-A624-4E7E-AAB1-DF2C16F97486}" dt="2026-10-03T01:57:36.975" v="150" actId="20577"/>
          <ac:spMkLst>
            <pc:docMk/>
            <pc:sldMk cId="1468056876" sldId="272"/>
            <ac:spMk id="58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5:59.470" v="4342" actId="113"/>
          <ac:spMkLst>
            <pc:docMk/>
            <pc:sldMk cId="1468056876" sldId="272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6:04.545" v="4343" actId="113"/>
          <ac:spMkLst>
            <pc:docMk/>
            <pc:sldMk cId="1468056876" sldId="272"/>
            <ac:spMk id="62" creationId="{00000000-0000-0000-0000-000000000000}"/>
          </ac:spMkLst>
        </pc:spChg>
        <pc:grpChg chg="add mod">
          <ac:chgData name="이 은찬" userId="7171d596-a1e6-43c2-b263-57fdfdab9399" providerId="ADAL" clId="{84B8E845-A624-4E7E-AAB1-DF2C16F97486}" dt="2026-10-03T06:10:25.260" v="4372" actId="1076"/>
          <ac:grpSpMkLst>
            <pc:docMk/>
            <pc:sldMk cId="1468056876" sldId="272"/>
            <ac:grpSpMk id="2" creationId="{DAE63B14-E732-26C8-79E1-2768CEF592C9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3" creationId="{7C3A767F-83BB-FD12-A589-D82DA76B03BD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5" creationId="{55405D80-DA08-2C3F-8474-6E812B033F40}"/>
          </ac:grpSpMkLst>
        </pc:grpChg>
        <pc:grpChg chg="del mod">
          <ac:chgData name="이 은찬" userId="7171d596-a1e6-43c2-b263-57fdfdab9399" providerId="ADAL" clId="{84B8E845-A624-4E7E-AAB1-DF2C16F97486}" dt="2026-10-03T06:10:04.077" v="4369" actId="478"/>
          <ac:grpSpMkLst>
            <pc:docMk/>
            <pc:sldMk cId="1468056876" sldId="272"/>
            <ac:grpSpMk id="18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84B8E845-A624-4E7E-AAB1-DF2C16F97486}" dt="2026-10-03T04:40:22.340" v="3594" actId="47"/>
        <pc:sldMkLst>
          <pc:docMk/>
          <pc:sldMk cId="4038838865" sldId="273"/>
        </pc:sldMkLst>
        <pc:spChg chg="mod">
          <ac:chgData name="이 은찬" userId="7171d596-a1e6-43c2-b263-57fdfdab9399" providerId="ADAL" clId="{84B8E845-A624-4E7E-AAB1-DF2C16F97486}" dt="2026-10-03T02:46:03.215" v="573" actId="20577"/>
          <ac:spMkLst>
            <pc:docMk/>
            <pc:sldMk cId="4038838865" sldId="273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7" creationId="{D408C355-C02C-0396-ED0E-49D2039C4DAA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8" creationId="{EB511667-1812-485F-91F2-03A3B725A3CB}"/>
          </ac:spMkLst>
        </pc:spChg>
        <pc:spChg chg="add mod">
          <ac:chgData name="이 은찬" userId="7171d596-a1e6-43c2-b263-57fdfdab9399" providerId="ADAL" clId="{84B8E845-A624-4E7E-AAB1-DF2C16F97486}" dt="2026-10-03T02:50:55.573" v="755" actId="14100"/>
          <ac:spMkLst>
            <pc:docMk/>
            <pc:sldMk cId="4038838865" sldId="273"/>
            <ac:spMk id="10" creationId="{C9F175F2-0079-42FA-10BC-34AC17FF1E12}"/>
          </ac:spMkLst>
        </pc:spChg>
        <pc:spChg chg="add del mod">
          <ac:chgData name="이 은찬" userId="7171d596-a1e6-43c2-b263-57fdfdab9399" providerId="ADAL" clId="{84B8E845-A624-4E7E-AAB1-DF2C16F97486}" dt="2026-10-03T02:48:16.837" v="597" actId="478"/>
          <ac:spMkLst>
            <pc:docMk/>
            <pc:sldMk cId="4038838865" sldId="273"/>
            <ac:spMk id="12" creationId="{11D6998E-E5B5-9A8D-60FE-CBBFEF6538FF}"/>
          </ac:spMkLst>
        </pc:spChg>
        <pc:spChg chg="mod">
          <ac:chgData name="이 은찬" userId="7171d596-a1e6-43c2-b263-57fdfdab9399" providerId="ADAL" clId="{84B8E845-A624-4E7E-AAB1-DF2C16F97486}" dt="2026-10-03T02:50:41.183" v="752" actId="20577"/>
          <ac:spMkLst>
            <pc:docMk/>
            <pc:sldMk cId="4038838865" sldId="273"/>
            <ac:spMk id="15" creationId="{1F23B2C3-B9FC-AB49-82CD-3466095637C9}"/>
          </ac:spMkLst>
        </pc:spChg>
        <pc:spChg chg="mod">
          <ac:chgData name="이 은찬" userId="7171d596-a1e6-43c2-b263-57fdfdab9399" providerId="ADAL" clId="{84B8E845-A624-4E7E-AAB1-DF2C16F97486}" dt="2026-10-03T02:49:12.738" v="624" actId="14100"/>
          <ac:spMkLst>
            <pc:docMk/>
            <pc:sldMk cId="4038838865" sldId="273"/>
            <ac:spMk id="16" creationId="{F2C35FB4-5CDC-A169-654B-D282967A04DA}"/>
          </ac:spMkLst>
        </pc:spChg>
        <pc:spChg chg="mod">
          <ac:chgData name="이 은찬" userId="7171d596-a1e6-43c2-b263-57fdfdab9399" providerId="ADAL" clId="{84B8E845-A624-4E7E-AAB1-DF2C16F97486}" dt="2026-10-03T02:49:03.151" v="622" actId="1037"/>
          <ac:spMkLst>
            <pc:docMk/>
            <pc:sldMk cId="4038838865" sldId="273"/>
            <ac:spMk id="17" creationId="{8BF57D5A-C5EE-EC5B-5626-304200C18423}"/>
          </ac:spMkLst>
        </pc:spChg>
        <pc:spChg chg="mod">
          <ac:chgData name="이 은찬" userId="7171d596-a1e6-43c2-b263-57fdfdab9399" providerId="ADAL" clId="{84B8E845-A624-4E7E-AAB1-DF2C16F97486}" dt="2026-10-03T02:51:44.130" v="874" actId="20577"/>
          <ac:spMkLst>
            <pc:docMk/>
            <pc:sldMk cId="4038838865" sldId="273"/>
            <ac:spMk id="20" creationId="{2A170367-3CDA-1D23-C5A8-4C1877F64B78}"/>
          </ac:spMkLst>
        </pc:spChg>
        <pc:spChg chg="mod">
          <ac:chgData name="이 은찬" userId="7171d596-a1e6-43c2-b263-57fdfdab9399" providerId="ADAL" clId="{84B8E845-A624-4E7E-AAB1-DF2C16F97486}" dt="2026-10-03T02:51:11.799" v="756"/>
          <ac:spMkLst>
            <pc:docMk/>
            <pc:sldMk cId="4038838865" sldId="273"/>
            <ac:spMk id="21" creationId="{84AA21E0-85A2-E40F-4084-3E264E771337}"/>
          </ac:spMkLst>
        </pc:spChg>
        <pc:spChg chg="mod">
          <ac:chgData name="이 은찬" userId="7171d596-a1e6-43c2-b263-57fdfdab9399" providerId="ADAL" clId="{84B8E845-A624-4E7E-AAB1-DF2C16F97486}" dt="2026-10-03T02:51:20.902" v="759" actId="20577"/>
          <ac:spMkLst>
            <pc:docMk/>
            <pc:sldMk cId="4038838865" sldId="273"/>
            <ac:spMk id="22" creationId="{83B1E64A-CB46-3E78-5F91-0DE64BF313D4}"/>
          </ac:spMkLst>
        </pc:spChg>
        <pc:spChg chg="add mod">
          <ac:chgData name="이 은찬" userId="7171d596-a1e6-43c2-b263-57fdfdab9399" providerId="ADAL" clId="{84B8E845-A624-4E7E-AAB1-DF2C16F97486}" dt="2026-10-03T02:52:09.401" v="876" actId="1076"/>
          <ac:spMkLst>
            <pc:docMk/>
            <pc:sldMk cId="4038838865" sldId="273"/>
            <ac:spMk id="23" creationId="{B4A21C59-1C12-E2A6-960F-312D7CC901C7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6" creationId="{979EC6E0-7ACB-5742-7884-68D54B082A35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7" creationId="{47B3B612-265B-DE7C-46EC-923316246692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8" creationId="{CD57D096-EF25-9521-497D-91D8B3446581}"/>
          </ac:spMkLst>
        </pc:spChg>
        <pc:grpChg chg="add 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4" creationId="{62981F9E-D36F-D0A9-4E5D-A1B944E73136}"/>
          </ac:grpSpMkLst>
        </pc:grpChg>
        <pc:grpChg chg="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2:48:30.684" v="600" actId="1076"/>
          <ac:grpSpMkLst>
            <pc:docMk/>
            <pc:sldMk cId="4038838865" sldId="273"/>
            <ac:grpSpMk id="13" creationId="{D317BD3F-3C26-91F2-0113-ED2108B9280E}"/>
          </ac:grpSpMkLst>
        </pc:grpChg>
        <pc:grpChg chg="mod">
          <ac:chgData name="이 은찬" userId="7171d596-a1e6-43c2-b263-57fdfdab9399" providerId="ADAL" clId="{84B8E845-A624-4E7E-AAB1-DF2C16F97486}" dt="2026-10-03T02:48:25.318" v="599"/>
          <ac:grpSpMkLst>
            <pc:docMk/>
            <pc:sldMk cId="4038838865" sldId="273"/>
            <ac:grpSpMk id="14" creationId="{D33265D5-F20A-56F9-A294-101EC2CB6BBF}"/>
          </ac:grpSpMkLst>
        </pc:grpChg>
        <pc:grpChg chg="add mod">
          <ac:chgData name="이 은찬" userId="7171d596-a1e6-43c2-b263-57fdfdab9399" providerId="ADAL" clId="{84B8E845-A624-4E7E-AAB1-DF2C16F97486}" dt="2026-10-03T02:51:19.149" v="757" actId="1076"/>
          <ac:grpSpMkLst>
            <pc:docMk/>
            <pc:sldMk cId="4038838865" sldId="273"/>
            <ac:grpSpMk id="18" creationId="{83B51A87-DF90-3D09-D221-B54D0AB9FD3B}"/>
          </ac:grpSpMkLst>
        </pc:grpChg>
        <pc:grpChg chg="mod">
          <ac:chgData name="이 은찬" userId="7171d596-a1e6-43c2-b263-57fdfdab9399" providerId="ADAL" clId="{84B8E845-A624-4E7E-AAB1-DF2C16F97486}" dt="2026-10-03T02:51:11.799" v="756"/>
          <ac:grpSpMkLst>
            <pc:docMk/>
            <pc:sldMk cId="4038838865" sldId="273"/>
            <ac:grpSpMk id="19" creationId="{DA54E09B-1C67-AD5E-B831-8E25C10449E6}"/>
          </ac:grpSpMkLst>
        </pc:grpChg>
        <pc:grpChg chg="add 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4" creationId="{8F2E4EBD-F970-AC42-52AC-C5522DD213EC}"/>
          </ac:grpSpMkLst>
        </pc:grpChg>
        <pc:grpChg chg="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5" creationId="{B030F0CB-D552-F7A7-C368-63938E8E4CF8}"/>
          </ac:grpSpMkLst>
        </pc:grpChg>
        <pc:grpChg chg="del">
          <ac:chgData name="이 은찬" userId="7171d596-a1e6-43c2-b263-57fdfdab9399" providerId="ADAL" clId="{84B8E845-A624-4E7E-AAB1-DF2C16F97486}" dt="2026-10-03T02:44:26.024" v="474" actId="478"/>
          <ac:grpSpMkLst>
            <pc:docMk/>
            <pc:sldMk cId="4038838865" sldId="273"/>
            <ac:grpSpMk id="35" creationId="{00000000-0000-0000-0000-000000000000}"/>
          </ac:grpSpMkLst>
        </pc:grpChg>
        <pc:graphicFrameChg chg="del">
          <ac:chgData name="이 은찬" userId="7171d596-a1e6-43c2-b263-57fdfdab9399" providerId="ADAL" clId="{84B8E845-A624-4E7E-AAB1-DF2C16F97486}" dt="2026-10-03T02:46:28.057" v="574" actId="478"/>
          <ac:graphicFrameMkLst>
            <pc:docMk/>
            <pc:sldMk cId="4038838865" sldId="273"/>
            <ac:graphicFrameMk id="11" creationId="{00000000-0000-0000-0000-000000000000}"/>
          </ac:graphicFrameMkLst>
        </pc:graphicFrameChg>
      </pc:sldChg>
      <pc:sldChg chg="addSp delSp modSp add mod">
        <pc:chgData name="이 은찬" userId="7171d596-a1e6-43c2-b263-57fdfdab9399" providerId="ADAL" clId="{84B8E845-A624-4E7E-AAB1-DF2C16F97486}" dt="2026-10-03T06:32:27.342" v="4672" actId="207"/>
        <pc:sldMkLst>
          <pc:docMk/>
          <pc:sldMk cId="2003696341" sldId="274"/>
        </pc:sldMkLst>
        <pc:spChg chg="add mod">
          <ac:chgData name="이 은찬" userId="7171d596-a1e6-43c2-b263-57fdfdab9399" providerId="ADAL" clId="{84B8E845-A624-4E7E-AAB1-DF2C16F97486}" dt="2026-10-03T06:32:27.342" v="4672" actId="207"/>
          <ac:spMkLst>
            <pc:docMk/>
            <pc:sldMk cId="2003696341" sldId="274"/>
            <ac:spMk id="4" creationId="{6AC4BE56-2517-14EB-2368-E703864108EB}"/>
          </ac:spMkLst>
        </pc:spChg>
        <pc:spChg chg="mod">
          <ac:chgData name="이 은찬" userId="7171d596-a1e6-43c2-b263-57fdfdab9399" providerId="ADAL" clId="{84B8E845-A624-4E7E-AAB1-DF2C16F97486}" dt="2026-10-03T02:52:43.443" v="906" actId="20577"/>
          <ac:spMkLst>
            <pc:docMk/>
            <pc:sldMk cId="2003696341" sldId="274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3:33:13.131" v="1846" actId="20577"/>
          <ac:spMkLst>
            <pc:docMk/>
            <pc:sldMk cId="2003696341" sldId="274"/>
            <ac:spMk id="8" creationId="{EB511667-1812-485F-91F2-03A3B725A3CB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6:31:42.416" v="4662" actId="20577"/>
          <ac:spMkLst>
            <pc:docMk/>
            <pc:sldMk cId="2003696341" sldId="274"/>
            <ac:spMk id="11" creationId="{85C1EBB4-E1E7-1D50-20DE-C572F9829AF7}"/>
          </ac:spMkLst>
        </pc:spChg>
        <pc:spChg chg="add">
          <ac:chgData name="이 은찬" userId="7171d596-a1e6-43c2-b263-57fdfdab9399" providerId="ADAL" clId="{84B8E845-A624-4E7E-AAB1-DF2C16F97486}" dt="2026-10-03T02:56:47.908" v="936"/>
          <ac:spMkLst>
            <pc:docMk/>
            <pc:sldMk cId="2003696341" sldId="274"/>
            <ac:spMk id="12" creationId="{0AF56750-E69A-0F08-6E47-06B57CFDFA27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23" creationId="{B4A21C59-1C12-E2A6-960F-312D7CC901C7}"/>
          </ac:spMkLst>
        </pc:spChg>
        <pc:spChg chg="add del mod">
          <ac:chgData name="이 은찬" userId="7171d596-a1e6-43c2-b263-57fdfdab9399" providerId="ADAL" clId="{84B8E845-A624-4E7E-AAB1-DF2C16F97486}" dt="2026-10-03T02:58:48.061" v="955" actId="478"/>
          <ac:spMkLst>
            <pc:docMk/>
            <pc:sldMk cId="2003696341" sldId="274"/>
            <ac:spMk id="26" creationId="{07C1447C-879A-C59D-B4B0-3349736E436F}"/>
          </ac:spMkLst>
        </pc:spChg>
        <pc:spChg chg="add del mod">
          <ac:chgData name="이 은찬" userId="7171d596-a1e6-43c2-b263-57fdfdab9399" providerId="ADAL" clId="{84B8E845-A624-4E7E-AAB1-DF2C16F97486}" dt="2026-10-03T02:58:48.066" v="957"/>
          <ac:spMkLst>
            <pc:docMk/>
            <pc:sldMk cId="2003696341" sldId="274"/>
            <ac:spMk id="27" creationId="{679107AD-CED1-336E-D9BC-07C8B9B0C030}"/>
          </ac:spMkLst>
        </pc:spChg>
        <pc:spChg chg="add del mod">
          <ac:chgData name="이 은찬" userId="7171d596-a1e6-43c2-b263-57fdfdab9399" providerId="ADAL" clId="{84B8E845-A624-4E7E-AAB1-DF2C16F97486}" dt="2026-10-03T04:06:55.631" v="2991" actId="478"/>
          <ac:spMkLst>
            <pc:docMk/>
            <pc:sldMk cId="2003696341" sldId="274"/>
            <ac:spMk id="28" creationId="{F9DCDCF8-F5B8-DA68-BA50-46B55A00AE18}"/>
          </ac:spMkLst>
        </pc:spChg>
        <pc:spChg chg="mod">
          <ac:chgData name="이 은찬" userId="7171d596-a1e6-43c2-b263-57fdfdab9399" providerId="ADAL" clId="{84B8E845-A624-4E7E-AAB1-DF2C16F97486}" dt="2026-10-03T03:47:32.891" v="2403" actId="20577"/>
          <ac:spMkLst>
            <pc:docMk/>
            <pc:sldMk cId="2003696341" sldId="274"/>
            <ac:spMk id="31" creationId="{C1E058C1-8AAF-AE76-7C38-254B98CD19BD}"/>
          </ac:spMkLst>
        </pc:spChg>
        <pc:spChg chg="mod">
          <ac:chgData name="이 은찬" userId="7171d596-a1e6-43c2-b263-57fdfdab9399" providerId="ADAL" clId="{84B8E845-A624-4E7E-AAB1-DF2C16F97486}" dt="2026-10-03T03:47:23.387" v="2374"/>
          <ac:spMkLst>
            <pc:docMk/>
            <pc:sldMk cId="2003696341" sldId="274"/>
            <ac:spMk id="32" creationId="{47476463-6039-C9F2-E3FD-0CAAC3B3A5E6}"/>
          </ac:spMkLst>
        </pc:spChg>
        <pc:spChg chg="mod">
          <ac:chgData name="이 은찬" userId="7171d596-a1e6-43c2-b263-57fdfdab9399" providerId="ADAL" clId="{84B8E845-A624-4E7E-AAB1-DF2C16F97486}" dt="2026-10-03T03:47:28.278" v="2376" actId="20577"/>
          <ac:spMkLst>
            <pc:docMk/>
            <pc:sldMk cId="2003696341" sldId="274"/>
            <ac:spMk id="33" creationId="{8EDF2654-BE01-EF84-31E7-1DC08914F93A}"/>
          </ac:spMkLst>
        </pc:spChg>
        <pc:grpChg chg="del">
          <ac:chgData name="이 은찬" userId="7171d596-a1e6-43c2-b263-57fdfdab9399" providerId="ADAL" clId="{84B8E845-A624-4E7E-AAB1-DF2C16F97486}" dt="2026-10-03T03:47:23.081" v="2373" actId="478"/>
          <ac:grpSpMkLst>
            <pc:docMk/>
            <pc:sldMk cId="2003696341" sldId="274"/>
            <ac:grpSpMk id="4" creationId="{62981F9E-D36F-D0A9-4E5D-A1B944E73136}"/>
          </ac:grpSpMkLst>
        </pc:grpChg>
        <pc:grpChg chg="del">
          <ac:chgData name="이 은찬" userId="7171d596-a1e6-43c2-b263-57fdfdab9399" providerId="ADAL" clId="{84B8E845-A624-4E7E-AAB1-DF2C16F97486}" dt="2026-10-03T02:52:38.134" v="879" actId="478"/>
          <ac:grpSpMkLst>
            <pc:docMk/>
            <pc:sldMk cId="2003696341" sldId="274"/>
            <ac:grpSpMk id="13" creationId="{D317BD3F-3C26-91F2-0113-ED2108B9280E}"/>
          </ac:grpSpMkLst>
        </pc:grpChg>
        <pc:grpChg chg="del">
          <ac:chgData name="이 은찬" userId="7171d596-a1e6-43c2-b263-57fdfdab9399" providerId="ADAL" clId="{84B8E845-A624-4E7E-AAB1-DF2C16F97486}" dt="2026-10-03T02:52:36.021" v="878" actId="478"/>
          <ac:grpSpMkLst>
            <pc:docMk/>
            <pc:sldMk cId="2003696341" sldId="274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29" creationId="{EB076271-AAE1-C8D2-4009-72DA8A196114}"/>
          </ac:grpSpMkLst>
        </pc:grpChg>
        <pc:grpChg chg="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30" creationId="{0C5DEEEB-0296-5683-6F87-98A3B5EA9F94}"/>
          </ac:grpSpMkLst>
        </pc:grpChg>
        <pc:picChg chg="add mod modCrop">
          <ac:chgData name="이 은찬" userId="7171d596-a1e6-43c2-b263-57fdfdab9399" providerId="ADAL" clId="{84B8E845-A624-4E7E-AAB1-DF2C16F97486}" dt="2026-10-03T04:07:06.912" v="2994" actId="1076"/>
          <ac:picMkLst>
            <pc:docMk/>
            <pc:sldMk cId="2003696341" sldId="274"/>
            <ac:picMk id="24" creationId="{02E54112-1E19-CCC0-E200-0A28C9059A07}"/>
          </ac:picMkLst>
        </pc:picChg>
      </pc:sldChg>
      <pc:sldChg chg="add del">
        <pc:chgData name="이 은찬" userId="7171d596-a1e6-43c2-b263-57fdfdab9399" providerId="ADAL" clId="{84B8E845-A624-4E7E-AAB1-DF2C16F97486}" dt="2026-10-03T02:44:28.445" v="476"/>
        <pc:sldMkLst>
          <pc:docMk/>
          <pc:sldMk cId="4155685703" sldId="274"/>
        </pc:sldMkLst>
      </pc:sldChg>
      <pc:sldChg chg="addSp delSp modSp add mod ord">
        <pc:chgData name="이 은찬" userId="7171d596-a1e6-43c2-b263-57fdfdab9399" providerId="ADAL" clId="{84B8E845-A624-4E7E-AAB1-DF2C16F97486}" dt="2026-10-03T03:18:27.200" v="1264" actId="14100"/>
        <pc:sldMkLst>
          <pc:docMk/>
          <pc:sldMk cId="1598805440" sldId="275"/>
        </pc:sldMkLst>
        <pc:spChg chg="add">
          <ac:chgData name="이 은찬" userId="7171d596-a1e6-43c2-b263-57fdfdab9399" providerId="ADAL" clId="{84B8E845-A624-4E7E-AAB1-DF2C16F97486}" dt="2026-10-03T03:11:42.760" v="1047"/>
          <ac:spMkLst>
            <pc:docMk/>
            <pc:sldMk cId="1598805440" sldId="275"/>
            <ac:spMk id="2" creationId="{F3300FC3-AA27-27B2-69BB-D98765762695}"/>
          </ac:spMkLst>
        </pc:spChg>
        <pc:spChg chg="add">
          <ac:chgData name="이 은찬" userId="7171d596-a1e6-43c2-b263-57fdfdab9399" providerId="ADAL" clId="{84B8E845-A624-4E7E-AAB1-DF2C16F97486}" dt="2026-10-03T03:13:15.468" v="1054"/>
          <ac:spMkLst>
            <pc:docMk/>
            <pc:sldMk cId="1598805440" sldId="275"/>
            <ac:spMk id="4" creationId="{352A1CAE-611F-F300-EE15-B0ACE24C28C3}"/>
          </ac:spMkLst>
        </pc:spChg>
        <pc:spChg chg="add del mod">
          <ac:chgData name="이 은찬" userId="7171d596-a1e6-43c2-b263-57fdfdab9399" providerId="ADAL" clId="{84B8E845-A624-4E7E-AAB1-DF2C16F97486}" dt="2026-10-03T03:15:52.507" v="1078" actId="478"/>
          <ac:spMkLst>
            <pc:docMk/>
            <pc:sldMk cId="1598805440" sldId="275"/>
            <ac:spMk id="6" creationId="{21E93CEC-2BCE-A71B-5A18-770F2D144CED}"/>
          </ac:spMkLst>
        </pc:spChg>
        <pc:spChg chg="add mod">
          <ac:chgData name="이 은찬" userId="7171d596-a1e6-43c2-b263-57fdfdab9399" providerId="ADAL" clId="{84B8E845-A624-4E7E-AAB1-DF2C16F97486}" dt="2026-10-03T03:18:27.200" v="1264" actId="14100"/>
          <ac:spMkLst>
            <pc:docMk/>
            <pc:sldMk cId="1598805440" sldId="275"/>
            <ac:spMk id="7" creationId="{A6180808-8A34-E9BC-9310-E9BA65B48220}"/>
          </ac:spMkLst>
        </pc:spChg>
        <pc:spChg chg="mod">
          <ac:chgData name="이 은찬" userId="7171d596-a1e6-43c2-b263-57fdfdab9399" providerId="ADAL" clId="{84B8E845-A624-4E7E-AAB1-DF2C16F97486}" dt="2026-10-03T03:02:40.757" v="1046" actId="20577"/>
          <ac:spMkLst>
            <pc:docMk/>
            <pc:sldMk cId="1598805440" sldId="275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17:56.125" v="1263" actId="1076"/>
          <ac:spMkLst>
            <pc:docMk/>
            <pc:sldMk cId="1598805440" sldId="275"/>
            <ac:spMk id="11" creationId="{8E61CD36-C972-184F-0FC4-66D3C5D68705}"/>
          </ac:spMkLst>
        </pc:spChg>
        <pc:picChg chg="add del mod modCrop">
          <ac:chgData name="이 은찬" userId="7171d596-a1e6-43c2-b263-57fdfdab9399" providerId="ADAL" clId="{84B8E845-A624-4E7E-AAB1-DF2C16F97486}" dt="2026-10-03T03:13:02.639" v="1053" actId="478"/>
          <ac:picMkLst>
            <pc:docMk/>
            <pc:sldMk cId="1598805440" sldId="275"/>
            <ac:picMk id="3" creationId="{13FADE16-2C66-AAD1-8F3A-DEF94F4C74CC}"/>
          </ac:picMkLst>
        </pc:picChg>
        <pc:picChg chg="add mod">
          <ac:chgData name="이 은찬" userId="7171d596-a1e6-43c2-b263-57fdfdab9399" providerId="ADAL" clId="{84B8E845-A624-4E7E-AAB1-DF2C16F97486}" dt="2026-10-03T03:16:11.940" v="1081" actId="14100"/>
          <ac:picMkLst>
            <pc:docMk/>
            <pc:sldMk cId="1598805440" sldId="275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8:15.242" v="3988" actId="207"/>
        <pc:sldMkLst>
          <pc:docMk/>
          <pc:sldMk cId="1625460004" sldId="276"/>
        </pc:sldMkLst>
        <pc:spChg chg="mod">
          <ac:chgData name="이 은찬" userId="7171d596-a1e6-43c2-b263-57fdfdab9399" providerId="ADAL" clId="{84B8E845-A624-4E7E-AAB1-DF2C16F97486}" dt="2026-10-03T03:35:26.399" v="1971" actId="1076"/>
          <ac:spMkLst>
            <pc:docMk/>
            <pc:sldMk cId="1625460004" sldId="276"/>
            <ac:spMk id="4" creationId="{B7F59C59-2A64-A30C-9290-55F4A4C5FECC}"/>
          </ac:spMkLst>
        </pc:spChg>
        <pc:spChg chg="mod">
          <ac:chgData name="이 은찬" userId="7171d596-a1e6-43c2-b263-57fdfdab9399" providerId="ADAL" clId="{84B8E845-A624-4E7E-AAB1-DF2C16F97486}" dt="2026-10-03T05:12:07.747" v="3974" actId="207"/>
          <ac:spMkLst>
            <pc:docMk/>
            <pc:sldMk cId="1625460004" sldId="276"/>
            <ac:spMk id="6" creationId="{D3086C3C-BC29-E36E-1CB1-0AA08F24BC10}"/>
          </ac:spMkLst>
        </pc:spChg>
        <pc:spChg chg="del">
          <ac:chgData name="이 은찬" userId="7171d596-a1e6-43c2-b263-57fdfdab9399" providerId="ADAL" clId="{84B8E845-A624-4E7E-AAB1-DF2C16F97486}" dt="2026-10-03T03:18:40.638" v="1266" actId="478"/>
          <ac:spMkLst>
            <pc:docMk/>
            <pc:sldMk cId="1625460004" sldId="276"/>
            <ac:spMk id="7" creationId="{A6180808-8A34-E9BC-9310-E9BA65B48220}"/>
          </ac:spMkLst>
        </pc:spChg>
        <pc:spChg chg="del">
          <ac:chgData name="이 은찬" userId="7171d596-a1e6-43c2-b263-57fdfdab9399" providerId="ADAL" clId="{84B8E845-A624-4E7E-AAB1-DF2C16F97486}" dt="2026-10-03T03:18:41.683" v="1267" actId="478"/>
          <ac:spMkLst>
            <pc:docMk/>
            <pc:sldMk cId="1625460004" sldId="276"/>
            <ac:spMk id="11" creationId="{8E61CD36-C972-184F-0FC4-66D3C5D68705}"/>
          </ac:spMkLst>
        </pc:spChg>
        <pc:spChg chg="mod">
          <ac:chgData name="이 은찬" userId="7171d596-a1e6-43c2-b263-57fdfdab9399" providerId="ADAL" clId="{84B8E845-A624-4E7E-AAB1-DF2C16F97486}" dt="2026-10-03T05:12:10.231" v="3975" actId="14100"/>
          <ac:spMkLst>
            <pc:docMk/>
            <pc:sldMk cId="1625460004" sldId="276"/>
            <ac:spMk id="13" creationId="{A9F26C73-D4DE-543C-D0A3-4814F1D48A22}"/>
          </ac:spMkLst>
        </pc:spChg>
        <pc:spChg chg="add mod">
          <ac:chgData name="이 은찬" userId="7171d596-a1e6-43c2-b263-57fdfdab9399" providerId="ADAL" clId="{84B8E845-A624-4E7E-AAB1-DF2C16F97486}" dt="2026-10-03T05:27:56.865" v="3985" actId="208"/>
          <ac:spMkLst>
            <pc:docMk/>
            <pc:sldMk cId="1625460004" sldId="276"/>
            <ac:spMk id="14" creationId="{D4983C1E-0649-193D-32E2-E95B13FCA23E}"/>
          </ac:spMkLst>
        </pc:spChg>
        <pc:spChg chg="mod">
          <ac:chgData name="이 은찬" userId="7171d596-a1e6-43c2-b263-57fdfdab9399" providerId="ADAL" clId="{84B8E845-A624-4E7E-AAB1-DF2C16F97486}" dt="2026-10-03T03:21:49.074" v="1430" actId="1076"/>
          <ac:spMkLst>
            <pc:docMk/>
            <pc:sldMk cId="1625460004" sldId="276"/>
            <ac:spMk id="17" creationId="{68EB7A8A-4403-FA6C-4BF8-A7E02DF29DBE}"/>
          </ac:spMkLst>
        </pc:spChg>
        <pc:spChg chg="mod">
          <ac:chgData name="이 은찬" userId="7171d596-a1e6-43c2-b263-57fdfdab9399" providerId="ADAL" clId="{84B8E845-A624-4E7E-AAB1-DF2C16F97486}" dt="2026-10-03T05:27:45.683" v="3983" actId="207"/>
          <ac:spMkLst>
            <pc:docMk/>
            <pc:sldMk cId="1625460004" sldId="276"/>
            <ac:spMk id="18" creationId="{A49F1205-B5B4-AFBD-8E2B-3A499A208811}"/>
          </ac:spMkLst>
        </pc:spChg>
        <pc:spChg chg="mod">
          <ac:chgData name="이 은찬" userId="7171d596-a1e6-43c2-b263-57fdfdab9399" providerId="ADAL" clId="{84B8E845-A624-4E7E-AAB1-DF2C16F97486}" dt="2026-10-03T05:27:40.627" v="3982" actId="207"/>
          <ac:spMkLst>
            <pc:docMk/>
            <pc:sldMk cId="1625460004" sldId="276"/>
            <ac:spMk id="19" creationId="{D59B6DD5-4F91-FB02-1709-7F3BE72AF0DC}"/>
          </ac:spMkLst>
        </pc:spChg>
        <pc:spChg chg="add mod">
          <ac:chgData name="이 은찬" userId="7171d596-a1e6-43c2-b263-57fdfdab9399" providerId="ADAL" clId="{84B8E845-A624-4E7E-AAB1-DF2C16F97486}" dt="2026-10-03T05:27:58.856" v="3986" actId="208"/>
          <ac:spMkLst>
            <pc:docMk/>
            <pc:sldMk cId="1625460004" sldId="276"/>
            <ac:spMk id="20" creationId="{BE5322C0-1B5E-FF4F-1658-5750BEA8F3B2}"/>
          </ac:spMkLst>
        </pc:spChg>
        <pc:spChg chg="mod">
          <ac:chgData name="이 은찬" userId="7171d596-a1e6-43c2-b263-57fdfdab9399" providerId="ADAL" clId="{84B8E845-A624-4E7E-AAB1-DF2C16F97486}" dt="2026-10-03T03:26:28.961" v="1671" actId="14100"/>
          <ac:spMkLst>
            <pc:docMk/>
            <pc:sldMk cId="1625460004" sldId="276"/>
            <ac:spMk id="23" creationId="{5F30466F-BA9F-EC5A-3FB0-D19E4B25B497}"/>
          </ac:spMkLst>
        </pc:spChg>
        <pc:spChg chg="mod">
          <ac:chgData name="이 은찬" userId="7171d596-a1e6-43c2-b263-57fdfdab9399" providerId="ADAL" clId="{84B8E845-A624-4E7E-AAB1-DF2C16F97486}" dt="2026-10-03T05:27:53.258" v="3984" actId="207"/>
          <ac:spMkLst>
            <pc:docMk/>
            <pc:sldMk cId="1625460004" sldId="276"/>
            <ac:spMk id="24" creationId="{3DE17034-32A5-EDF7-24E7-8B30A15C7B27}"/>
          </ac:spMkLst>
        </pc:spChg>
        <pc:spChg chg="mod">
          <ac:chgData name="이 은찬" userId="7171d596-a1e6-43c2-b263-57fdfdab9399" providerId="ADAL" clId="{84B8E845-A624-4E7E-AAB1-DF2C16F97486}" dt="2026-10-03T03:22:09.372" v="1434" actId="20577"/>
          <ac:spMkLst>
            <pc:docMk/>
            <pc:sldMk cId="1625460004" sldId="276"/>
            <ac:spMk id="25" creationId="{E203D596-D344-D9D1-2EB2-C0857F4C7493}"/>
          </ac:spMkLst>
        </pc:spChg>
        <pc:spChg chg="add mod">
          <ac:chgData name="이 은찬" userId="7171d596-a1e6-43c2-b263-57fdfdab9399" providerId="ADAL" clId="{84B8E845-A624-4E7E-AAB1-DF2C16F97486}" dt="2026-10-03T05:12:36.550" v="3979" actId="208"/>
          <ac:spMkLst>
            <pc:docMk/>
            <pc:sldMk cId="1625460004" sldId="276"/>
            <ac:spMk id="26" creationId="{BEA714A9-CCF4-CCFD-9831-4CD90E022C5A}"/>
          </ac:spMkLst>
        </pc:spChg>
        <pc:spChg chg="mod">
          <ac:chgData name="이 은찬" userId="7171d596-a1e6-43c2-b263-57fdfdab9399" providerId="ADAL" clId="{84B8E845-A624-4E7E-AAB1-DF2C16F97486}" dt="2026-10-03T03:23:40.228" v="1645" actId="20577"/>
          <ac:spMkLst>
            <pc:docMk/>
            <pc:sldMk cId="1625460004" sldId="276"/>
            <ac:spMk id="29" creationId="{E89BDF46-312C-20D9-275F-410FF03A4846}"/>
          </ac:spMkLst>
        </pc:spChg>
        <pc:spChg chg="mod">
          <ac:chgData name="이 은찬" userId="7171d596-a1e6-43c2-b263-57fdfdab9399" providerId="ADAL" clId="{84B8E845-A624-4E7E-AAB1-DF2C16F97486}" dt="2026-10-03T05:28:15.242" v="3988" actId="207"/>
          <ac:spMkLst>
            <pc:docMk/>
            <pc:sldMk cId="1625460004" sldId="276"/>
            <ac:spMk id="30" creationId="{C5FEA864-A265-8E1B-3393-D6848190A7AF}"/>
          </ac:spMkLst>
        </pc:spChg>
        <pc:spChg chg="mod">
          <ac:chgData name="이 은찬" userId="7171d596-a1e6-43c2-b263-57fdfdab9399" providerId="ADAL" clId="{84B8E845-A624-4E7E-AAB1-DF2C16F97486}" dt="2026-10-03T03:27:05.409" v="1677" actId="20577"/>
          <ac:spMkLst>
            <pc:docMk/>
            <pc:sldMk cId="1625460004" sldId="276"/>
            <ac:spMk id="31" creationId="{55ADBC9B-4888-7459-8DED-9A2AF2E8E639}"/>
          </ac:spMkLst>
        </pc:spChg>
        <pc:spChg chg="add mod">
          <ac:chgData name="이 은찬" userId="7171d596-a1e6-43c2-b263-57fdfdab9399" providerId="ADAL" clId="{84B8E845-A624-4E7E-AAB1-DF2C16F97486}" dt="2026-10-03T05:12:40.537" v="3980" actId="208"/>
          <ac:spMkLst>
            <pc:docMk/>
            <pc:sldMk cId="1625460004" sldId="276"/>
            <ac:spMk id="32" creationId="{90A282A1-4B54-B4F3-2395-DD0A5E6B607B}"/>
          </ac:spMkLst>
        </pc:spChg>
        <pc:spChg chg="mod">
          <ac:chgData name="이 은찬" userId="7171d596-a1e6-43c2-b263-57fdfdab9399" providerId="ADAL" clId="{84B8E845-A624-4E7E-AAB1-DF2C16F97486}" dt="2026-10-03T03:27:56.518" v="1842" actId="20577"/>
          <ac:spMkLst>
            <pc:docMk/>
            <pc:sldMk cId="1625460004" sldId="276"/>
            <ac:spMk id="35" creationId="{365F84B2-FC8C-DB63-2B0A-0A640A6F7C56}"/>
          </ac:spMkLst>
        </pc:spChg>
        <pc:spChg chg="mod">
          <ac:chgData name="이 은찬" userId="7171d596-a1e6-43c2-b263-57fdfdab9399" providerId="ADAL" clId="{84B8E845-A624-4E7E-AAB1-DF2C16F97486}" dt="2026-10-03T05:28:05.754" v="3987" actId="207"/>
          <ac:spMkLst>
            <pc:docMk/>
            <pc:sldMk cId="1625460004" sldId="276"/>
            <ac:spMk id="36" creationId="{69674494-9930-58F9-54AB-BB0DA398025E}"/>
          </ac:spMkLst>
        </pc:spChg>
        <pc:spChg chg="mod">
          <ac:chgData name="이 은찬" userId="7171d596-a1e6-43c2-b263-57fdfdab9399" providerId="ADAL" clId="{84B8E845-A624-4E7E-AAB1-DF2C16F97486}" dt="2026-10-03T03:27:08.494" v="1679" actId="20577"/>
          <ac:spMkLst>
            <pc:docMk/>
            <pc:sldMk cId="1625460004" sldId="276"/>
            <ac:spMk id="37" creationId="{E8290DF1-498E-8E61-96B2-720A899CB9AF}"/>
          </ac:spMkLst>
        </pc:spChg>
        <pc:spChg chg="mod">
          <ac:chgData name="이 은찬" userId="7171d596-a1e6-43c2-b263-57fdfdab9399" providerId="ADAL" clId="{84B8E845-A624-4E7E-AAB1-DF2C16F97486}" dt="2026-10-03T03:36:02.147" v="2064" actId="20577"/>
          <ac:spMkLst>
            <pc:docMk/>
            <pc:sldMk cId="1625460004" sldId="276"/>
            <ac:spMk id="40" creationId="{3532657A-F875-AA96-9E4B-89E6233B0377}"/>
          </ac:spMkLst>
        </pc:spChg>
        <pc:spChg chg="mod">
          <ac:chgData name="이 은찬" userId="7171d596-a1e6-43c2-b263-57fdfdab9399" providerId="ADAL" clId="{84B8E845-A624-4E7E-AAB1-DF2C16F97486}" dt="2026-10-03T05:12:18.055" v="3977" actId="207"/>
          <ac:spMkLst>
            <pc:docMk/>
            <pc:sldMk cId="1625460004" sldId="276"/>
            <ac:spMk id="41" creationId="{F18A1280-E63D-EAD9-5245-620D90D5C8FB}"/>
          </ac:spMkLst>
        </pc:spChg>
        <pc:spChg chg="mod">
          <ac:chgData name="이 은찬" userId="7171d596-a1e6-43c2-b263-57fdfdab9399" providerId="ADAL" clId="{84B8E845-A624-4E7E-AAB1-DF2C16F97486}" dt="2026-10-03T05:12:20.844" v="3978" actId="14100"/>
          <ac:spMkLst>
            <pc:docMk/>
            <pc:sldMk cId="1625460004" sldId="276"/>
            <ac:spMk id="42" creationId="{D4EF4F2E-57E3-F0A8-D424-0BF5B299659D}"/>
          </ac:spMkLst>
        </pc:spChg>
        <pc:grpChg chg="add 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2" creationId="{4C887594-229C-FEE0-A5BD-BB26C97DBF90}"/>
          </ac:grpSpMkLst>
        </pc:grpChg>
        <pc:grpChg chg="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3" creationId="{E0040FDD-0F91-E82A-6DD8-8E92FD0B5A0E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15" creationId="{4F35C2FE-D47D-018F-14BA-DD1C7C554FD8}"/>
          </ac:grpSpMkLst>
        </pc:grpChg>
        <pc:grpChg chg="mod">
          <ac:chgData name="이 은찬" userId="7171d596-a1e6-43c2-b263-57fdfdab9399" providerId="ADAL" clId="{84B8E845-A624-4E7E-AAB1-DF2C16F97486}" dt="2026-10-03T03:20:08.447" v="1372"/>
          <ac:grpSpMkLst>
            <pc:docMk/>
            <pc:sldMk cId="1625460004" sldId="276"/>
            <ac:grpSpMk id="16" creationId="{F4160DC7-43FC-87B0-57C8-99EFAB08D44E}"/>
          </ac:grpSpMkLst>
        </pc:grpChg>
        <pc:grpChg chg="add mod">
          <ac:chgData name="이 은찬" userId="7171d596-a1e6-43c2-b263-57fdfdab9399" providerId="ADAL" clId="{84B8E845-A624-4E7E-AAB1-DF2C16F97486}" dt="2026-10-03T03:26:25.238" v="1670" actId="14100"/>
          <ac:grpSpMkLst>
            <pc:docMk/>
            <pc:sldMk cId="1625460004" sldId="276"/>
            <ac:grpSpMk id="21" creationId="{5D87C44E-99C8-D733-E446-3BF9D0A4E5A1}"/>
          </ac:grpSpMkLst>
        </pc:grpChg>
        <pc:grpChg chg="mod">
          <ac:chgData name="이 은찬" userId="7171d596-a1e6-43c2-b263-57fdfdab9399" providerId="ADAL" clId="{84B8E845-A624-4E7E-AAB1-DF2C16F97486}" dt="2026-10-03T03:21:58.160" v="1431"/>
          <ac:grpSpMkLst>
            <pc:docMk/>
            <pc:sldMk cId="1625460004" sldId="276"/>
            <ac:grpSpMk id="22" creationId="{810C23F1-45C9-4346-81CD-37BB81FDD1F5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27" creationId="{BFA97D95-DE8F-2F92-8B79-A53D23429665}"/>
          </ac:grpSpMkLst>
        </pc:grpChg>
        <pc:grpChg chg="mod">
          <ac:chgData name="이 은찬" userId="7171d596-a1e6-43c2-b263-57fdfdab9399" providerId="ADAL" clId="{84B8E845-A624-4E7E-AAB1-DF2C16F97486}" dt="2026-10-03T03:22:50.778" v="1496"/>
          <ac:grpSpMkLst>
            <pc:docMk/>
            <pc:sldMk cId="1625460004" sldId="276"/>
            <ac:grpSpMk id="28" creationId="{E2EB6C78-B1B8-36DE-B71E-1FD4624B7EC9}"/>
          </ac:grpSpMkLst>
        </pc:grpChg>
        <pc:grpChg chg="add mod">
          <ac:chgData name="이 은찬" userId="7171d596-a1e6-43c2-b263-57fdfdab9399" providerId="ADAL" clId="{84B8E845-A624-4E7E-AAB1-DF2C16F97486}" dt="2026-10-03T03:36:13.061" v="2067" actId="1076"/>
          <ac:grpSpMkLst>
            <pc:docMk/>
            <pc:sldMk cId="1625460004" sldId="276"/>
            <ac:grpSpMk id="33" creationId="{9DC6A02E-8920-2FBA-B5EB-F12FA28C7A2A}"/>
          </ac:grpSpMkLst>
        </pc:grpChg>
        <pc:grpChg chg="mod">
          <ac:chgData name="이 은찬" userId="7171d596-a1e6-43c2-b263-57fdfdab9399" providerId="ADAL" clId="{84B8E845-A624-4E7E-AAB1-DF2C16F97486}" dt="2026-10-03T03:23:55.589" v="1647"/>
          <ac:grpSpMkLst>
            <pc:docMk/>
            <pc:sldMk cId="1625460004" sldId="276"/>
            <ac:grpSpMk id="34" creationId="{573E26CE-B54E-C57F-31EB-83A722F27BA7}"/>
          </ac:grpSpMkLst>
        </pc:grpChg>
        <pc:grpChg chg="add mod">
          <ac:chgData name="이 은찬" userId="7171d596-a1e6-43c2-b263-57fdfdab9399" providerId="ADAL" clId="{84B8E845-A624-4E7E-AAB1-DF2C16F97486}" dt="2026-10-03T03:36:18.467" v="2068" actId="1076"/>
          <ac:grpSpMkLst>
            <pc:docMk/>
            <pc:sldMk cId="1625460004" sldId="276"/>
            <ac:grpSpMk id="38" creationId="{CC3BCE3A-677D-EC07-274E-382FA1F81B31}"/>
          </ac:grpSpMkLst>
        </pc:grpChg>
        <pc:grpChg chg="mod">
          <ac:chgData name="이 은찬" userId="7171d596-a1e6-43c2-b263-57fdfdab9399" providerId="ADAL" clId="{84B8E845-A624-4E7E-AAB1-DF2C16F97486}" dt="2026-10-03T03:34:55.290" v="1967"/>
          <ac:grpSpMkLst>
            <pc:docMk/>
            <pc:sldMk cId="1625460004" sldId="276"/>
            <ac:grpSpMk id="39" creationId="{89E712CE-BADE-0BE5-27FF-17526264928D}"/>
          </ac:grpSpMkLst>
        </pc:grpChg>
        <pc:picChg chg="mod">
          <ac:chgData name="이 은찬" userId="7171d596-a1e6-43c2-b263-57fdfdab9399" providerId="ADAL" clId="{84B8E845-A624-4E7E-AAB1-DF2C16F97486}" dt="2026-10-03T03:25:49.237" v="1663" actId="1076"/>
          <ac:picMkLst>
            <pc:docMk/>
            <pc:sldMk cId="1625460004" sldId="276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9:56.082" v="3996" actId="208"/>
        <pc:sldMkLst>
          <pc:docMk/>
          <pc:sldMk cId="959801221" sldId="277"/>
        </pc:sldMkLst>
        <pc:spChg chg="add mod">
          <ac:chgData name="이 은찬" userId="7171d596-a1e6-43c2-b263-57fdfdab9399" providerId="ADAL" clId="{84B8E845-A624-4E7E-AAB1-DF2C16F97486}" dt="2026-10-03T03:33:25.483" v="1848"/>
          <ac:spMkLst>
            <pc:docMk/>
            <pc:sldMk cId="959801221" sldId="277"/>
            <ac:spMk id="2" creationId="{EAF8963B-9B38-B263-AB95-3DC531074663}"/>
          </ac:spMkLst>
        </pc:spChg>
        <pc:spChg chg="mod">
          <ac:chgData name="이 은찬" userId="7171d596-a1e6-43c2-b263-57fdfdab9399" providerId="ADAL" clId="{84B8E845-A624-4E7E-AAB1-DF2C16F97486}" dt="2026-10-03T03:34:27.191" v="1964" actId="20577"/>
          <ac:spMkLst>
            <pc:docMk/>
            <pc:sldMk cId="959801221" sldId="277"/>
            <ac:spMk id="5" creationId="{35A08FDA-E2DD-19D8-F0A9-EC46A80D542F}"/>
          </ac:spMkLst>
        </pc:spChg>
        <pc:spChg chg="mod">
          <ac:chgData name="이 은찬" userId="7171d596-a1e6-43c2-b263-57fdfdab9399" providerId="ADAL" clId="{84B8E845-A624-4E7E-AAB1-DF2C16F97486}" dt="2026-10-03T03:33:31.300" v="1849"/>
          <ac:spMkLst>
            <pc:docMk/>
            <pc:sldMk cId="959801221" sldId="277"/>
            <ac:spMk id="6" creationId="{1B247B4E-2791-177E-A211-F06412EC845C}"/>
          </ac:spMkLst>
        </pc:spChg>
        <pc:spChg chg="mod">
          <ac:chgData name="이 은찬" userId="7171d596-a1e6-43c2-b263-57fdfdab9399" providerId="ADAL" clId="{84B8E845-A624-4E7E-AAB1-DF2C16F97486}" dt="2026-10-03T03:36:29.693" v="2070" actId="20577"/>
          <ac:spMkLst>
            <pc:docMk/>
            <pc:sldMk cId="959801221" sldId="277"/>
            <ac:spMk id="7" creationId="{D42D438A-7F06-1CD1-DA26-FFBA09B48F7F}"/>
          </ac:spMkLst>
        </pc:spChg>
        <pc:spChg chg="mod">
          <ac:chgData name="이 은찬" userId="7171d596-a1e6-43c2-b263-57fdfdab9399" providerId="ADAL" clId="{84B8E845-A624-4E7E-AAB1-DF2C16F97486}" dt="2026-10-03T03:32:45.302" v="1844"/>
          <ac:spMkLst>
            <pc:docMk/>
            <pc:sldMk cId="959801221" sldId="277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37:20.657" v="2072"/>
          <ac:spMkLst>
            <pc:docMk/>
            <pc:sldMk cId="959801221" sldId="277"/>
            <ac:spMk id="11" creationId="{40A4C2EC-6ED7-EF9C-D790-2A01A1120AF8}"/>
          </ac:spMkLst>
        </pc:spChg>
        <pc:spChg chg="mod">
          <ac:chgData name="이 은찬" userId="7171d596-a1e6-43c2-b263-57fdfdab9399" providerId="ADAL" clId="{84B8E845-A624-4E7E-AAB1-DF2C16F97486}" dt="2026-10-03T03:45:24.698" v="2276" actId="20577"/>
          <ac:spMkLst>
            <pc:docMk/>
            <pc:sldMk cId="959801221" sldId="277"/>
            <ac:spMk id="15" creationId="{B23A71EE-1E52-98B7-A287-E26337A899E4}"/>
          </ac:spMkLst>
        </pc:spChg>
        <pc:spChg chg="mod">
          <ac:chgData name="이 은찬" userId="7171d596-a1e6-43c2-b263-57fdfdab9399" providerId="ADAL" clId="{84B8E845-A624-4E7E-AAB1-DF2C16F97486}" dt="2026-10-03T05:29:47.131" v="3994" actId="207"/>
          <ac:spMkLst>
            <pc:docMk/>
            <pc:sldMk cId="959801221" sldId="277"/>
            <ac:spMk id="16" creationId="{20C6C91A-8568-BDC8-4F94-76165AA868B6}"/>
          </ac:spMkLst>
        </pc:spChg>
        <pc:spChg chg="mod">
          <ac:chgData name="이 은찬" userId="7171d596-a1e6-43c2-b263-57fdfdab9399" providerId="ADAL" clId="{84B8E845-A624-4E7E-AAB1-DF2C16F97486}" dt="2026-10-03T05:29:51.947" v="3995" actId="14100"/>
          <ac:spMkLst>
            <pc:docMk/>
            <pc:sldMk cId="959801221" sldId="277"/>
            <ac:spMk id="17" creationId="{BF9F6B7E-69C6-44E6-88BA-FCBA6F2267F5}"/>
          </ac:spMkLst>
        </pc:spChg>
        <pc:spChg chg="add">
          <ac:chgData name="이 은찬" userId="7171d596-a1e6-43c2-b263-57fdfdab9399" providerId="ADAL" clId="{84B8E845-A624-4E7E-AAB1-DF2C16F97486}" dt="2026-10-03T03:41:38.428" v="2219"/>
          <ac:spMkLst>
            <pc:docMk/>
            <pc:sldMk cId="959801221" sldId="277"/>
            <ac:spMk id="18" creationId="{41C0C307-4E8C-D4B9-A4BD-300B2CF610DB}"/>
          </ac:spMkLst>
        </pc:spChg>
        <pc:spChg chg="add mod">
          <ac:chgData name="이 은찬" userId="7171d596-a1e6-43c2-b263-57fdfdab9399" providerId="ADAL" clId="{84B8E845-A624-4E7E-AAB1-DF2C16F97486}" dt="2026-10-03T05:29:56.082" v="3996" actId="208"/>
          <ac:spMkLst>
            <pc:docMk/>
            <pc:sldMk cId="959801221" sldId="277"/>
            <ac:spMk id="20" creationId="{779ACC18-372B-2603-8125-7B2C60DED3FB}"/>
          </ac:spMkLst>
        </pc:spChg>
        <pc:spChg chg="add">
          <ac:chgData name="이 은찬" userId="7171d596-a1e6-43c2-b263-57fdfdab9399" providerId="ADAL" clId="{84B8E845-A624-4E7E-AAB1-DF2C16F97486}" dt="2026-10-03T03:44:15.673" v="2238"/>
          <ac:spMkLst>
            <pc:docMk/>
            <pc:sldMk cId="959801221" sldId="277"/>
            <ac:spMk id="21" creationId="{06BE3927-9F85-2688-BF43-87C3BE3C2D0F}"/>
          </ac:spMkLst>
        </pc:spChg>
        <pc:spChg chg="add mod">
          <ac:chgData name="이 은찬" userId="7171d596-a1e6-43c2-b263-57fdfdab9399" providerId="ADAL" clId="{84B8E845-A624-4E7E-AAB1-DF2C16F97486}" dt="2026-10-03T03:46:21.904" v="2369" actId="20577"/>
          <ac:spMkLst>
            <pc:docMk/>
            <pc:sldMk cId="959801221" sldId="277"/>
            <ac:spMk id="23" creationId="{31DFE897-9EF6-0FEF-BFCE-6BAC1355BBF7}"/>
          </ac:spMkLst>
        </pc:spChg>
        <pc:grpChg chg="add del mod">
          <ac:chgData name="이 은찬" userId="7171d596-a1e6-43c2-b263-57fdfdab9399" providerId="ADAL" clId="{84B8E845-A624-4E7E-AAB1-DF2C16F97486}" dt="2026-10-03T03:37:16.784" v="2071" actId="478"/>
          <ac:grpSpMkLst>
            <pc:docMk/>
            <pc:sldMk cId="959801221" sldId="277"/>
            <ac:grpSpMk id="3" creationId="{25DEE451-3075-573C-4202-BA4AC47B967A}"/>
          </ac:grpSpMkLst>
        </pc:grpChg>
        <pc:grpChg chg="mod">
          <ac:chgData name="이 은찬" userId="7171d596-a1e6-43c2-b263-57fdfdab9399" providerId="ADAL" clId="{84B8E845-A624-4E7E-AAB1-DF2C16F97486}" dt="2026-10-03T03:33:31.300" v="1849"/>
          <ac:grpSpMkLst>
            <pc:docMk/>
            <pc:sldMk cId="959801221" sldId="277"/>
            <ac:grpSpMk id="4" creationId="{74876BB6-1A36-112F-C40F-64503B2F73DC}"/>
          </ac:grpSpMkLst>
        </pc:grpChg>
        <pc:grpChg chg="add 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3" creationId="{51D84E5A-6783-8811-184F-E76B7E2124FB}"/>
          </ac:grpSpMkLst>
        </pc:grpChg>
        <pc:grpChg chg="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4" creationId="{B1A69CEC-8D14-983A-3A63-AA5D4E93B377}"/>
          </ac:grpSpMkLst>
        </pc:grpChg>
        <pc:picChg chg="add del mod modCrop">
          <ac:chgData name="이 은찬" userId="7171d596-a1e6-43c2-b263-57fdfdab9399" providerId="ADAL" clId="{84B8E845-A624-4E7E-AAB1-DF2C16F97486}" dt="2026-10-03T03:42:36.813" v="2233" actId="14100"/>
          <ac:picMkLst>
            <pc:docMk/>
            <pc:sldMk cId="959801221" sldId="277"/>
            <ac:picMk id="19" creationId="{CE12420A-C697-7461-8B1E-27DB346692D3}"/>
          </ac:picMkLst>
        </pc:picChg>
        <pc:picChg chg="add mod modCrop">
          <ac:chgData name="이 은찬" userId="7171d596-a1e6-43c2-b263-57fdfdab9399" providerId="ADAL" clId="{84B8E845-A624-4E7E-AAB1-DF2C16F97486}" dt="2026-10-03T03:45:01.245" v="2247" actId="732"/>
          <ac:picMkLst>
            <pc:docMk/>
            <pc:sldMk cId="959801221" sldId="277"/>
            <ac:picMk id="22" creationId="{539A5A42-F901-BC8B-82DB-F0BE9DDDCAAD}"/>
          </ac:picMkLst>
        </pc:picChg>
      </pc:sldChg>
      <pc:sldChg chg="addSp delSp modSp add del mod">
        <pc:chgData name="이 은찬" userId="7171d596-a1e6-43c2-b263-57fdfdab9399" providerId="ADAL" clId="{84B8E845-A624-4E7E-AAB1-DF2C16F97486}" dt="2026-10-03T04:08:11.136" v="2996" actId="47"/>
        <pc:sldMkLst>
          <pc:docMk/>
          <pc:sldMk cId="2725197688" sldId="278"/>
        </pc:sldMkLst>
        <pc:spChg chg="mod">
          <ac:chgData name="이 은찬" userId="7171d596-a1e6-43c2-b263-57fdfdab9399" providerId="ADAL" clId="{84B8E845-A624-4E7E-AAB1-DF2C16F97486}" dt="2026-10-03T03:47:07.330" v="2372"/>
          <ac:spMkLst>
            <pc:docMk/>
            <pc:sldMk cId="2725197688" sldId="278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3:51:14.228" v="2492" actId="478"/>
          <ac:spMkLst>
            <pc:docMk/>
            <pc:sldMk cId="2725197688" sldId="278"/>
            <ac:spMk id="11" creationId="{85C1EBB4-E1E7-1D50-20DE-C572F9829AF7}"/>
          </ac:spMkLst>
        </pc:spChg>
        <pc:spChg chg="mod">
          <ac:chgData name="이 은찬" userId="7171d596-a1e6-43c2-b263-57fdfdab9399" providerId="ADAL" clId="{84B8E845-A624-4E7E-AAB1-DF2C16F97486}" dt="2026-10-03T03:48:19.835" v="2490" actId="20577"/>
          <ac:spMkLst>
            <pc:docMk/>
            <pc:sldMk cId="2725197688" sldId="278"/>
            <ac:spMk id="13" creationId="{D9F06D93-4C47-E8FF-5418-2A48297F89E1}"/>
          </ac:spMkLst>
        </pc:spChg>
        <pc:spChg chg="mod">
          <ac:chgData name="이 은찬" userId="7171d596-a1e6-43c2-b263-57fdfdab9399" providerId="ADAL" clId="{84B8E845-A624-4E7E-AAB1-DF2C16F97486}" dt="2026-10-03T03:47:48.699" v="2405"/>
          <ac:spMkLst>
            <pc:docMk/>
            <pc:sldMk cId="2725197688" sldId="278"/>
            <ac:spMk id="14" creationId="{086689F8-2685-3202-FA56-5032E39A104A}"/>
          </ac:spMkLst>
        </pc:spChg>
        <pc:spChg chg="mod">
          <ac:chgData name="이 은찬" userId="7171d596-a1e6-43c2-b263-57fdfdab9399" providerId="ADAL" clId="{84B8E845-A624-4E7E-AAB1-DF2C16F97486}" dt="2026-10-03T03:47:55.735" v="2407" actId="20577"/>
          <ac:spMkLst>
            <pc:docMk/>
            <pc:sldMk cId="2725197688" sldId="278"/>
            <ac:spMk id="15" creationId="{3D4FFB20-9F87-1FB4-7F61-3C39161F3872}"/>
          </ac:spMkLst>
        </pc:spChg>
        <pc:spChg chg="add del mod">
          <ac:chgData name="이 은찬" userId="7171d596-a1e6-43c2-b263-57fdfdab9399" providerId="ADAL" clId="{84B8E845-A624-4E7E-AAB1-DF2C16F97486}" dt="2026-10-03T03:54:16.621" v="2671" actId="478"/>
          <ac:spMkLst>
            <pc:docMk/>
            <pc:sldMk cId="2725197688" sldId="278"/>
            <ac:spMk id="16" creationId="{0752EF18-6465-70C2-0777-6F13958EE6AB}"/>
          </ac:spMkLst>
        </pc:spChg>
        <pc:spChg chg="add">
          <ac:chgData name="이 은찬" userId="7171d596-a1e6-43c2-b263-57fdfdab9399" providerId="ADAL" clId="{84B8E845-A624-4E7E-AAB1-DF2C16F97486}" dt="2026-10-03T03:54:18.214" v="2672"/>
          <ac:spMkLst>
            <pc:docMk/>
            <pc:sldMk cId="2725197688" sldId="278"/>
            <ac:spMk id="17" creationId="{9AD86FAE-E7F9-4817-911A-DBB82789722A}"/>
          </ac:spMkLst>
        </pc:spChg>
        <pc:spChg chg="add mod ord">
          <ac:chgData name="이 은찬" userId="7171d596-a1e6-43c2-b263-57fdfdab9399" providerId="ADAL" clId="{84B8E845-A624-4E7E-AAB1-DF2C16F97486}" dt="2026-10-03T04:06:06.794" v="2981" actId="1038"/>
          <ac:spMkLst>
            <pc:docMk/>
            <pc:sldMk cId="2725197688" sldId="278"/>
            <ac:spMk id="19" creationId="{D63D451C-63B7-BFAB-B19B-06A2620A96C3}"/>
          </ac:spMkLst>
        </pc:spChg>
        <pc:spChg chg="add del mod">
          <ac:chgData name="이 은찬" userId="7171d596-a1e6-43c2-b263-57fdfdab9399" providerId="ADAL" clId="{84B8E845-A624-4E7E-AAB1-DF2C16F97486}" dt="2026-10-03T03:58:07.213" v="2704" actId="478"/>
          <ac:spMkLst>
            <pc:docMk/>
            <pc:sldMk cId="2725197688" sldId="278"/>
            <ac:spMk id="20" creationId="{554768E9-2BD9-9FD3-54B3-FA8F86145AAF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1" creationId="{C3C695BF-A573-141F-2DB7-77B77F5725CD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2" creationId="{E6A5D4C4-09DC-8C2F-4D52-EE065BFFB41E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3" creationId="{7F368E7E-0DB4-62CD-4491-C91BB7B38A83}"/>
          </ac:spMkLst>
        </pc:spChg>
        <pc:spChg chg="add mod ord">
          <ac:chgData name="이 은찬" userId="7171d596-a1e6-43c2-b263-57fdfdab9399" providerId="ADAL" clId="{84B8E845-A624-4E7E-AAB1-DF2C16F97486}" dt="2026-10-03T04:06:13.051" v="2989" actId="1038"/>
          <ac:spMkLst>
            <pc:docMk/>
            <pc:sldMk cId="2725197688" sldId="278"/>
            <ac:spMk id="25" creationId="{B8B15DA6-6B00-ED01-D74E-8D1E0F98A31B}"/>
          </ac:spMkLst>
        </pc:spChg>
        <pc:spChg chg="del">
          <ac:chgData name="이 은찬" userId="7171d596-a1e6-43c2-b263-57fdfdab9399" providerId="ADAL" clId="{84B8E845-A624-4E7E-AAB1-DF2C16F97486}" dt="2026-10-03T03:54:46.693" v="2679" actId="478"/>
          <ac:spMkLst>
            <pc:docMk/>
            <pc:sldMk cId="2725197688" sldId="278"/>
            <ac:spMk id="28" creationId="{F9DCDCF8-F5B8-DA68-BA50-46B55A00AE18}"/>
          </ac:spMkLst>
        </pc:spChg>
        <pc:grpChg chg="del">
          <ac:chgData name="이 은찬" userId="7171d596-a1e6-43c2-b263-57fdfdab9399" providerId="ADAL" clId="{84B8E845-A624-4E7E-AAB1-DF2C16F97486}" dt="2026-10-03T03:47:48.324" v="2404" actId="478"/>
          <ac:grpSpMkLst>
            <pc:docMk/>
            <pc:sldMk cId="2725197688" sldId="278"/>
            <ac:grpSpMk id="4" creationId="{62981F9E-D36F-D0A9-4E5D-A1B944E73136}"/>
          </ac:grpSpMkLst>
        </pc:grpChg>
        <pc:grpChg chg="add 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0" creationId="{69426EDB-17CE-47A5-F3C1-9534E512EE6C}"/>
          </ac:grpSpMkLst>
        </pc:grpChg>
        <pc:grpChg chg="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2" creationId="{A119DCEE-4F9A-8693-6F5E-A38F28CF86A1}"/>
          </ac:grpSpMkLst>
        </pc:grpChg>
        <pc:picChg chg="add mod modCrop">
          <ac:chgData name="이 은찬" userId="7171d596-a1e6-43c2-b263-57fdfdab9399" providerId="ADAL" clId="{84B8E845-A624-4E7E-AAB1-DF2C16F97486}" dt="2026-10-03T03:55:33.173" v="2685" actId="14100"/>
          <ac:picMkLst>
            <pc:docMk/>
            <pc:sldMk cId="2725197688" sldId="278"/>
            <ac:picMk id="18" creationId="{F17B63BB-4107-B07C-F7DA-B3181B1DCCC4}"/>
          </ac:picMkLst>
        </pc:picChg>
        <pc:picChg chg="del">
          <ac:chgData name="이 은찬" userId="7171d596-a1e6-43c2-b263-57fdfdab9399" providerId="ADAL" clId="{84B8E845-A624-4E7E-AAB1-DF2C16F97486}" dt="2026-10-03T03:51:13.272" v="2491" actId="478"/>
          <ac:picMkLst>
            <pc:docMk/>
            <pc:sldMk cId="2725197688" sldId="278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06:21.287" v="3746" actId="1076"/>
        <pc:sldMkLst>
          <pc:docMk/>
          <pc:sldMk cId="1345329290" sldId="279"/>
        </pc:sldMkLst>
        <pc:spChg chg="add 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2" creationId="{BD2BA96E-A503-E600-DCB9-64F97FC65F5D}"/>
          </ac:spMkLst>
        </pc:spChg>
        <pc:spChg chg="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3" creationId="{9B7CF3A5-02F4-467E-1443-5C318ABEE8D7}"/>
          </ac:spMkLst>
        </pc:spChg>
        <pc:spChg chg="add">
          <ac:chgData name="이 은찬" userId="7171d596-a1e6-43c2-b263-57fdfdab9399" providerId="ADAL" clId="{84B8E845-A624-4E7E-AAB1-DF2C16F97486}" dt="2026-10-03T04:19:14.242" v="3184"/>
          <ac:spMkLst>
            <pc:docMk/>
            <pc:sldMk cId="1345329290" sldId="279"/>
            <ac:spMk id="5" creationId="{4ABE1C99-AF39-8328-8F45-94468AED8658}"/>
          </ac:spMkLst>
        </pc:spChg>
        <pc:spChg chg="add">
          <ac:chgData name="이 은찬" userId="7171d596-a1e6-43c2-b263-57fdfdab9399" providerId="ADAL" clId="{84B8E845-A624-4E7E-AAB1-DF2C16F97486}" dt="2026-10-03T04:21:52.362" v="3210"/>
          <ac:spMkLst>
            <pc:docMk/>
            <pc:sldMk cId="1345329290" sldId="279"/>
            <ac:spMk id="7" creationId="{1AAF3367-91DB-1033-DBC2-99BCC47C9F54}"/>
          </ac:spMkLst>
        </pc:spChg>
        <pc:spChg chg="add">
          <ac:chgData name="이 은찬" userId="7171d596-a1e6-43c2-b263-57fdfdab9399" providerId="ADAL" clId="{84B8E845-A624-4E7E-AAB1-DF2C16F97486}" dt="2026-10-03T04:24:41.875" v="3262"/>
          <ac:spMkLst>
            <pc:docMk/>
            <pc:sldMk cId="1345329290" sldId="279"/>
            <ac:spMk id="11" creationId="{57FF6210-B2B6-F7CB-B38F-0A1DCAD9FAEC}"/>
          </ac:spMkLst>
        </pc:spChg>
        <pc:spChg chg="add mod">
          <ac:chgData name="이 은찬" userId="7171d596-a1e6-43c2-b263-57fdfdab9399" providerId="ADAL" clId="{84B8E845-A624-4E7E-AAB1-DF2C16F97486}" dt="2026-10-03T05:06:21.287" v="3746" actId="1076"/>
          <ac:spMkLst>
            <pc:docMk/>
            <pc:sldMk cId="1345329290" sldId="279"/>
            <ac:spMk id="17" creationId="{0F69B248-1DA2-0830-8560-4D249201B6E7}"/>
          </ac:spMkLst>
        </pc:spChg>
        <pc:picChg chg="del">
          <ac:chgData name="이 은찬" userId="7171d596-a1e6-43c2-b263-57fdfdab9399" providerId="ADAL" clId="{84B8E845-A624-4E7E-AAB1-DF2C16F97486}" dt="2026-10-03T04:18:08.681" v="3171" actId="478"/>
          <ac:picMkLst>
            <pc:docMk/>
            <pc:sldMk cId="1345329290" sldId="279"/>
            <ac:picMk id="4" creationId="{C40A784B-04E8-7C48-1F22-7B2AD1BFCDFE}"/>
          </ac:picMkLst>
        </pc:picChg>
        <pc:picChg chg="add mod">
          <ac:chgData name="이 은찬" userId="7171d596-a1e6-43c2-b263-57fdfdab9399" providerId="ADAL" clId="{84B8E845-A624-4E7E-AAB1-DF2C16F97486}" dt="2026-10-03T04:30:39.354" v="3452" actId="1076"/>
          <ac:picMkLst>
            <pc:docMk/>
            <pc:sldMk cId="1345329290" sldId="279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84B8E845-A624-4E7E-AAB1-DF2C16F97486}" dt="2026-10-03T04:24:40.748" v="3261" actId="478"/>
          <ac:picMkLst>
            <pc:docMk/>
            <pc:sldMk cId="1345329290" sldId="279"/>
            <ac:picMk id="10" creationId="{63BA9F1B-083C-BD80-D647-C656A3B436D0}"/>
          </ac:picMkLst>
        </pc:picChg>
        <pc:picChg chg="add del mod">
          <ac:chgData name="이 은찬" userId="7171d596-a1e6-43c2-b263-57fdfdab9399" providerId="ADAL" clId="{84B8E845-A624-4E7E-AAB1-DF2C16F97486}" dt="2026-10-03T04:25:42.834" v="3274" actId="478"/>
          <ac:picMkLst>
            <pc:docMk/>
            <pc:sldMk cId="1345329290" sldId="279"/>
            <ac:picMk id="12" creationId="{1F44845F-5D9A-28AD-F5E4-26BFD7FF1FF5}"/>
          </ac:picMkLst>
        </pc:picChg>
        <pc:picChg chg="add del mod modCrop">
          <ac:chgData name="이 은찬" userId="7171d596-a1e6-43c2-b263-57fdfdab9399" providerId="ADAL" clId="{84B8E845-A624-4E7E-AAB1-DF2C16F97486}" dt="2026-10-03T04:30:15.307" v="3440" actId="478"/>
          <ac:picMkLst>
            <pc:docMk/>
            <pc:sldMk cId="1345329290" sldId="279"/>
            <ac:picMk id="14" creationId="{28934772-34B4-C5F4-4957-91A18E1376A7}"/>
          </ac:picMkLst>
        </pc:picChg>
        <pc:picChg chg="add del mod">
          <ac:chgData name="이 은찬" userId="7171d596-a1e6-43c2-b263-57fdfdab9399" providerId="ADAL" clId="{84B8E845-A624-4E7E-AAB1-DF2C16F97486}" dt="2026-10-03T04:33:26.009" v="3464" actId="478"/>
          <ac:picMkLst>
            <pc:docMk/>
            <pc:sldMk cId="1345329290" sldId="279"/>
            <ac:picMk id="16" creationId="{57C062DD-EC04-768C-4514-C219D0E54EFC}"/>
          </ac:picMkLst>
        </pc:picChg>
      </pc:sldChg>
      <pc:sldChg chg="add del setBg">
        <pc:chgData name="이 은찬" userId="7171d596-a1e6-43c2-b263-57fdfdab9399" providerId="ADAL" clId="{84B8E845-A624-4E7E-AAB1-DF2C16F97486}" dt="2026-10-03T04:48:18.797" v="3731" actId="47"/>
        <pc:sldMkLst>
          <pc:docMk/>
          <pc:sldMk cId="42283165" sldId="280"/>
        </pc:sldMkLst>
      </pc:sldChg>
      <pc:sldChg chg="addSp delSp modSp add del mod">
        <pc:chgData name="이 은찬" userId="7171d596-a1e6-43c2-b263-57fdfdab9399" providerId="ADAL" clId="{84B8E845-A624-4E7E-AAB1-DF2C16F97486}" dt="2026-10-03T04:52:51.034" v="3732" actId="47"/>
        <pc:sldMkLst>
          <pc:docMk/>
          <pc:sldMk cId="3275416914" sldId="281"/>
        </pc:sldMkLst>
        <pc:spChg chg="mod">
          <ac:chgData name="이 은찬" userId="7171d596-a1e6-43c2-b263-57fdfdab9399" providerId="ADAL" clId="{84B8E845-A624-4E7E-AAB1-DF2C16F97486}" dt="2026-10-03T04:38:11.486" v="3561" actId="20577"/>
          <ac:spMkLst>
            <pc:docMk/>
            <pc:sldMk cId="3275416914" sldId="281"/>
            <ac:spMk id="2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3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35.618" v="3564" actId="478"/>
          <ac:spMkLst>
            <pc:docMk/>
            <pc:sldMk cId="3275416914" sldId="281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4:46:28.519" v="3718" actId="207"/>
          <ac:spMkLst>
            <pc:docMk/>
            <pc:sldMk cId="3275416914" sldId="281"/>
            <ac:spMk id="12" creationId="{3DAE1B6D-2CFA-3FDE-A7CF-200573EE8BB4}"/>
          </ac:spMkLst>
        </pc:spChg>
        <pc:spChg chg="add del">
          <ac:chgData name="이 은찬" userId="7171d596-a1e6-43c2-b263-57fdfdab9399" providerId="ADAL" clId="{84B8E845-A624-4E7E-AAB1-DF2C16F97486}" dt="2026-10-03T04:38:39.739" v="3566" actId="478"/>
          <ac:spMkLst>
            <pc:docMk/>
            <pc:sldMk cId="3275416914" sldId="281"/>
            <ac:spMk id="23" creationId="{B4A21C59-1C12-E2A6-960F-312D7CC901C7}"/>
          </ac:spMkLst>
        </pc:spChg>
        <pc:spChg chg="add mod">
          <ac:chgData name="이 은찬" userId="7171d596-a1e6-43c2-b263-57fdfdab9399" providerId="ADAL" clId="{84B8E845-A624-4E7E-AAB1-DF2C16F97486}" dt="2026-10-03T04:47:30.663" v="3730" actId="14100"/>
          <ac:spMkLst>
            <pc:docMk/>
            <pc:sldMk cId="3275416914" sldId="281"/>
            <ac:spMk id="24" creationId="{FCCE56FD-297A-849A-2BAD-510D32732CC6}"/>
          </ac:spMkLst>
        </pc:spChg>
        <pc:spChg chg="add mod">
          <ac:chgData name="이 은찬" userId="7171d596-a1e6-43c2-b263-57fdfdab9399" providerId="ADAL" clId="{84B8E845-A624-4E7E-AAB1-DF2C16F97486}" dt="2026-10-03T04:46:55.388" v="3721" actId="207"/>
          <ac:spMkLst>
            <pc:docMk/>
            <pc:sldMk cId="3275416914" sldId="281"/>
            <ac:spMk id="25" creationId="{189F49E4-04B5-DB26-6C32-073C067E8E55}"/>
          </ac:spMkLst>
        </pc:spChg>
        <pc:spChg chg="add mod">
          <ac:chgData name="이 은찬" userId="7171d596-a1e6-43c2-b263-57fdfdab9399" providerId="ADAL" clId="{84B8E845-A624-4E7E-AAB1-DF2C16F97486}" dt="2026-10-03T04:44:47.046" v="3672" actId="403"/>
          <ac:spMkLst>
            <pc:docMk/>
            <pc:sldMk cId="3275416914" sldId="281"/>
            <ac:spMk id="26" creationId="{02118CC7-83D2-D9CC-5A11-52970237AD5C}"/>
          </ac:spMkLst>
        </pc:spChg>
        <pc:spChg chg="add mod">
          <ac:chgData name="이 은찬" userId="7171d596-a1e6-43c2-b263-57fdfdab9399" providerId="ADAL" clId="{84B8E845-A624-4E7E-AAB1-DF2C16F97486}" dt="2026-10-03T04:46:45.330" v="3720" actId="207"/>
          <ac:spMkLst>
            <pc:docMk/>
            <pc:sldMk cId="3275416914" sldId="281"/>
            <ac:spMk id="27" creationId="{182A27A4-3F2B-5BF1-7E7D-A1C0E3FEF3FE}"/>
          </ac:spMkLst>
        </pc:spChg>
        <pc:spChg chg="add mod">
          <ac:chgData name="이 은찬" userId="7171d596-a1e6-43c2-b263-57fdfdab9399" providerId="ADAL" clId="{84B8E845-A624-4E7E-AAB1-DF2C16F97486}" dt="2026-10-03T04:47:19.053" v="3729" actId="20577"/>
          <ac:spMkLst>
            <pc:docMk/>
            <pc:sldMk cId="3275416914" sldId="281"/>
            <ac:spMk id="28" creationId="{236F3397-5680-7E47-CA05-0EE0B2A0315F}"/>
          </ac:spMkLst>
        </pc:spChg>
        <pc:spChg chg="add mod">
          <ac:chgData name="이 은찬" userId="7171d596-a1e6-43c2-b263-57fdfdab9399" providerId="ADAL" clId="{84B8E845-A624-4E7E-AAB1-DF2C16F97486}" dt="2026-10-03T04:44:01.560" v="3634" actId="20577"/>
          <ac:spMkLst>
            <pc:docMk/>
            <pc:sldMk cId="3275416914" sldId="281"/>
            <ac:spMk id="29" creationId="{7BC62C5B-7AB0-D4E6-9D76-244A6FEB57D7}"/>
          </ac:spMkLst>
        </pc:spChg>
        <pc:spChg chg="add mod">
          <ac:chgData name="이 은찬" userId="7171d596-a1e6-43c2-b263-57fdfdab9399" providerId="ADAL" clId="{84B8E845-A624-4E7E-AAB1-DF2C16F97486}" dt="2026-10-03T04:47:15.934" v="3726" actId="20577"/>
          <ac:spMkLst>
            <pc:docMk/>
            <pc:sldMk cId="3275416914" sldId="281"/>
            <ac:spMk id="30" creationId="{29BCB23A-8076-7A4D-444F-E2B5469B25D7}"/>
          </ac:spMkLst>
        </pc:spChg>
        <pc:spChg chg="add mod">
          <ac:chgData name="이 은찬" userId="7171d596-a1e6-43c2-b263-57fdfdab9399" providerId="ADAL" clId="{84B8E845-A624-4E7E-AAB1-DF2C16F97486}" dt="2026-10-03T04:44:05.677" v="3644" actId="20577"/>
          <ac:spMkLst>
            <pc:docMk/>
            <pc:sldMk cId="3275416914" sldId="281"/>
            <ac:spMk id="31" creationId="{B0E5AF6D-9799-FD53-844C-2BC68F91F708}"/>
          </ac:spMkLst>
        </pc:spChg>
        <pc:spChg chg="add mod">
          <ac:chgData name="이 은찬" userId="7171d596-a1e6-43c2-b263-57fdfdab9399" providerId="ADAL" clId="{84B8E845-A624-4E7E-AAB1-DF2C16F97486}" dt="2026-10-03T04:44:59.642" v="3683" actId="403"/>
          <ac:spMkLst>
            <pc:docMk/>
            <pc:sldMk cId="3275416914" sldId="281"/>
            <ac:spMk id="32" creationId="{A4D7C7D0-34E7-8911-C4E6-B4C6DED30E9F}"/>
          </ac:spMkLst>
        </pc:spChg>
        <pc:spChg chg="add mod">
          <ac:chgData name="이 은찬" userId="7171d596-a1e6-43c2-b263-57fdfdab9399" providerId="ADAL" clId="{84B8E845-A624-4E7E-AAB1-DF2C16F97486}" dt="2026-10-03T04:44:09.586" v="3654" actId="20577"/>
          <ac:spMkLst>
            <pc:docMk/>
            <pc:sldMk cId="3275416914" sldId="281"/>
            <ac:spMk id="33" creationId="{2CB1EEF5-23A7-4958-E574-01AB589EAE5E}"/>
          </ac:spMkLst>
        </pc:spChg>
        <pc:spChg chg="add mod">
          <ac:chgData name="이 은찬" userId="7171d596-a1e6-43c2-b263-57fdfdab9399" providerId="ADAL" clId="{84B8E845-A624-4E7E-AAB1-DF2C16F97486}" dt="2026-10-03T04:45:13.391" v="3691" actId="20577"/>
          <ac:spMkLst>
            <pc:docMk/>
            <pc:sldMk cId="3275416914" sldId="281"/>
            <ac:spMk id="34" creationId="{4AA2F223-E488-D59C-2389-538F05A7FDDB}"/>
          </ac:spMkLst>
        </pc:spChg>
        <pc:spChg chg="add mod">
          <ac:chgData name="이 은찬" userId="7171d596-a1e6-43c2-b263-57fdfdab9399" providerId="ADAL" clId="{84B8E845-A624-4E7E-AAB1-DF2C16F97486}" dt="2026-10-03T04:44:12.953" v="3664" actId="20577"/>
          <ac:spMkLst>
            <pc:docMk/>
            <pc:sldMk cId="3275416914" sldId="281"/>
            <ac:spMk id="35" creationId="{FA21F3C9-8924-D3A6-7424-0EAA0361E617}"/>
          </ac:spMkLst>
        </pc:spChg>
        <pc:spChg chg="add mod">
          <ac:chgData name="이 은찬" userId="7171d596-a1e6-43c2-b263-57fdfdab9399" providerId="ADAL" clId="{84B8E845-A624-4E7E-AAB1-DF2C16F97486}" dt="2026-10-03T04:45:16.173" v="3693" actId="20577"/>
          <ac:spMkLst>
            <pc:docMk/>
            <pc:sldMk cId="3275416914" sldId="281"/>
            <ac:spMk id="36" creationId="{4C835F98-491C-DF8D-DD36-519C20AD7AFF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96" creationId="{00000000-0000-0000-0000-000000000000}"/>
          </ac:spMkLst>
        </pc:spChg>
        <pc:grpChg chg="add del">
          <ac:chgData name="이 은찬" userId="7171d596-a1e6-43c2-b263-57fdfdab9399" providerId="ADAL" clId="{84B8E845-A624-4E7E-AAB1-DF2C16F97486}" dt="2026-10-03T04:39:29.190" v="3579" actId="478"/>
          <ac:grpSpMkLst>
            <pc:docMk/>
            <pc:sldMk cId="3275416914" sldId="281"/>
            <ac:grpSpMk id="4" creationId="{62981F9E-D36F-D0A9-4E5D-A1B944E73136}"/>
          </ac:grpSpMkLst>
        </pc:grpChg>
        <pc:grpChg chg="add del">
          <ac:chgData name="이 은찬" userId="7171d596-a1e6-43c2-b263-57fdfdab9399" providerId="ADAL" clId="{84B8E845-A624-4E7E-AAB1-DF2C16F97486}" dt="2026-10-03T04:38:37.951" v="3565" actId="478"/>
          <ac:grpSpMkLst>
            <pc:docMk/>
            <pc:sldMk cId="3275416914" sldId="281"/>
            <ac:grpSpMk id="13" creationId="{D317BD3F-3C26-91F2-0113-ED2108B9280E}"/>
          </ac:grpSpMkLst>
        </pc:grpChg>
        <pc:grpChg chg="add del">
          <ac:chgData name="이 은찬" userId="7171d596-a1e6-43c2-b263-57fdfdab9399" providerId="ADAL" clId="{84B8E845-A624-4E7E-AAB1-DF2C16F97486}" dt="2026-10-03T04:38:35.618" v="3564" actId="478"/>
          <ac:grpSpMkLst>
            <pc:docMk/>
            <pc:sldMk cId="3275416914" sldId="281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4:39:24.900" v="3578" actId="1076"/>
          <ac:grpSpMkLst>
            <pc:docMk/>
            <pc:sldMk cId="3275416914" sldId="281"/>
            <ac:grpSpMk id="39" creationId="{72026D21-8B8F-E0F6-B9F0-CDC961888705}"/>
          </ac:grpSpMkLst>
        </pc:grpChg>
        <pc:cxnChg chg="add mod">
          <ac:chgData name="이 은찬" userId="7171d596-a1e6-43c2-b263-57fdfdab9399" providerId="ADAL" clId="{84B8E845-A624-4E7E-AAB1-DF2C16F97486}" dt="2026-10-03T04:39:04.033" v="3573" actId="164"/>
          <ac:cxnSpMkLst>
            <pc:docMk/>
            <pc:sldMk cId="3275416914" sldId="281"/>
            <ac:cxnSpMk id="11" creationId="{C204D306-C8A9-16A3-ADA8-711CF0A3CFC4}"/>
          </ac:cxnSpMkLst>
        </pc:cxnChg>
      </pc:sldChg>
      <pc:sldChg chg="addSp delSp modSp add del mod">
        <pc:chgData name="이 은찬" userId="7171d596-a1e6-43c2-b263-57fdfdab9399" providerId="ADAL" clId="{84B8E845-A624-4E7E-AAB1-DF2C16F97486}" dt="2026-10-03T05:10:11.435" v="3961" actId="47"/>
        <pc:sldMkLst>
          <pc:docMk/>
          <pc:sldMk cId="2028993834" sldId="282"/>
        </pc:sldMkLst>
        <pc:spChg chg="del topLvl">
          <ac:chgData name="이 은찬" userId="7171d596-a1e6-43c2-b263-57fdfdab9399" providerId="ADAL" clId="{84B8E845-A624-4E7E-AAB1-DF2C16F97486}" dt="2026-10-03T04:39:57.034" v="3582" actId="478"/>
          <ac:spMkLst>
            <pc:docMk/>
            <pc:sldMk cId="2028993834" sldId="282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4" creationId="{4DEDECC4-F0F2-F590-E60E-D7D89230193A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5" creationId="{5BB8490A-0633-12AA-F3CB-AAE69D0CA235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6" creationId="{FB07EC53-B808-11FC-0E4F-209E109FC079}"/>
          </ac:spMkLst>
        </pc:spChg>
        <pc:spChg chg="add mod">
          <ac:chgData name="이 은찬" userId="7171d596-a1e6-43c2-b263-57fdfdab9399" providerId="ADAL" clId="{84B8E845-A624-4E7E-AAB1-DF2C16F97486}" dt="2026-10-03T04:40:02.796" v="3589" actId="571"/>
          <ac:spMkLst>
            <pc:docMk/>
            <pc:sldMk cId="2028993834" sldId="282"/>
            <ac:spMk id="27" creationId="{4C3FFFC1-414A-6C3E-7177-72CF68C2CA8A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0" creationId="{D17875E5-CF89-D8E4-8D77-5A5DE4957A9D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1" creationId="{E5D02110-D630-EED9-B838-70CCFB95BFEE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2" creationId="{2059A679-4379-070A-0691-125BF7F91FE8}"/>
          </ac:spMkLst>
        </pc:spChg>
        <pc:spChg chg="mod">
          <ac:chgData name="이 은찬" userId="7171d596-a1e6-43c2-b263-57fdfdab9399" providerId="ADAL" clId="{84B8E845-A624-4E7E-AAB1-DF2C16F97486}" dt="2026-10-03T04:40:13.841" v="3593"/>
          <ac:spMkLst>
            <pc:docMk/>
            <pc:sldMk cId="2028993834" sldId="282"/>
            <ac:spMk id="35" creationId="{1D6884AA-93EF-932B-31B7-96F7A81BEB42}"/>
          </ac:spMkLst>
        </pc:spChg>
        <pc:spChg chg="mod">
          <ac:chgData name="이 은찬" userId="7171d596-a1e6-43c2-b263-57fdfdab9399" providerId="ADAL" clId="{84B8E845-A624-4E7E-AAB1-DF2C16F97486}" dt="2026-10-03T04:40:03.311" v="3590"/>
          <ac:spMkLst>
            <pc:docMk/>
            <pc:sldMk cId="2028993834" sldId="282"/>
            <ac:spMk id="36" creationId="{C6388C3A-723F-EF6D-6850-34CD018EABA9}"/>
          </ac:spMkLst>
        </pc:spChg>
        <pc:spChg chg="mod">
          <ac:chgData name="이 은찬" userId="7171d596-a1e6-43c2-b263-57fdfdab9399" providerId="ADAL" clId="{84B8E845-A624-4E7E-AAB1-DF2C16F97486}" dt="2026-10-03T04:40:06.756" v="3592" actId="20577"/>
          <ac:spMkLst>
            <pc:docMk/>
            <pc:sldMk cId="2028993834" sldId="282"/>
            <ac:spMk id="37" creationId="{463F5ECC-A4CE-2ACE-D617-6B4A26C94900}"/>
          </ac:spMkLst>
        </pc:spChg>
        <pc:grpChg chg="del">
          <ac:chgData name="이 은찬" userId="7171d596-a1e6-43c2-b263-57fdfdab9399" providerId="ADAL" clId="{84B8E845-A624-4E7E-AAB1-DF2C16F97486}" dt="2026-10-03T04:39:57.034" v="3582" actId="478"/>
          <ac:grpSpMkLst>
            <pc:docMk/>
            <pc:sldMk cId="2028993834" sldId="282"/>
            <ac:grpSpMk id="4" creationId="{62981F9E-D36F-D0A9-4E5D-A1B944E73136}"/>
          </ac:grpSpMkLst>
        </pc:grpChg>
        <pc:grpChg chg="del topLvl">
          <ac:chgData name="이 은찬" userId="7171d596-a1e6-43c2-b263-57fdfdab9399" providerId="ADAL" clId="{84B8E845-A624-4E7E-AAB1-DF2C16F97486}" dt="2026-10-03T04:40:00.511" v="3584" actId="478"/>
          <ac:grpSpMkLst>
            <pc:docMk/>
            <pc:sldMk cId="2028993834" sldId="282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1" creationId="{378D6E10-82BF-A4E4-D585-F0AF3DEB9A7B}"/>
          </ac:grpSpMkLst>
        </pc:grpChg>
        <pc:grpChg chg="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2" creationId="{EE8AEC74-4DBC-76B5-48EF-CC96667BB85A}"/>
          </ac:grpSpMkLst>
        </pc:grpChg>
        <pc:grpChg chg="add 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8" creationId="{D26A4B4A-ADEF-77A6-0888-F406B1B69496}"/>
          </ac:grpSpMkLst>
        </pc:grpChg>
        <pc:grpChg chg="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9" creationId="{6CEAD177-7FA5-860F-823B-01BE1B4491C5}"/>
          </ac:grpSpMkLst>
        </pc:grpChg>
        <pc:grpChg chg="add 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3" creationId="{1C926648-1DE9-F4EF-F21D-8E13344EF107}"/>
          </ac:grpSpMkLst>
        </pc:grpChg>
        <pc:grpChg chg="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4" creationId="{56ECAC20-9813-A966-C222-59C8AC8FC934}"/>
          </ac:grpSpMkLst>
        </pc:grpChg>
      </pc:sldChg>
      <pc:sldChg chg="addSp delSp modSp add mod">
        <pc:chgData name="이 은찬" userId="7171d596-a1e6-43c2-b263-57fdfdab9399" providerId="ADAL" clId="{84B8E845-A624-4E7E-AAB1-DF2C16F97486}" dt="2026-10-03T06:36:40.369" v="4766" actId="207"/>
        <pc:sldMkLst>
          <pc:docMk/>
          <pc:sldMk cId="0" sldId="283"/>
        </pc:sldMkLst>
        <pc:spChg chg="mod">
          <ac:chgData name="이 은찬" userId="7171d596-a1e6-43c2-b263-57fdfdab9399" providerId="ADAL" clId="{84B8E845-A624-4E7E-AAB1-DF2C16F97486}" dt="2026-10-03T05:07:49.554" v="3804" actId="20577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6:36:40.369" v="4766" actId="207"/>
          <ac:spMkLst>
            <pc:docMk/>
            <pc:sldMk cId="0" sldId="283"/>
            <ac:spMk id="4" creationId="{BBE7FE75-2E23-0C91-04F6-0F3CC49ED665}"/>
          </ac:spMkLst>
        </pc:spChg>
        <pc:spChg chg="add del mod">
          <ac:chgData name="이 은찬" userId="7171d596-a1e6-43c2-b263-57fdfdab9399" providerId="ADAL" clId="{84B8E845-A624-4E7E-AAB1-DF2C16F97486}" dt="2026-10-03T06:34:13.039" v="4693" actId="478"/>
          <ac:spMkLst>
            <pc:docMk/>
            <pc:sldMk cId="0" sldId="283"/>
            <ac:spMk id="5" creationId="{F403D3C2-2335-91DC-4944-4003E432374C}"/>
          </ac:spMkLst>
        </pc:spChg>
        <pc:spChg chg="add del mod">
          <ac:chgData name="이 은찬" userId="7171d596-a1e6-43c2-b263-57fdfdab9399" providerId="ADAL" clId="{84B8E845-A624-4E7E-AAB1-DF2C16F97486}" dt="2026-10-03T06:34:46.806" v="4702" actId="478"/>
          <ac:spMkLst>
            <pc:docMk/>
            <pc:sldMk cId="0" sldId="283"/>
            <ac:spMk id="6" creationId="{06D9614D-1A7A-9945-A50D-3AE1FD00D903}"/>
          </ac:spMkLst>
        </pc:spChg>
        <pc:spChg chg="add del mod">
          <ac:chgData name="이 은찬" userId="7171d596-a1e6-43c2-b263-57fdfdab9399" providerId="ADAL" clId="{84B8E845-A624-4E7E-AAB1-DF2C16F97486}" dt="2026-10-03T06:34:39.557" v="4697" actId="478"/>
          <ac:spMkLst>
            <pc:docMk/>
            <pc:sldMk cId="0" sldId="283"/>
            <ac:spMk id="7" creationId="{999696EF-1DD7-238B-0342-B8EDFE4E961E}"/>
          </ac:spMkLst>
        </pc:spChg>
        <pc:spChg chg="add del mod">
          <ac:chgData name="이 은찬" userId="7171d596-a1e6-43c2-b263-57fdfdab9399" providerId="ADAL" clId="{84B8E845-A624-4E7E-AAB1-DF2C16F97486}" dt="2026-10-03T06:34:45.600" v="4701" actId="478"/>
          <ac:spMkLst>
            <pc:docMk/>
            <pc:sldMk cId="0" sldId="283"/>
            <ac:spMk id="10" creationId="{73B5D0D2-EA3F-E050-8C67-1122F52EDA49}"/>
          </ac:spMkLst>
        </pc:spChg>
        <pc:spChg chg="add del mod">
          <ac:chgData name="이 은찬" userId="7171d596-a1e6-43c2-b263-57fdfdab9399" providerId="ADAL" clId="{84B8E845-A624-4E7E-AAB1-DF2C16F97486}" dt="2026-10-03T06:34:43.878" v="4700" actId="478"/>
          <ac:spMkLst>
            <pc:docMk/>
            <pc:sldMk cId="0" sldId="283"/>
            <ac:spMk id="12" creationId="{BEA85094-0497-9D7B-3A0F-6571CA1BA007}"/>
          </ac:spMkLst>
        </pc:spChg>
        <pc:spChg chg="add del mod">
          <ac:chgData name="이 은찬" userId="7171d596-a1e6-43c2-b263-57fdfdab9399" providerId="ADAL" clId="{84B8E845-A624-4E7E-AAB1-DF2C16F97486}" dt="2026-10-03T06:34:42.472" v="4699" actId="478"/>
          <ac:spMkLst>
            <pc:docMk/>
            <pc:sldMk cId="0" sldId="283"/>
            <ac:spMk id="14" creationId="{73586451-7471-92B0-2169-39011519C6C2}"/>
          </ac:spMkLst>
        </pc:spChg>
        <pc:spChg chg="add del mod">
          <ac:chgData name="이 은찬" userId="7171d596-a1e6-43c2-b263-57fdfdab9399" providerId="ADAL" clId="{84B8E845-A624-4E7E-AAB1-DF2C16F97486}" dt="2026-10-03T06:34:40.877" v="4698" actId="478"/>
          <ac:spMkLst>
            <pc:docMk/>
            <pc:sldMk cId="0" sldId="283"/>
            <ac:spMk id="16" creationId="{796D08B6-106F-CD57-6714-10D685FE25C6}"/>
          </ac:spMkLst>
        </pc:spChg>
        <pc:spChg chg="add mod">
          <ac:chgData name="이 은찬" userId="7171d596-a1e6-43c2-b263-57fdfdab9399" providerId="ADAL" clId="{84B8E845-A624-4E7E-AAB1-DF2C16F97486}" dt="2026-10-03T06:36:25.169" v="4765" actId="20577"/>
          <ac:spMkLst>
            <pc:docMk/>
            <pc:sldMk cId="0" sldId="283"/>
            <ac:spMk id="18" creationId="{1190AE18-0900-A828-1F58-9A19E59A07F5}"/>
          </ac:spMkLst>
        </pc:spChg>
        <pc:spChg chg="add mod">
          <ac:chgData name="이 은찬" userId="7171d596-a1e6-43c2-b263-57fdfdab9399" providerId="ADAL" clId="{84B8E845-A624-4E7E-AAB1-DF2C16F97486}" dt="2026-10-03T06:35:56.952" v="4730" actId="20577"/>
          <ac:spMkLst>
            <pc:docMk/>
            <pc:sldMk cId="0" sldId="283"/>
            <ac:spMk id="20" creationId="{120C9BE9-BE65-9E95-A06F-21B7C5C04DB8}"/>
          </ac:spMkLst>
        </pc:spChg>
        <pc:spChg chg="add mod">
          <ac:chgData name="이 은찬" userId="7171d596-a1e6-43c2-b263-57fdfdab9399" providerId="ADAL" clId="{84B8E845-A624-4E7E-AAB1-DF2C16F97486}" dt="2026-10-03T06:36:02.951" v="4737" actId="20577"/>
          <ac:spMkLst>
            <pc:docMk/>
            <pc:sldMk cId="0" sldId="283"/>
            <ac:spMk id="22" creationId="{2C270440-D40B-364B-8BEE-F08A6EE3A51A}"/>
          </ac:spMkLst>
        </pc:spChg>
        <pc:spChg chg="add mod">
          <ac:chgData name="이 은찬" userId="7171d596-a1e6-43c2-b263-57fdfdab9399" providerId="ADAL" clId="{84B8E845-A624-4E7E-AAB1-DF2C16F97486}" dt="2026-10-03T06:36:06.808" v="4744" actId="20577"/>
          <ac:spMkLst>
            <pc:docMk/>
            <pc:sldMk cId="0" sldId="283"/>
            <ac:spMk id="23" creationId="{3E968277-2D3A-8AD5-F027-647F2A1857A9}"/>
          </ac:spMkLst>
        </pc:spChg>
        <pc:spChg chg="add mod">
          <ac:chgData name="이 은찬" userId="7171d596-a1e6-43c2-b263-57fdfdab9399" providerId="ADAL" clId="{84B8E845-A624-4E7E-AAB1-DF2C16F97486}" dt="2026-10-03T05:46:34.845" v="4256" actId="1076"/>
          <ac:spMkLst>
            <pc:docMk/>
            <pc:sldMk cId="0" sldId="283"/>
            <ac:spMk id="25" creationId="{923CEA3C-687A-33A9-F268-DAD19E2A567F}"/>
          </ac:spMkLst>
        </pc:spChg>
        <pc:spChg chg="add mod">
          <ac:chgData name="이 은찬" userId="7171d596-a1e6-43c2-b263-57fdfdab9399" providerId="ADAL" clId="{84B8E845-A624-4E7E-AAB1-DF2C16F97486}" dt="2026-10-03T06:36:10.485" v="4749" actId="20577"/>
          <ac:spMkLst>
            <pc:docMk/>
            <pc:sldMk cId="0" sldId="283"/>
            <ac:spMk id="26" creationId="{FC4F26A3-B3FF-1B7F-5E5F-7B63B6C5BF50}"/>
          </ac:spMkLst>
        </pc:spChg>
        <pc:spChg chg="add mod">
          <ac:chgData name="이 은찬" userId="7171d596-a1e6-43c2-b263-57fdfdab9399" providerId="ADAL" clId="{84B8E845-A624-4E7E-AAB1-DF2C16F97486}" dt="2026-10-03T06:36:18.241" v="4758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84B8E845-A624-4E7E-AAB1-DF2C16F97486}" dt="2026-10-03T05:48:28.932" v="4280" actId="408"/>
          <ac:spMkLst>
            <pc:docMk/>
            <pc:sldMk cId="0" sldId="283"/>
            <ac:spMk id="96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5:08:32.304" v="3946" actId="478"/>
          <ac:spMkLst>
            <pc:docMk/>
            <pc:sldMk cId="0" sldId="283"/>
            <ac:spMk id="97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1:24.216" v="4176" actId="478"/>
          <ac:spMkLst>
            <pc:docMk/>
            <pc:sldMk cId="0" sldId="283"/>
            <ac:spMk id="98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0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22.006" v="4428" actId="478"/>
          <ac:spMkLst>
            <pc:docMk/>
            <pc:sldMk cId="0" sldId="283"/>
            <ac:spMk id="10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2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7.215" v="4429" actId="478"/>
          <ac:spMkLst>
            <pc:docMk/>
            <pc:sldMk cId="0" sldId="283"/>
            <ac:spMk id="103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4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8.887" v="4430" actId="478"/>
          <ac:spMkLst>
            <pc:docMk/>
            <pc:sldMk cId="0" sldId="283"/>
            <ac:spMk id="105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6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0.208" v="4431" actId="478"/>
          <ac:spMkLst>
            <pc:docMk/>
            <pc:sldMk cId="0" sldId="283"/>
            <ac:spMk id="107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1.466" v="4432" actId="478"/>
          <ac:spMkLst>
            <pc:docMk/>
            <pc:sldMk cId="0" sldId="283"/>
            <ac:spMk id="109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0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2.791" v="4433" actId="478"/>
          <ac:spMkLst>
            <pc:docMk/>
            <pc:sldMk cId="0" sldId="283"/>
            <ac:spMk id="11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2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19.488" v="4427" actId="478"/>
          <ac:spMkLst>
            <pc:docMk/>
            <pc:sldMk cId="0" sldId="283"/>
            <ac:spMk id="113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3:43.899" v="4194" actId="478"/>
          <ac:spMkLst>
            <pc:docMk/>
            <pc:sldMk cId="0" sldId="283"/>
            <ac:spMk id="114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11:09.146" v="4387" actId="165"/>
          <ac:grpSpMkLst>
            <pc:docMk/>
            <pc:sldMk cId="0" sldId="283"/>
            <ac:grpSpMk id="4" creationId="{781779D4-23B5-8B43-1ADF-6FC71614F71D}"/>
          </ac:grpSpMkLst>
        </pc:grpChg>
        <pc:graphicFrameChg chg="add mod">
          <ac:chgData name="이 은찬" userId="7171d596-a1e6-43c2-b263-57fdfdab9399" providerId="ADAL" clId="{84B8E845-A624-4E7E-AAB1-DF2C16F97486}" dt="2026-10-03T05:44:17.585" v="4200"/>
          <ac:graphicFrameMkLst>
            <pc:docMk/>
            <pc:sldMk cId="0" sldId="283"/>
            <ac:graphicFrameMk id="26" creationId="{C808AFEC-8480-D470-268C-D7CF28D6807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4:59.900" v="4239"/>
          <ac:graphicFrameMkLst>
            <pc:docMk/>
            <pc:sldMk cId="0" sldId="283"/>
            <ac:graphicFrameMk id="27" creationId="{4E462057-F1DB-472C-E874-89D8896ED86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04.653" v="4240"/>
          <ac:graphicFrameMkLst>
            <pc:docMk/>
            <pc:sldMk cId="0" sldId="283"/>
            <ac:graphicFrameMk id="28" creationId="{C5735B53-4114-B9B3-F41A-CB28FDD22437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43.081" v="4251"/>
          <ac:graphicFrameMkLst>
            <pc:docMk/>
            <pc:sldMk cId="0" sldId="283"/>
            <ac:graphicFrameMk id="29" creationId="{0B5F5D95-E3D9-C7C4-66B3-47507139C449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50.040" v="4252"/>
          <ac:graphicFrameMkLst>
            <pc:docMk/>
            <pc:sldMk cId="0" sldId="283"/>
            <ac:graphicFrameMk id="30" creationId="{E802B664-35D7-628D-E252-315B80019EBC}"/>
          </ac:graphicFrameMkLst>
        </pc:graphicFrameChg>
        <pc:picChg chg="add mod">
          <ac:chgData name="이 은찬" userId="7171d596-a1e6-43c2-b263-57fdfdab9399" providerId="ADAL" clId="{84B8E845-A624-4E7E-AAB1-DF2C16F97486}" dt="2026-10-03T05:39:22.017" v="4147" actId="14100"/>
          <ac:picMkLst>
            <pc:docMk/>
            <pc:sldMk cId="0" sldId="283"/>
            <ac:picMk id="6" creationId="{F75918B0-6272-523C-B47E-EA43FE1FE1E2}"/>
          </ac:picMkLst>
        </pc:picChg>
        <pc:picChg chg="add mod">
          <ac:chgData name="이 은찬" userId="7171d596-a1e6-43c2-b263-57fdfdab9399" providerId="ADAL" clId="{84B8E845-A624-4E7E-AAB1-DF2C16F97486}" dt="2026-10-03T05:48:40.737" v="4282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84B8E845-A624-4E7E-AAB1-DF2C16F97486}" dt="2026-10-03T05:48:46.566" v="4283"/>
          <ac:picMkLst>
            <pc:docMk/>
            <pc:sldMk cId="0" sldId="283"/>
            <ac:picMk id="11" creationId="{2A45240A-967E-5DDE-85B9-0E3683CD25C6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3" creationId="{D8F4C225-D12B-793F-5AE4-A66C69E36502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5" creationId="{E9A56EA5-FFDF-771C-C13B-6290377B09A0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7" creationId="{330F32C6-F35C-78BB-9343-3ED5FAF59B81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9" creationId="{5F8E921A-7829-0BD1-F3C9-B93975F1AA08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21" creationId="{C697346D-28B4-79AB-63DC-3F57536209AB}"/>
          </ac:picMkLst>
        </pc:picChg>
        <pc:picChg chg="add mod">
          <ac:chgData name="이 은찬" userId="7171d596-a1e6-43c2-b263-57fdfdab9399" providerId="ADAL" clId="{84B8E845-A624-4E7E-AAB1-DF2C16F97486}" dt="2026-10-03T05:40:30.322" v="4159"/>
          <ac:picMkLst>
            <pc:docMk/>
            <pc:sldMk cId="0" sldId="283"/>
            <ac:picMk id="22" creationId="{7AB53C97-86DE-1F9E-3753-4588A57D22FF}"/>
          </ac:picMkLst>
        </pc:picChg>
        <pc:picChg chg="add mod">
          <ac:chgData name="이 은찬" userId="7171d596-a1e6-43c2-b263-57fdfdab9399" providerId="ADAL" clId="{84B8E845-A624-4E7E-AAB1-DF2C16F97486}" dt="2026-10-03T06:12:01.160" v="4412" actId="1076"/>
          <ac:picMkLst>
            <pc:docMk/>
            <pc:sldMk cId="0" sldId="283"/>
            <ac:picMk id="24" creationId="{54612EE2-C4E5-CDEB-D56A-F0917584DCA1}"/>
          </ac:picMkLst>
        </pc:picChg>
        <pc:cxnChg chg="mod topLvl">
          <ac:chgData name="이 은찬" userId="7171d596-a1e6-43c2-b263-57fdfdab9399" providerId="ADAL" clId="{84B8E845-A624-4E7E-AAB1-DF2C16F97486}" dt="2026-10-03T06:11:09.146" v="4387" actId="165"/>
          <ac:cxnSpMkLst>
            <pc:docMk/>
            <pc:sldMk cId="0" sldId="283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84B8E845-A624-4E7E-AAB1-DF2C16F97486}" dt="2026-10-03T05:11:15.107" v="3968" actId="208"/>
        <pc:sldMkLst>
          <pc:docMk/>
          <pc:sldMk cId="618715306" sldId="284"/>
        </pc:sldMkLst>
        <pc:spChg chg="add mod">
          <ac:chgData name="이 은찬" userId="7171d596-a1e6-43c2-b263-57fdfdab9399" providerId="ADAL" clId="{84B8E845-A624-4E7E-AAB1-DF2C16F97486}" dt="2026-10-03T05:11:12.622" v="3967" actId="208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84B8E845-A624-4E7E-AAB1-DF2C16F97486}" dt="2026-10-03T05:10:59.422" v="3965" actId="207"/>
          <ac:spMkLst>
            <pc:docMk/>
            <pc:sldMk cId="618715306" sldId="284"/>
            <ac:spMk id="6" creationId="{7D2777C3-9A46-0578-BDE3-DF8BDE9BD195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84B8E845-A624-4E7E-AAB1-DF2C16F97486}" dt="2026-10-03T05:09:47.457" v="3957"/>
          <ac:spMkLst>
            <pc:docMk/>
            <pc:sldMk cId="618715306" sldId="284"/>
            <ac:spMk id="8" creationId="{00000000-0000-0000-0000-000000000000}"/>
          </ac:spMkLst>
        </pc:spChg>
        <pc:spChg chg="del topLvl">
          <ac:chgData name="이 은찬" userId="7171d596-a1e6-43c2-b263-57fdfdab9399" providerId="ADAL" clId="{84B8E845-A624-4E7E-AAB1-DF2C16F97486}" dt="2026-10-03T05:10:03.248" v="3958" actId="478"/>
          <ac:spMkLst>
            <pc:docMk/>
            <pc:sldMk cId="618715306" sldId="284"/>
            <ac:spMk id="15" creationId="{B23A71EE-1E52-98B7-A287-E26337A899E4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0" creationId="{779ACC18-372B-2603-8125-7B2C60DED3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1" creationId="{59B4D54A-BB2E-0E56-D21C-F9FC184913AC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3" creationId="{31DFE897-9EF6-0FEF-BFCE-6BAC1355BBF7}"/>
          </ac:spMkLst>
        </pc:spChg>
        <pc:spChg chg="mod">
          <ac:chgData name="이 은찬" userId="7171d596-a1e6-43c2-b263-57fdfdab9399" providerId="ADAL" clId="{84B8E845-A624-4E7E-AAB1-DF2C16F97486}" dt="2026-10-03T05:11:08.263" v="3966" actId="207"/>
          <ac:spMkLst>
            <pc:docMk/>
            <pc:sldMk cId="618715306" sldId="284"/>
            <ac:spMk id="24" creationId="{7747F5F8-00DD-5C2C-FED1-A4FE2D3F1B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5" creationId="{46D5FF55-EBA0-C199-DA8C-3DC01F3E23A4}"/>
          </ac:spMkLst>
        </pc:spChg>
        <pc:spChg chg="add mod">
          <ac:chgData name="이 은찬" userId="7171d596-a1e6-43c2-b263-57fdfdab9399" providerId="ADAL" clId="{84B8E845-A624-4E7E-AAB1-DF2C16F97486}" dt="2026-10-03T05:11:15.107" v="3968" actId="20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9" creationId="{A62A6DE8-A1F9-6F73-ACB6-86786FD63B50}"/>
          </ac:spMkLst>
        </pc:spChg>
        <pc:spChg chg="mod">
          <ac:chgData name="이 은찬" userId="7171d596-a1e6-43c2-b263-57fdfdab9399" providerId="ADAL" clId="{84B8E845-A624-4E7E-AAB1-DF2C16F97486}" dt="2026-10-03T05:10:46.246" v="3963" actId="207"/>
          <ac:spMkLst>
            <pc:docMk/>
            <pc:sldMk cId="618715306" sldId="284"/>
            <ac:spMk id="30" creationId="{573A83BB-1A61-9D95-DEBB-9EC5C2AE102D}"/>
          </ac:spMkLst>
        </pc:spChg>
        <pc:spChg chg="mod">
          <ac:chgData name="이 은찬" userId="7171d596-a1e6-43c2-b263-57fdfdab9399" providerId="ADAL" clId="{84B8E845-A624-4E7E-AAB1-DF2C16F97486}" dt="2026-10-03T05:10:51.352" v="3964" actId="14100"/>
          <ac:spMkLst>
            <pc:docMk/>
            <pc:sldMk cId="618715306" sldId="284"/>
            <ac:spMk id="31" creationId="{C03F09F3-36C3-A1E2-BBA6-B2B1A807FCEE}"/>
          </ac:spMkLst>
        </pc:s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3" creationId="{547A2D70-E0C5-A0A3-3226-42C785AB5962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4" creationId="{06E10AD4-513B-9810-E56A-17531B0E3980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1" creationId="{99100149-24AC-4898-3D53-A24FB6379F7F}"/>
          </ac:grpSpMkLst>
        </pc:grpChg>
        <pc:grpChg chg="del">
          <ac:chgData name="이 은찬" userId="7171d596-a1e6-43c2-b263-57fdfdab9399" providerId="ADAL" clId="{84B8E845-A624-4E7E-AAB1-DF2C16F97486}" dt="2026-10-03T05:10:03.248" v="3958" actId="478"/>
          <ac:grpSpMkLst>
            <pc:docMk/>
            <pc:sldMk cId="618715306" sldId="284"/>
            <ac:grpSpMk id="13" creationId="{51D84E5A-6783-8811-184F-E76B7E2124FB}"/>
          </ac:grpSpMkLst>
        </pc:grpChg>
        <pc:grpChg chg="del topLvl">
          <ac:chgData name="이 은찬" userId="7171d596-a1e6-43c2-b263-57fdfdab9399" providerId="ADAL" clId="{84B8E845-A624-4E7E-AAB1-DF2C16F97486}" dt="2026-10-03T05:10:05.125" v="3959" actId="478"/>
          <ac:grpSpMkLst>
            <pc:docMk/>
            <pc:sldMk cId="618715306" sldId="284"/>
            <ac:grpSpMk id="14" creationId="{B1A69CEC-8D14-983A-3A63-AA5D4E93B377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8" creationId="{4ADADD15-04B4-9BA0-9ED3-25899C5FAB5D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7" creationId="{50E4FE5F-8FE3-5771-A904-D3CD8879301B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8" creationId="{6CC4276C-F362-57E7-BD70-B04C8C6620CB}"/>
          </ac:grpSpMkLst>
        </pc:grp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19" creationId="{CE12420A-C697-7461-8B1E-27DB346692D3}"/>
          </ac:picMkLst>
        </pc:pic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22" creationId="{539A5A42-F901-BC8B-82DB-F0BE9DDDCAAD}"/>
          </ac:picMkLst>
        </pc:picChg>
      </pc:sldChg>
      <pc:sldChg chg="delSp modSp add mod">
        <pc:chgData name="이 은찬" userId="7171d596-a1e6-43c2-b263-57fdfdab9399" providerId="ADAL" clId="{84B8E845-A624-4E7E-AAB1-DF2C16F97486}" dt="2026-10-03T06:21:42.201" v="4520" actId="20577"/>
        <pc:sldMkLst>
          <pc:docMk/>
          <pc:sldMk cId="265708773" sldId="285"/>
        </pc:sldMkLst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" creationId="{7FF98ABA-47D1-A5F4-9281-577DFA30E12E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4" creationId="{FA334E57-535E-D53B-C8AD-17A1D28241E4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5" creationId="{162C1998-3DCB-A03F-FB03-30BFD0A8433B}"/>
          </ac:spMkLst>
        </pc:spChg>
        <pc:spChg chg="mod">
          <ac:chgData name="이 은찬" userId="7171d596-a1e6-43c2-b263-57fdfdab9399" providerId="ADAL" clId="{84B8E845-A624-4E7E-AAB1-DF2C16F97486}" dt="2026-10-03T06:21:42.201" v="4520" actId="20577"/>
          <ac:spMkLst>
            <pc:docMk/>
            <pc:sldMk cId="265708773" sldId="285"/>
            <ac:spMk id="6" creationId="{0F0653A8-7BC0-4078-8379-318D8B1E7F45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5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7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2" creationId="{00000000-0000-0000-0000-000000000000}"/>
          </ac:spMkLst>
        </pc:sp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16" creationId="{00000000-0000-0000-0000-000000000000}"/>
          </ac:picMkLst>
        </pc:pic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20" creationId="{CF129326-65E2-B351-ED3A-4D3C7ED73678}"/>
          </ac:picMkLst>
        </pc:picChg>
      </pc:sldChg>
    </pc:docChg>
  </pc:docChgLst>
  <pc:docChgLst>
    <pc:chgData name="이 은찬" userId="7171d596-a1e6-43c2-b263-57fdfdab9399" providerId="ADAL" clId="{EC57FFA4-718A-4CE0-AF78-52E7B20E8B37}"/>
    <pc:docChg chg="undo redo custSel addSld delSld modSld">
      <pc:chgData name="이 은찬" userId="7171d596-a1e6-43c2-b263-57fdfdab9399" providerId="ADAL" clId="{EC57FFA4-718A-4CE0-AF78-52E7B20E8B37}" dt="2026-10-24T07:41:20.893" v="6694" actId="1035"/>
      <pc:docMkLst>
        <pc:docMk/>
      </pc:docMkLst>
      <pc:sldChg chg="delSp modSp mod">
        <pc:chgData name="이 은찬" userId="7171d596-a1e6-43c2-b263-57fdfdab9399" providerId="ADAL" clId="{EC57FFA4-718A-4CE0-AF78-52E7B20E8B37}" dt="2026-10-24T07:36:01.070" v="6629" actId="478"/>
        <pc:sldMkLst>
          <pc:docMk/>
          <pc:sldMk cId="2746174679" sldId="264"/>
        </pc:sldMkLst>
        <pc:spChg chg="del">
          <ac:chgData name="이 은찬" userId="7171d596-a1e6-43c2-b263-57fdfdab9399" providerId="ADAL" clId="{EC57FFA4-718A-4CE0-AF78-52E7B20E8B37}" dt="2026-10-24T07:36:01.070" v="6629" actId="478"/>
          <ac:spMkLst>
            <pc:docMk/>
            <pc:sldMk cId="2746174679" sldId="264"/>
            <ac:spMk id="3" creationId="{7FF98ABA-47D1-A5F4-9281-577DFA30E12E}"/>
          </ac:spMkLst>
        </pc:spChg>
        <pc:spChg chg="mod">
          <ac:chgData name="이 은찬" userId="7171d596-a1e6-43c2-b263-57fdfdab9399" providerId="ADAL" clId="{EC57FFA4-718A-4CE0-AF78-52E7B20E8B37}" dt="2026-10-03T23:46:38.517" v="33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EC57FFA4-718A-4CE0-AF78-52E7B20E8B37}" dt="2026-10-18T07:16:19.304" v="6603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EC57FFA4-718A-4CE0-AF78-52E7B20E8B37}" dt="2026-10-03T23:46:20.398" v="32"/>
          <ac:spMkLst>
            <pc:docMk/>
            <pc:sldMk cId="2746174679" sldId="264"/>
            <ac:spMk id="32" creationId="{00000000-0000-0000-0000-000000000000}"/>
          </ac:spMkLst>
        </pc:spChg>
        <pc:picChg chg="del">
          <ac:chgData name="이 은찬" userId="7171d596-a1e6-43c2-b263-57fdfdab9399" providerId="ADAL" clId="{EC57FFA4-718A-4CE0-AF78-52E7B20E8B37}" dt="2026-10-24T07:35:37.031" v="6627" actId="478"/>
          <ac:picMkLst>
            <pc:docMk/>
            <pc:sldMk cId="2746174679" sldId="264"/>
            <ac:picMk id="20" creationId="{CF129326-65E2-B351-ED3A-4D3C7ED73678}"/>
          </ac:picMkLst>
        </pc:picChg>
      </pc:sldChg>
      <pc:sldChg chg="modSp mod">
        <pc:chgData name="이 은찬" userId="7171d596-a1e6-43c2-b263-57fdfdab9399" providerId="ADAL" clId="{EC57FFA4-718A-4CE0-AF78-52E7B20E8B37}" dt="2026-10-04T00:16:40.982" v="1144"/>
        <pc:sldMkLst>
          <pc:docMk/>
          <pc:sldMk cId="1828356913" sldId="265"/>
        </pc:sldMkLst>
        <pc:spChg chg="mod">
          <ac:chgData name="이 은찬" userId="7171d596-a1e6-43c2-b263-57fdfdab9399" providerId="ADAL" clId="{EC57FFA4-718A-4CE0-AF78-52E7B20E8B37}" dt="2026-10-04T00:16:40.982" v="1144"/>
          <ac:spMkLst>
            <pc:docMk/>
            <pc:sldMk cId="1828356913" sldId="265"/>
            <ac:spMk id="3" creationId="{A0A52C7F-80DB-1F40-2637-9FB6949E0EB8}"/>
          </ac:spMkLst>
        </pc:spChg>
      </pc:sldChg>
      <pc:sldChg chg="delSp mod">
        <pc:chgData name="이 은찬" userId="7171d596-a1e6-43c2-b263-57fdfdab9399" providerId="ADAL" clId="{EC57FFA4-718A-4CE0-AF78-52E7B20E8B37}" dt="2026-10-24T07:35:39.829" v="6628" actId="478"/>
        <pc:sldMkLst>
          <pc:docMk/>
          <pc:sldMk cId="2661022117" sldId="270"/>
        </pc:sldMkLst>
        <pc:picChg chg="del">
          <ac:chgData name="이 은찬" userId="7171d596-a1e6-43c2-b263-57fdfdab9399" providerId="ADAL" clId="{EC57FFA4-718A-4CE0-AF78-52E7B20E8B37}" dt="2026-10-24T07:35:39.829" v="6628" actId="478"/>
          <ac:picMkLst>
            <pc:docMk/>
            <pc:sldMk cId="2661022117" sldId="270"/>
            <ac:picMk id="3" creationId="{888A0CB2-5A9D-FB97-20BE-35995711E5A6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0:18:06.568" v="1160" actId="1076"/>
        <pc:sldMkLst>
          <pc:docMk/>
          <pc:sldMk cId="1468056876" sldId="272"/>
        </pc:sldMkLst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4" creationId="{EF391994-E033-1444-F8CA-A8C337539D9A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7" creationId="{388AAC00-3A93-4F2F-5D3D-66538BCECAB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0" creationId="{CC173486-7A0A-688E-4F7F-0698B885C4FA}"/>
          </ac:spMkLst>
        </pc:spChg>
        <pc:spChg chg="mod">
          <ac:chgData name="이 은찬" userId="7171d596-a1e6-43c2-b263-57fdfdab9399" providerId="ADAL" clId="{EC57FFA4-718A-4CE0-AF78-52E7B20E8B37}" dt="2026-10-04T00:18:00.367" v="1159" actId="20577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2" creationId="{815A8C6B-E78B-9074-B9D6-C5A766CC4C4C}"/>
          </ac:spMkLst>
        </pc:spChg>
        <pc:spChg chg="mod">
          <ac:chgData name="이 은찬" userId="7171d596-a1e6-43c2-b263-57fdfdab9399" providerId="ADAL" clId="{EC57FFA4-718A-4CE0-AF78-52E7B20E8B37}" dt="2026-10-04T00:17:31.234" v="1149"/>
          <ac:spMkLst>
            <pc:docMk/>
            <pc:sldMk cId="1468056876" sldId="272"/>
            <ac:spMk id="23" creationId="{0806817B-6D1F-3C41-07FD-558851046103}"/>
          </ac:spMkLst>
        </pc:spChg>
        <pc:grpChg chg="add mod">
          <ac:chgData name="이 은찬" userId="7171d596-a1e6-43c2-b263-57fdfdab9399" providerId="ADAL" clId="{EC57FFA4-718A-4CE0-AF78-52E7B20E8B37}" dt="2026-10-04T00:18:06.568" v="1160" actId="1076"/>
          <ac:grpSpMkLst>
            <pc:docMk/>
            <pc:sldMk cId="1468056876" sldId="272"/>
            <ac:grpSpMk id="4" creationId="{330A77C4-F5AA-02C4-6F7B-12B05F426F6E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2" creationId="{5CDFAC48-5133-EE1C-AC5B-D1A34E95D9A0}"/>
          </ac:grpSpMkLst>
        </pc:grpChg>
        <pc:grpChg chg="del">
          <ac:chgData name="이 은찬" userId="7171d596-a1e6-43c2-b263-57fdfdab9399" providerId="ADAL" clId="{EC57FFA4-718A-4CE0-AF78-52E7B20E8B37}" dt="2026-10-04T00:17:19.031" v="1145" actId="478"/>
          <ac:grpSpMkLst>
            <pc:docMk/>
            <pc:sldMk cId="1468056876" sldId="272"/>
            <ac:grpSpMk id="16" creationId="{B289915A-2A60-08F2-7A82-411A80B14F98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8" creationId="{915128B9-48D0-F164-066D-472343792CDC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9" creationId="{EE75AE16-AC29-88D8-5B7B-65CD11EE131D}"/>
          </ac:grpSpMkLst>
        </pc:grpChg>
      </pc:sldChg>
      <pc:sldChg chg="addSp delSp modSp mod">
        <pc:chgData name="이 은찬" userId="7171d596-a1e6-43c2-b263-57fdfdab9399" providerId="ADAL" clId="{EC57FFA4-718A-4CE0-AF78-52E7B20E8B37}" dt="2026-10-18T07:16:46.730" v="6626" actId="20577"/>
        <pc:sldMkLst>
          <pc:docMk/>
          <pc:sldMk cId="0" sldId="283"/>
        </pc:sldMkLst>
        <pc:spChg chg="mod">
          <ac:chgData name="이 은찬" userId="7171d596-a1e6-43c2-b263-57fdfdab9399" providerId="ADAL" clId="{EC57FFA4-718A-4CE0-AF78-52E7B20E8B37}" dt="2026-10-18T07:16:26.195" v="6606" actId="20577"/>
          <ac:spMkLst>
            <pc:docMk/>
            <pc:sldMk cId="0" sldId="283"/>
            <ac:spMk id="4" creationId="{BBE7FE75-2E23-0C91-04F6-0F3CC49ED665}"/>
          </ac:spMkLst>
        </pc:spChg>
        <pc:spChg chg="mod">
          <ac:chgData name="이 은찬" userId="7171d596-a1e6-43c2-b263-57fdfdab9399" providerId="ADAL" clId="{EC57FFA4-718A-4CE0-AF78-52E7B20E8B37}" dt="2026-10-18T07:16:29.652" v="6609" actId="20577"/>
          <ac:spMkLst>
            <pc:docMk/>
            <pc:sldMk cId="0" sldId="283"/>
            <ac:spMk id="5" creationId="{A9987F09-2E70-65FA-07B9-57FDBAFFED31}"/>
          </ac:spMkLst>
        </pc:spChg>
        <pc:spChg chg="add del mod">
          <ac:chgData name="이 은찬" userId="7171d596-a1e6-43c2-b263-57fdfdab9399" providerId="ADAL" clId="{EC57FFA4-718A-4CE0-AF78-52E7B20E8B37}" dt="2026-10-03T23:45:03.436" v="30" actId="478"/>
          <ac:spMkLst>
            <pc:docMk/>
            <pc:sldMk cId="0" sldId="283"/>
            <ac:spMk id="6" creationId="{F3B39469-FA90-76C4-ADA2-C83FD970E51F}"/>
          </ac:spMkLst>
        </pc:spChg>
        <pc:spChg chg="del mod">
          <ac:chgData name="이 은찬" userId="7171d596-a1e6-43c2-b263-57fdfdab9399" providerId="ADAL" clId="{EC57FFA4-718A-4CE0-AF78-52E7B20E8B37}" dt="2026-10-03T23:43:40.181" v="17" actId="478"/>
          <ac:spMkLst>
            <pc:docMk/>
            <pc:sldMk cId="0" sldId="283"/>
            <ac:spMk id="10" creationId="{6D86CEE3-FA43-2D33-D305-1F16FA0F7982}"/>
          </ac:spMkLst>
        </pc:spChg>
        <pc:spChg chg="add del mod">
          <ac:chgData name="이 은찬" userId="7171d596-a1e6-43c2-b263-57fdfdab9399" providerId="ADAL" clId="{EC57FFA4-718A-4CE0-AF78-52E7B20E8B37}" dt="2026-10-03T23:45:05.070" v="31" actId="478"/>
          <ac:spMkLst>
            <pc:docMk/>
            <pc:sldMk cId="0" sldId="283"/>
            <ac:spMk id="12" creationId="{71A2DE20-2161-5281-C907-C244268356B2}"/>
          </ac:spMkLst>
        </pc:spChg>
        <pc:spChg chg="add mod">
          <ac:chgData name="이 은찬" userId="7171d596-a1e6-43c2-b263-57fdfdab9399" providerId="ADAL" clId="{EC57FFA4-718A-4CE0-AF78-52E7B20E8B37}" dt="2026-10-18T07:16:34.049" v="6612" actId="20577"/>
          <ac:spMkLst>
            <pc:docMk/>
            <pc:sldMk cId="0" sldId="283"/>
            <ac:spMk id="14" creationId="{7EC5DED1-05E4-E59A-8A3E-04BE6773E042}"/>
          </ac:spMkLst>
        </pc:spChg>
        <pc:spChg chg="mod">
          <ac:chgData name="이 은찬" userId="7171d596-a1e6-43c2-b263-57fdfdab9399" providerId="ADAL" clId="{EC57FFA4-718A-4CE0-AF78-52E7B20E8B37}" dt="2026-10-18T07:16:46.730" v="6626" actId="20577"/>
          <ac:spMkLst>
            <pc:docMk/>
            <pc:sldMk cId="0" sldId="283"/>
            <ac:spMk id="18" creationId="{1190AE18-0900-A828-1F58-9A19E59A07F5}"/>
          </ac:spMkLst>
        </pc:spChg>
        <pc:spChg chg="mod">
          <ac:chgData name="이 은찬" userId="7171d596-a1e6-43c2-b263-57fdfdab9399" providerId="ADAL" clId="{EC57FFA4-718A-4CE0-AF78-52E7B20E8B37}" dt="2026-10-18T07:16:37.377" v="6615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EC57FFA4-718A-4CE0-AF78-52E7B20E8B37}" dt="2026-10-04T03:16:58.801" v="6496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EC57FFA4-718A-4CE0-AF78-52E7B20E8B37}" dt="2026-10-18T07:16:40.211" v="6618" actId="20577"/>
          <ac:spMkLst>
            <pc:docMk/>
            <pc:sldMk cId="0" sldId="283"/>
            <ac:spMk id="26" creationId="{FC4F26A3-B3FF-1B7F-5E5F-7B63B6C5BF50}"/>
          </ac:spMkLst>
        </pc:spChg>
        <pc:spChg chg="mod">
          <ac:chgData name="이 은찬" userId="7171d596-a1e6-43c2-b263-57fdfdab9399" providerId="ADAL" clId="{EC57FFA4-718A-4CE0-AF78-52E7B20E8B37}" dt="2026-10-18T07:16:43.959" v="6623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EC57FFA4-718A-4CE0-AF78-52E7B20E8B37}" dt="2026-10-03T23:42:00.623" v="7" actId="207"/>
          <ac:spMkLst>
            <pc:docMk/>
            <pc:sldMk cId="0" sldId="283"/>
            <ac:spMk id="104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3T23:41:41.529" v="5" actId="207"/>
          <ac:spMkLst>
            <pc:docMk/>
            <pc:sldMk cId="0" sldId="283"/>
            <ac:spMk id="106" creationId="{00000000-0000-0000-0000-000000000000}"/>
          </ac:spMkLst>
        </pc:spChg>
        <pc:picChg chg="del">
          <ac:chgData name="이 은찬" userId="7171d596-a1e6-43c2-b263-57fdfdab9399" providerId="ADAL" clId="{EC57FFA4-718A-4CE0-AF78-52E7B20E8B37}" dt="2026-10-03T23:49:39.574" v="49" actId="478"/>
          <ac:picMkLst>
            <pc:docMk/>
            <pc:sldMk cId="0" sldId="283"/>
            <ac:picMk id="7" creationId="{CF6BB8E5-7A87-189C-0F3A-CBBEAF1178CA}"/>
          </ac:picMkLst>
        </pc:picChg>
        <pc:picChg chg="add mod">
          <ac:chgData name="이 은찬" userId="7171d596-a1e6-43c2-b263-57fdfdab9399" providerId="ADAL" clId="{EC57FFA4-718A-4CE0-AF78-52E7B20E8B37}" dt="2026-10-03T23:49:55.773" v="55" actId="1037"/>
          <ac:picMkLst>
            <pc:docMk/>
            <pc:sldMk cId="0" sldId="283"/>
            <ac:picMk id="10" creationId="{E6D62F07-BA29-5543-7794-DD3CAF78DD84}"/>
          </ac:picMkLst>
        </pc:picChg>
        <pc:picChg chg="mod">
          <ac:chgData name="이 은찬" userId="7171d596-a1e6-43c2-b263-57fdfdab9399" providerId="ADAL" clId="{EC57FFA4-718A-4CE0-AF78-52E7B20E8B37}" dt="2026-10-03T23:41:10.096" v="2"/>
          <ac:picMkLst>
            <pc:docMk/>
            <pc:sldMk cId="0" sldId="283"/>
            <ac:picMk id="15" creationId="{E9A56EA5-FFDF-771C-C13B-6290377B09A0}"/>
          </ac:picMkLst>
        </pc:picChg>
        <pc:picChg chg="mod">
          <ac:chgData name="이 은찬" userId="7171d596-a1e6-43c2-b263-57fdfdab9399" providerId="ADAL" clId="{EC57FFA4-718A-4CE0-AF78-52E7B20E8B37}" dt="2026-10-03T23:41:20.248" v="3"/>
          <ac:picMkLst>
            <pc:docMk/>
            <pc:sldMk cId="0" sldId="283"/>
            <ac:picMk id="17" creationId="{330F32C6-F35C-78BB-9343-3ED5FAF59B81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9:35:07.474" v="6569" actId="404"/>
        <pc:sldMkLst>
          <pc:docMk/>
          <pc:sldMk cId="2768174384" sldId="294"/>
        </pc:sldMkLst>
        <pc:spChg chg="mod">
          <ac:chgData name="이 은찬" userId="7171d596-a1e6-43c2-b263-57fdfdab9399" providerId="ADAL" clId="{EC57FFA4-718A-4CE0-AF78-52E7B20E8B37}" dt="2026-10-04T02:59:39.942" v="6349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EC57FFA4-718A-4CE0-AF78-52E7B20E8B37}" dt="2026-10-04T03:00:19.517" v="6351"/>
          <ac:spMkLst>
            <pc:docMk/>
            <pc:sldMk cId="2768174384" sldId="294"/>
            <ac:spMk id="4" creationId="{D0775802-5E93-981D-1C2B-2509E39EEE04}"/>
          </ac:spMkLst>
        </pc:spChg>
        <pc:spChg chg="add">
          <ac:chgData name="이 은찬" userId="7171d596-a1e6-43c2-b263-57fdfdab9399" providerId="ADAL" clId="{EC57FFA4-718A-4CE0-AF78-52E7B20E8B37}" dt="2026-10-04T03:00:29.294" v="6358"/>
          <ac:spMkLst>
            <pc:docMk/>
            <pc:sldMk cId="2768174384" sldId="294"/>
            <ac:spMk id="7" creationId="{AD482D4D-0A6E-1849-FFA1-50A2B6008D51}"/>
          </ac:spMkLst>
        </pc:spChg>
        <pc:spChg chg="mod">
          <ac:chgData name="이 은찬" userId="7171d596-a1e6-43c2-b263-57fdfdab9399" providerId="ADAL" clId="{EC57FFA4-718A-4CE0-AF78-52E7B20E8B37}" dt="2026-10-04T09:35:07.474" v="6569" actId="404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EC57FFA4-718A-4CE0-AF78-52E7B20E8B37}" dt="2026-10-04T03:00:26.633" v="6356" actId="14100"/>
          <ac:picMkLst>
            <pc:docMk/>
            <pc:sldMk cId="2768174384" sldId="294"/>
            <ac:picMk id="5" creationId="{74113643-6C4A-49C8-846E-E1903AA5FD12}"/>
          </ac:picMkLst>
        </pc:picChg>
        <pc:picChg chg="add del">
          <ac:chgData name="이 은찬" userId="7171d596-a1e6-43c2-b263-57fdfdab9399" providerId="ADAL" clId="{EC57FFA4-718A-4CE0-AF78-52E7B20E8B37}" dt="2026-10-04T03:00:58.474" v="6367" actId="478"/>
          <ac:picMkLst>
            <pc:docMk/>
            <pc:sldMk cId="2768174384" sldId="294"/>
            <ac:picMk id="6" creationId="{27585B87-8B58-C287-0541-8F0B665C8A7E}"/>
          </ac:picMkLst>
        </pc:picChg>
        <pc:picChg chg="add del mod modCrop">
          <ac:chgData name="이 은찬" userId="7171d596-a1e6-43c2-b263-57fdfdab9399" providerId="ADAL" clId="{EC57FFA4-718A-4CE0-AF78-52E7B20E8B37}" dt="2026-10-04T03:00:57.941" v="6366" actId="478"/>
          <ac:picMkLst>
            <pc:docMk/>
            <pc:sldMk cId="2768174384" sldId="294"/>
            <ac:picMk id="10" creationId="{91F48556-D53E-C119-8E5C-3FAD0CFD3464}"/>
          </ac:picMkLst>
        </pc:picChg>
        <pc:picChg chg="add mod">
          <ac:chgData name="이 은찬" userId="7171d596-a1e6-43c2-b263-57fdfdab9399" providerId="ADAL" clId="{EC57FFA4-718A-4CE0-AF78-52E7B20E8B37}" dt="2026-10-04T03:00:59.403" v="6368"/>
          <ac:picMkLst>
            <pc:docMk/>
            <pc:sldMk cId="2768174384" sldId="294"/>
            <ac:picMk id="11" creationId="{7CE3E1BB-D152-52CF-3944-94354C88F014}"/>
          </ac:picMkLst>
        </pc:picChg>
      </pc:sldChg>
      <pc:sldChg chg="addSp delSp modSp mod">
        <pc:chgData name="이 은찬" userId="7171d596-a1e6-43c2-b263-57fdfdab9399" providerId="ADAL" clId="{EC57FFA4-718A-4CE0-AF78-52E7B20E8B37}" dt="2026-10-24T07:37:18.156" v="6635" actId="14100"/>
        <pc:sldMkLst>
          <pc:docMk/>
          <pc:sldMk cId="3531049374" sldId="300"/>
        </pc:sldMkLst>
        <pc:spChg chg="mod">
          <ac:chgData name="이 은찬" userId="7171d596-a1e6-43c2-b263-57fdfdab9399" providerId="ADAL" clId="{EC57FFA4-718A-4CE0-AF78-52E7B20E8B37}" dt="2026-10-04T14:04:58.356" v="6585" actId="404"/>
          <ac:spMkLst>
            <pc:docMk/>
            <pc:sldMk cId="3531049374" sldId="300"/>
            <ac:spMk id="2" creationId="{00000000-0000-0000-0000-000000000000}"/>
          </ac:spMkLst>
        </pc:spChg>
        <pc:spChg chg="mod ord">
          <ac:chgData name="이 은찬" userId="7171d596-a1e6-43c2-b263-57fdfdab9399" providerId="ADAL" clId="{EC57FFA4-718A-4CE0-AF78-52E7B20E8B37}" dt="2026-10-24T07:37:18.156" v="6635" actId="14100"/>
          <ac:spMkLst>
            <pc:docMk/>
            <pc:sldMk cId="3531049374" sldId="300"/>
            <ac:spMk id="4" creationId="{77079039-266D-4F01-DD58-898AD18FF396}"/>
          </ac:spMkLst>
        </pc:spChg>
        <pc:spChg chg="add mod">
          <ac:chgData name="이 은찬" userId="7171d596-a1e6-43c2-b263-57fdfdab9399" providerId="ADAL" clId="{EC57FFA4-718A-4CE0-AF78-52E7B20E8B37}" dt="2026-10-04T09:34:13.704" v="6561"/>
          <ac:spMkLst>
            <pc:docMk/>
            <pc:sldMk cId="3531049374" sldId="300"/>
            <ac:spMk id="6" creationId="{A3FAC883-3B42-32AA-1DCE-FF2CAE8FB5A9}"/>
          </ac:spMkLst>
        </pc:spChg>
        <pc:spChg chg="add">
          <ac:chgData name="이 은찬" userId="7171d596-a1e6-43c2-b263-57fdfdab9399" providerId="ADAL" clId="{EC57FFA4-718A-4CE0-AF78-52E7B20E8B37}" dt="2026-10-03T23:54:38.987" v="273"/>
          <ac:spMkLst>
            <pc:docMk/>
            <pc:sldMk cId="3531049374" sldId="300"/>
            <ac:spMk id="6" creationId="{B8DB1B81-2586-D7E1-B9C5-35E716F4E0B9}"/>
          </ac:spMkLst>
        </pc:spChg>
        <pc:spChg chg="mod">
          <ac:chgData name="이 은찬" userId="7171d596-a1e6-43c2-b263-57fdfdab9399" providerId="ADAL" clId="{EC57FFA4-718A-4CE0-AF78-52E7B20E8B37}" dt="2026-10-03T23:55:30.431" v="292" actId="20577"/>
          <ac:spMkLst>
            <pc:docMk/>
            <pc:sldMk cId="3531049374" sldId="300"/>
            <ac:spMk id="14" creationId="{D8E5F600-0999-9422-1C3C-8299F3CA9C9E}"/>
          </ac:spMkLst>
        </pc:spChg>
        <pc:spChg chg="del">
          <ac:chgData name="이 은찬" userId="7171d596-a1e6-43c2-b263-57fdfdab9399" providerId="ADAL" clId="{EC57FFA4-718A-4CE0-AF78-52E7B20E8B37}" dt="2026-10-03T23:52:10.780" v="272" actId="478"/>
          <ac:spMkLst>
            <pc:docMk/>
            <pc:sldMk cId="3531049374" sldId="300"/>
            <ac:spMk id="19" creationId="{FC516952-95E7-E5F8-6494-6D0DE03BD80B}"/>
          </ac:spMkLst>
        </pc:spChg>
        <pc:spChg chg="del">
          <ac:chgData name="이 은찬" userId="7171d596-a1e6-43c2-b263-57fdfdab9399" providerId="ADAL" clId="{EC57FFA4-718A-4CE0-AF78-52E7B20E8B37}" dt="2026-10-03T23:52:09.591" v="271" actId="478"/>
          <ac:spMkLst>
            <pc:docMk/>
            <pc:sldMk cId="3531049374" sldId="300"/>
            <ac:spMk id="20" creationId="{5FE9F9C5-68CA-B495-E4E2-8327B94779EE}"/>
          </ac:spMkLst>
        </pc:spChg>
        <pc:spChg chg="add mod ord">
          <ac:chgData name="이 은찬" userId="7171d596-a1e6-43c2-b263-57fdfdab9399" providerId="ADAL" clId="{EC57FFA4-718A-4CE0-AF78-52E7B20E8B37}" dt="2026-10-11T11:07:42.504" v="6596" actId="166"/>
          <ac:spMkLst>
            <pc:docMk/>
            <pc:sldMk cId="3531049374" sldId="300"/>
            <ac:spMk id="22" creationId="{5723BE1C-A66D-C3F9-7004-E48C5D0B9708}"/>
          </ac:spMkLst>
        </pc:spChg>
        <pc:spChg chg="add mod">
          <ac:chgData name="이 은찬" userId="7171d596-a1e6-43c2-b263-57fdfdab9399" providerId="ADAL" clId="{EC57FFA4-718A-4CE0-AF78-52E7B20E8B37}" dt="2026-10-04T00:06:24.005" v="395" actId="207"/>
          <ac:spMkLst>
            <pc:docMk/>
            <pc:sldMk cId="3531049374" sldId="300"/>
            <ac:spMk id="23" creationId="{160AFA4A-78C1-2713-DE8E-5D067A54C601}"/>
          </ac:spMkLst>
        </pc:spChg>
        <pc:spChg chg="add mod">
          <ac:chgData name="이 은찬" userId="7171d596-a1e6-43c2-b263-57fdfdab9399" providerId="ADAL" clId="{EC57FFA4-718A-4CE0-AF78-52E7B20E8B37}" dt="2026-10-04T00:07:32.893" v="467" actId="14100"/>
          <ac:spMkLst>
            <pc:docMk/>
            <pc:sldMk cId="3531049374" sldId="300"/>
            <ac:spMk id="24" creationId="{769BC45E-B464-40C9-4B95-B2B2B69C57CD}"/>
          </ac:spMkLst>
        </pc:spChg>
        <pc:spChg chg="add mod">
          <ac:chgData name="이 은찬" userId="7171d596-a1e6-43c2-b263-57fdfdab9399" providerId="ADAL" clId="{EC57FFA4-718A-4CE0-AF78-52E7B20E8B37}" dt="2026-10-04T00:07:39.490" v="468" actId="14100"/>
          <ac:spMkLst>
            <pc:docMk/>
            <pc:sldMk cId="3531049374" sldId="300"/>
            <ac:spMk id="25" creationId="{92AD02CD-DBFC-D0DA-884A-8C6CE057AB43}"/>
          </ac:spMkLst>
        </pc:spChg>
        <pc:spChg chg="add mod">
          <ac:chgData name="이 은찬" userId="7171d596-a1e6-43c2-b263-57fdfdab9399" providerId="ADAL" clId="{EC57FFA4-718A-4CE0-AF78-52E7B20E8B37}" dt="2026-10-04T00:09:03.837" v="521" actId="1036"/>
          <ac:spMkLst>
            <pc:docMk/>
            <pc:sldMk cId="3531049374" sldId="300"/>
            <ac:spMk id="26" creationId="{C44D4F6B-0EFC-4B4E-F7A5-05D574541FD3}"/>
          </ac:spMkLst>
        </pc:spChg>
        <pc:spChg chg="add mod">
          <ac:chgData name="이 은찬" userId="7171d596-a1e6-43c2-b263-57fdfdab9399" providerId="ADAL" clId="{EC57FFA4-718A-4CE0-AF78-52E7B20E8B37}" dt="2026-10-04T00:10:10.745" v="733" actId="120"/>
          <ac:spMkLst>
            <pc:docMk/>
            <pc:sldMk cId="3531049374" sldId="300"/>
            <ac:spMk id="27" creationId="{6269A05A-9FF3-3A2F-BE29-C0857A9FADD5}"/>
          </ac:spMkLst>
        </pc:spChg>
        <pc:spChg chg="add del">
          <ac:chgData name="이 은찬" userId="7171d596-a1e6-43c2-b263-57fdfdab9399" providerId="ADAL" clId="{EC57FFA4-718A-4CE0-AF78-52E7B20E8B37}" dt="2026-10-04T00:08:52.545" v="510" actId="22"/>
          <ac:spMkLst>
            <pc:docMk/>
            <pc:sldMk cId="3531049374" sldId="300"/>
            <ac:spMk id="29" creationId="{E4CF13B4-3A70-46AE-F7CA-1C8838BBFDEB}"/>
          </ac:spMkLst>
        </pc:spChg>
        <pc:picChg chg="add del mod">
          <ac:chgData name="이 은찬" userId="7171d596-a1e6-43c2-b263-57fdfdab9399" providerId="ADAL" clId="{EC57FFA4-718A-4CE0-AF78-52E7B20E8B37}" dt="2026-10-11T11:07:33.144" v="6592" actId="478"/>
          <ac:picMkLst>
            <pc:docMk/>
            <pc:sldMk cId="3531049374" sldId="300"/>
            <ac:picMk id="8" creationId="{68D902AB-6957-A2A1-1B94-E69567E6459D}"/>
          </ac:picMkLst>
        </pc:picChg>
        <pc:picChg chg="add del mod modCrop">
          <ac:chgData name="이 은찬" userId="7171d596-a1e6-43c2-b263-57fdfdab9399" providerId="ADAL" clId="{EC57FFA4-718A-4CE0-AF78-52E7B20E8B37}" dt="2026-10-04T00:12:11.772" v="750" actId="478"/>
          <ac:picMkLst>
            <pc:docMk/>
            <pc:sldMk cId="3531049374" sldId="300"/>
            <ac:picMk id="8" creationId="{E3A9D682-C546-07E1-5C67-2AE522272E13}"/>
          </ac:picMkLst>
        </pc:picChg>
        <pc:picChg chg="add mod">
          <ac:chgData name="이 은찬" userId="7171d596-a1e6-43c2-b263-57fdfdab9399" providerId="ADAL" clId="{EC57FFA4-718A-4CE0-AF78-52E7B20E8B37}" dt="2026-10-11T11:07:38.657" v="6595" actId="14100"/>
          <ac:picMkLst>
            <pc:docMk/>
            <pc:sldMk cId="3531049374" sldId="300"/>
            <ac:picMk id="10" creationId="{244459A9-B87A-3E56-AA0D-78BFF9531316}"/>
          </ac:picMkLst>
        </pc:picChg>
        <pc:picChg chg="add del mod modCrop">
          <ac:chgData name="이 은찬" userId="7171d596-a1e6-43c2-b263-57fdfdab9399" providerId="ADAL" clId="{EC57FFA4-718A-4CE0-AF78-52E7B20E8B37}" dt="2026-10-11T11:07:33.881" v="6593" actId="478"/>
          <ac:picMkLst>
            <pc:docMk/>
            <pc:sldMk cId="3531049374" sldId="300"/>
            <ac:picMk id="11" creationId="{EF93FFD2-71AD-E085-0F8F-12DB4871E131}"/>
          </ac:picMkLst>
        </pc:picChg>
        <pc:picChg chg="del">
          <ac:chgData name="이 은찬" userId="7171d596-a1e6-43c2-b263-57fdfdab9399" providerId="ADAL" clId="{EC57FFA4-718A-4CE0-AF78-52E7B20E8B37}" dt="2026-10-03T23:52:06.721" v="270" actId="478"/>
          <ac:picMkLst>
            <pc:docMk/>
            <pc:sldMk cId="3531049374" sldId="300"/>
            <ac:picMk id="12" creationId="{D6EA2FBD-E4F0-16D0-77F4-E389861828F3}"/>
          </ac:picMkLst>
        </pc:picChg>
        <pc:picChg chg="add del mod">
          <ac:chgData name="이 은찬" userId="7171d596-a1e6-43c2-b263-57fdfdab9399" providerId="ADAL" clId="{EC57FFA4-718A-4CE0-AF78-52E7B20E8B37}" dt="2026-10-04T00:01:30.314" v="304" actId="478"/>
          <ac:picMkLst>
            <pc:docMk/>
            <pc:sldMk cId="3531049374" sldId="300"/>
            <ac:picMk id="17" creationId="{F5B717A9-24A1-C624-5248-8440CF08F9A0}"/>
          </ac:picMkLst>
        </pc:picChg>
        <pc:picChg chg="add mod modCrop">
          <ac:chgData name="이 은찬" userId="7171d596-a1e6-43c2-b263-57fdfdab9399" providerId="ADAL" clId="{EC57FFA4-718A-4CE0-AF78-52E7B20E8B37}" dt="2026-10-04T00:05:34.891" v="384" actId="1038"/>
          <ac:picMkLst>
            <pc:docMk/>
            <pc:sldMk cId="3531049374" sldId="300"/>
            <ac:picMk id="21" creationId="{3023E0A9-9175-5DA3-6853-B68F4C4C9B50}"/>
          </ac:picMkLst>
        </pc:picChg>
        <pc:picChg chg="add del mod modCrop">
          <ac:chgData name="이 은찬" userId="7171d596-a1e6-43c2-b263-57fdfdab9399" providerId="ADAL" clId="{EC57FFA4-718A-4CE0-AF78-52E7B20E8B37}" dt="2026-10-04T00:12:11.257" v="749" actId="478"/>
          <ac:picMkLst>
            <pc:docMk/>
            <pc:sldMk cId="3531049374" sldId="300"/>
            <ac:picMk id="31" creationId="{EC361217-94DB-8152-1EB9-17B7A6596B99}"/>
          </ac:picMkLst>
        </pc:picChg>
        <pc:picChg chg="add mod ord">
          <ac:chgData name="이 은찬" userId="7171d596-a1e6-43c2-b263-57fdfdab9399" providerId="ADAL" clId="{EC57FFA4-718A-4CE0-AF78-52E7B20E8B37}" dt="2026-10-04T00:12:15.835" v="752" actId="167"/>
          <ac:picMkLst>
            <pc:docMk/>
            <pc:sldMk cId="3531049374" sldId="300"/>
            <ac:picMk id="32" creationId="{8F06015F-0C2A-88F1-C0CD-C64A6C173850}"/>
          </ac:picMkLst>
        </pc:picChg>
      </pc:sldChg>
      <pc:sldChg chg="del">
        <pc:chgData name="이 은찬" userId="7171d596-a1e6-43c2-b263-57fdfdab9399" providerId="ADAL" clId="{EC57FFA4-718A-4CE0-AF78-52E7B20E8B37}" dt="2026-10-04T00:16:17.295" v="1139" actId="47"/>
        <pc:sldMkLst>
          <pc:docMk/>
          <pc:sldMk cId="4117550637" sldId="301"/>
        </pc:sldMkLst>
      </pc:sldChg>
      <pc:sldChg chg="addSp delSp modSp del mod">
        <pc:chgData name="이 은찬" userId="7171d596-a1e6-43c2-b263-57fdfdab9399" providerId="ADAL" clId="{EC57FFA4-718A-4CE0-AF78-52E7B20E8B37}" dt="2026-10-04T00:56:07.077" v="2486" actId="47"/>
        <pc:sldMkLst>
          <pc:docMk/>
          <pc:sldMk cId="2680628503" sldId="302"/>
        </pc:sldMkLst>
        <pc:spChg chg="mod">
          <ac:chgData name="이 은찬" userId="7171d596-a1e6-43c2-b263-57fdfdab9399" providerId="ADAL" clId="{EC57FFA4-718A-4CE0-AF78-52E7B20E8B37}" dt="2026-10-04T00:18:49.002" v="1166" actId="20577"/>
          <ac:spMkLst>
            <pc:docMk/>
            <pc:sldMk cId="2680628503" sldId="302"/>
            <ac:spMk id="2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4" creationId="{0F5A28F3-65A6-C435-1BA6-40A9F250EFAB}"/>
          </ac:spMkLst>
        </pc:spChg>
        <pc:spChg chg="del">
          <ac:chgData name="이 은찬" userId="7171d596-a1e6-43c2-b263-57fdfdab9399" providerId="ADAL" clId="{EC57FFA4-718A-4CE0-AF78-52E7B20E8B37}" dt="2026-10-04T00:20:24.812" v="1173" actId="478"/>
          <ac:spMkLst>
            <pc:docMk/>
            <pc:sldMk cId="2680628503" sldId="302"/>
            <ac:spMk id="6" creationId="{A5880ACF-DD80-6A76-A5F4-39D3F8531E69}"/>
          </ac:spMkLst>
        </pc:spChg>
        <pc:spChg chg="del">
          <ac:chgData name="이 은찬" userId="7171d596-a1e6-43c2-b263-57fdfdab9399" providerId="ADAL" clId="{EC57FFA4-718A-4CE0-AF78-52E7B20E8B37}" dt="2026-10-04T00:19:49.811" v="1172" actId="478"/>
          <ac:spMkLst>
            <pc:docMk/>
            <pc:sldMk cId="2680628503" sldId="302"/>
            <ac:spMk id="14" creationId="{E58079C4-49DC-97EA-E441-45A1C97AAF21}"/>
          </ac:spMkLst>
        </pc:spChg>
        <pc:spChg chg="mod">
          <ac:chgData name="이 은찬" userId="7171d596-a1e6-43c2-b263-57fdfdab9399" providerId="ADAL" clId="{EC57FFA4-718A-4CE0-AF78-52E7B20E8B37}" dt="2026-10-04T00:20:43.262" v="1221" actId="20577"/>
          <ac:spMkLst>
            <pc:docMk/>
            <pc:sldMk cId="2680628503" sldId="302"/>
            <ac:spMk id="16" creationId="{C7CE04D4-A40B-A90C-C12A-0A2915052021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7" creationId="{565C4B2A-B871-F061-6C26-09CE127D53A8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8" creationId="{5BE1D620-84E9-CE26-EFAA-A0719D3A29E7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1" creationId="{C162D02B-91B9-2DA2-1FB9-219FE379E294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2" creationId="{9E02ED86-9252-0FEF-A32E-3FA2286D05A2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3" creationId="{E89D35F8-364D-430C-AD42-EEA057A727BF}"/>
          </ac:spMkLst>
        </pc:spChg>
        <pc:spChg chg="add del mod">
          <ac:chgData name="이 은찬" userId="7171d596-a1e6-43c2-b263-57fdfdab9399" providerId="ADAL" clId="{EC57FFA4-718A-4CE0-AF78-52E7B20E8B37}" dt="2026-10-04T00:20:53.049" v="1223" actId="478"/>
          <ac:spMkLst>
            <pc:docMk/>
            <pc:sldMk cId="2680628503" sldId="302"/>
            <ac:spMk id="24" creationId="{8C7EA049-5E32-8D3D-86AD-4A839BF7484B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1:17.285" v="1292" actId="20577"/>
          <ac:spMkLst>
            <pc:docMk/>
            <pc:sldMk cId="2680628503" sldId="302"/>
            <ac:spMk id="28" creationId="{46CB5C7E-4ACD-C123-96E6-C6FE0C9B23E0}"/>
          </ac:spMkLst>
        </pc:spChg>
        <pc:spChg chg="mod">
          <ac:chgData name="이 은찬" userId="7171d596-a1e6-43c2-b263-57fdfdab9399" providerId="ADAL" clId="{EC57FFA4-718A-4CE0-AF78-52E7B20E8B37}" dt="2026-10-04T00:19:14.619" v="1170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0:57.775" v="1224"/>
          <ac:spMkLst>
            <pc:docMk/>
            <pc:sldMk cId="2680628503" sldId="302"/>
            <ac:spMk id="34" creationId="{B7D9AF05-BAB9-2008-A9F9-8CFDABC2EF90}"/>
          </ac:spMkLst>
        </pc:spChg>
        <pc:spChg chg="mod">
          <ac:chgData name="이 은찬" userId="7171d596-a1e6-43c2-b263-57fdfdab9399" providerId="ADAL" clId="{EC57FFA4-718A-4CE0-AF78-52E7B20E8B37}" dt="2026-10-04T00:21:51.769" v="1349" actId="20577"/>
          <ac:spMkLst>
            <pc:docMk/>
            <pc:sldMk cId="2680628503" sldId="302"/>
            <ac:spMk id="35" creationId="{4564677F-7967-12CF-C453-B62176889FFA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36" creationId="{9599060E-5F96-8373-C0DE-F62E53EDD671}"/>
          </ac:spMkLst>
        </pc:spChg>
        <pc:spChg chg="mod">
          <ac:chgData name="이 은찬" userId="7171d596-a1e6-43c2-b263-57fdfdab9399" providerId="ADAL" clId="{EC57FFA4-718A-4CE0-AF78-52E7B20E8B37}" dt="2026-10-04T00:21:46.093" v="1348" actId="20577"/>
          <ac:spMkLst>
            <pc:docMk/>
            <pc:sldMk cId="2680628503" sldId="302"/>
            <ac:spMk id="39" creationId="{5BCBA357-08F6-E2D6-437C-0FA60D27B67E}"/>
          </ac:spMkLst>
        </pc:spChg>
        <pc:spChg chg="mod">
          <ac:chgData name="이 은찬" userId="7171d596-a1e6-43c2-b263-57fdfdab9399" providerId="ADAL" clId="{EC57FFA4-718A-4CE0-AF78-52E7B20E8B37}" dt="2026-10-04T00:21:21.472" v="1293"/>
          <ac:spMkLst>
            <pc:docMk/>
            <pc:sldMk cId="2680628503" sldId="302"/>
            <ac:spMk id="40" creationId="{F906C29D-5788-AD2B-CAF0-AB67AD9ECD11}"/>
          </ac:spMkLst>
        </pc:spChg>
        <pc:spChg chg="mod">
          <ac:chgData name="이 은찬" userId="7171d596-a1e6-43c2-b263-57fdfdab9399" providerId="ADAL" clId="{EC57FFA4-718A-4CE0-AF78-52E7B20E8B37}" dt="2026-10-04T00:21:55.041" v="1351" actId="20577"/>
          <ac:spMkLst>
            <pc:docMk/>
            <pc:sldMk cId="2680628503" sldId="302"/>
            <ac:spMk id="41" creationId="{1D83BF47-6553-029D-CAD9-8A24D59DC337}"/>
          </ac:spMkLst>
        </pc:spChg>
        <pc:grpChg chg="del">
          <ac:chgData name="이 은찬" userId="7171d596-a1e6-43c2-b263-57fdfdab9399" providerId="ADAL" clId="{EC57FFA4-718A-4CE0-AF78-52E7B20E8B37}" dt="2026-10-04T00:20:24.812" v="1173" actId="478"/>
          <ac:grpSpMkLst>
            <pc:docMk/>
            <pc:sldMk cId="2680628503" sldId="302"/>
            <ac:grpSpMk id="7" creationId="{B4FEA3EB-F67B-B2D5-5DD3-E9398E7A21CD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8" creationId="{8FF10EDF-FEC8-B36D-3288-9056E6591A61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15" creationId="{B04E7798-2690-AC91-CF10-32668DE0634A}"/>
          </ac:grpSpMkLst>
        </pc:grpChg>
        <pc:grpChg chg="add del mod">
          <ac:chgData name="이 은찬" userId="7171d596-a1e6-43c2-b263-57fdfdab9399" providerId="ADAL" clId="{EC57FFA4-718A-4CE0-AF78-52E7B20E8B37}" dt="2026-10-04T00:20:53.049" v="1223" actId="478"/>
          <ac:grpSpMkLst>
            <pc:docMk/>
            <pc:sldMk cId="2680628503" sldId="302"/>
            <ac:grpSpMk id="19" creationId="{3DCC7D0E-FA98-457A-FCF4-272BBFDE0D47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20" creationId="{DC0FDC96-646B-8E69-6E11-7B51AF7561BC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26" creationId="{E860A8DB-C736-CD14-59B5-B6A48736E772}"/>
          </ac:grpSpMkLst>
        </pc:grpChg>
        <pc:grpChg chg="mod">
          <ac:chgData name="이 은찬" userId="7171d596-a1e6-43c2-b263-57fdfdab9399" providerId="ADAL" clId="{EC57FFA4-718A-4CE0-AF78-52E7B20E8B37}" dt="2026-10-04T00:20:57.775" v="1224"/>
          <ac:grpSpMkLst>
            <pc:docMk/>
            <pc:sldMk cId="2680628503" sldId="302"/>
            <ac:grpSpMk id="27" creationId="{4ED1EE63-2806-3721-F0C4-3A3AC516C3F2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37" creationId="{EDF02C40-A92E-CBF2-5FF1-E257969D601C}"/>
          </ac:grpSpMkLst>
        </pc:grpChg>
        <pc:grpChg chg="mod">
          <ac:chgData name="이 은찬" userId="7171d596-a1e6-43c2-b263-57fdfdab9399" providerId="ADAL" clId="{EC57FFA4-718A-4CE0-AF78-52E7B20E8B37}" dt="2026-10-04T00:21:21.472" v="1293"/>
          <ac:grpSpMkLst>
            <pc:docMk/>
            <pc:sldMk cId="2680628503" sldId="302"/>
            <ac:grpSpMk id="38" creationId="{E9B30FEE-E332-9469-90D5-AF6F5B202724}"/>
          </ac:grpSpMkLst>
        </pc:grpChg>
        <pc:picChg chg="del">
          <ac:chgData name="이 은찬" userId="7171d596-a1e6-43c2-b263-57fdfdab9399" providerId="ADAL" clId="{EC57FFA4-718A-4CE0-AF78-52E7B20E8B37}" dt="2026-10-04T00:19:43.113" v="1171" actId="478"/>
          <ac:picMkLst>
            <pc:docMk/>
            <pc:sldMk cId="2680628503" sldId="302"/>
            <ac:picMk id="5" creationId="{E076BE3F-3DD9-0629-1E64-694462746D81}"/>
          </ac:picMkLst>
        </pc:picChg>
      </pc:sldChg>
      <pc:sldChg chg="del">
        <pc:chgData name="이 은찬" userId="7171d596-a1e6-43c2-b263-57fdfdab9399" providerId="ADAL" clId="{EC57FFA4-718A-4CE0-AF78-52E7B20E8B37}" dt="2026-10-04T02:49:18.530" v="6030" actId="47"/>
        <pc:sldMkLst>
          <pc:docMk/>
          <pc:sldMk cId="1797567210" sldId="303"/>
        </pc:sldMkLst>
      </pc:sldChg>
      <pc:sldChg chg="del">
        <pc:chgData name="이 은찬" userId="7171d596-a1e6-43c2-b263-57fdfdab9399" providerId="ADAL" clId="{EC57FFA4-718A-4CE0-AF78-52E7B20E8B37}" dt="2026-10-04T02:49:05.398" v="6024" actId="47"/>
        <pc:sldMkLst>
          <pc:docMk/>
          <pc:sldMk cId="1655755771" sldId="304"/>
        </pc:sldMkLst>
      </pc:sldChg>
      <pc:sldChg chg="del">
        <pc:chgData name="이 은찬" userId="7171d596-a1e6-43c2-b263-57fdfdab9399" providerId="ADAL" clId="{EC57FFA4-718A-4CE0-AF78-52E7B20E8B37}" dt="2026-10-04T02:49:06.396" v="6025" actId="47"/>
        <pc:sldMkLst>
          <pc:docMk/>
          <pc:sldMk cId="2764130252" sldId="305"/>
        </pc:sldMkLst>
      </pc:sldChg>
      <pc:sldChg chg="del">
        <pc:chgData name="이 은찬" userId="7171d596-a1e6-43c2-b263-57fdfdab9399" providerId="ADAL" clId="{EC57FFA4-718A-4CE0-AF78-52E7B20E8B37}" dt="2026-10-04T02:49:07.212" v="6026" actId="47"/>
        <pc:sldMkLst>
          <pc:docMk/>
          <pc:sldMk cId="3216590140" sldId="306"/>
        </pc:sldMkLst>
      </pc:sldChg>
      <pc:sldChg chg="del">
        <pc:chgData name="이 은찬" userId="7171d596-a1e6-43c2-b263-57fdfdab9399" providerId="ADAL" clId="{EC57FFA4-718A-4CE0-AF78-52E7B20E8B37}" dt="2026-10-04T02:49:11.373" v="6027" actId="47"/>
        <pc:sldMkLst>
          <pc:docMk/>
          <pc:sldMk cId="1973134436" sldId="307"/>
        </pc:sldMkLst>
      </pc:sldChg>
      <pc:sldChg chg="del">
        <pc:chgData name="이 은찬" userId="7171d596-a1e6-43c2-b263-57fdfdab9399" providerId="ADAL" clId="{EC57FFA4-718A-4CE0-AF78-52E7B20E8B37}" dt="2026-10-04T02:49:21.889" v="6034" actId="47"/>
        <pc:sldMkLst>
          <pc:docMk/>
          <pc:sldMk cId="2713978789" sldId="308"/>
        </pc:sldMkLst>
      </pc:sldChg>
      <pc:sldChg chg="del">
        <pc:chgData name="이 은찬" userId="7171d596-a1e6-43c2-b263-57fdfdab9399" providerId="ADAL" clId="{EC57FFA4-718A-4CE0-AF78-52E7B20E8B37}" dt="2026-10-04T02:49:20.978" v="6033" actId="47"/>
        <pc:sldMkLst>
          <pc:docMk/>
          <pc:sldMk cId="2949397629" sldId="309"/>
        </pc:sldMkLst>
      </pc:sldChg>
      <pc:sldChg chg="del">
        <pc:chgData name="이 은찬" userId="7171d596-a1e6-43c2-b263-57fdfdab9399" providerId="ADAL" clId="{EC57FFA4-718A-4CE0-AF78-52E7B20E8B37}" dt="2026-10-04T02:49:20.193" v="6032" actId="47"/>
        <pc:sldMkLst>
          <pc:docMk/>
          <pc:sldMk cId="2550466425" sldId="310"/>
        </pc:sldMkLst>
      </pc:sldChg>
      <pc:sldChg chg="del">
        <pc:chgData name="이 은찬" userId="7171d596-a1e6-43c2-b263-57fdfdab9399" providerId="ADAL" clId="{EC57FFA4-718A-4CE0-AF78-52E7B20E8B37}" dt="2026-10-04T02:49:19.396" v="6031" actId="47"/>
        <pc:sldMkLst>
          <pc:docMk/>
          <pc:sldMk cId="1320647034" sldId="311"/>
        </pc:sldMkLst>
      </pc:sldChg>
      <pc:sldChg chg="del">
        <pc:chgData name="이 은찬" userId="7171d596-a1e6-43c2-b263-57fdfdab9399" providerId="ADAL" clId="{EC57FFA4-718A-4CE0-AF78-52E7B20E8B37}" dt="2026-10-04T02:49:17.564" v="6029" actId="47"/>
        <pc:sldMkLst>
          <pc:docMk/>
          <pc:sldMk cId="1367865884" sldId="312"/>
        </pc:sldMkLst>
      </pc:sldChg>
      <pc:sldChg chg="del">
        <pc:chgData name="이 은찬" userId="7171d596-a1e6-43c2-b263-57fdfdab9399" providerId="ADAL" clId="{EC57FFA4-718A-4CE0-AF78-52E7B20E8B37}" dt="2026-10-04T02:49:16.145" v="6028" actId="47"/>
        <pc:sldMkLst>
          <pc:docMk/>
          <pc:sldMk cId="3833130666" sldId="313"/>
        </pc:sldMkLst>
      </pc:sldChg>
      <pc:sldChg chg="addSp delSp modSp mod">
        <pc:chgData name="이 은찬" userId="7171d596-a1e6-43c2-b263-57fdfdab9399" providerId="ADAL" clId="{EC57FFA4-718A-4CE0-AF78-52E7B20E8B37}" dt="2026-10-24T07:41:20.893" v="6694" actId="1035"/>
        <pc:sldMkLst>
          <pc:docMk/>
          <pc:sldMk cId="1460867288" sldId="314"/>
        </pc:sldMkLst>
        <pc:spChg chg="add mod">
          <ac:chgData name="이 은찬" userId="7171d596-a1e6-43c2-b263-57fdfdab9399" providerId="ADAL" clId="{EC57FFA4-718A-4CE0-AF78-52E7B20E8B37}" dt="2026-10-24T07:41:20.893" v="6694" actId="1035"/>
          <ac:spMkLst>
            <pc:docMk/>
            <pc:sldMk cId="1460867288" sldId="314"/>
            <ac:spMk id="2" creationId="{500C5581-0D35-CB63-1C7E-5CFDD755DFE4}"/>
          </ac:spMkLst>
        </pc:spChg>
        <pc:spChg chg="add">
          <ac:chgData name="이 은찬" userId="7171d596-a1e6-43c2-b263-57fdfdab9399" providerId="ADAL" clId="{EC57FFA4-718A-4CE0-AF78-52E7B20E8B37}" dt="2026-10-04T02:56:07.009" v="6211"/>
          <ac:spMkLst>
            <pc:docMk/>
            <pc:sldMk cId="1460867288" sldId="314"/>
            <ac:spMk id="2" creationId="{D84E529A-8628-810E-96C9-85D2392CFDA7}"/>
          </ac:spMkLst>
        </pc:spChg>
        <pc:spChg chg="mod">
          <ac:chgData name="이 은찬" userId="7171d596-a1e6-43c2-b263-57fdfdab9399" providerId="ADAL" clId="{EC57FFA4-718A-4CE0-AF78-52E7B20E8B37}" dt="2026-10-04T02:54:44.397" v="6209" actId="20577"/>
          <ac:spMkLst>
            <pc:docMk/>
            <pc:sldMk cId="1460867288" sldId="314"/>
            <ac:spMk id="3" creationId="{9B7CF3A5-02F4-467E-1443-5C318ABEE8D7}"/>
          </ac:spMkLst>
        </pc:spChg>
        <pc:picChg chg="add mod">
          <ac:chgData name="이 은찬" userId="7171d596-a1e6-43c2-b263-57fdfdab9399" providerId="ADAL" clId="{EC57FFA4-718A-4CE0-AF78-52E7B20E8B37}" dt="2026-10-04T02:56:25.420" v="6218" actId="1076"/>
          <ac:picMkLst>
            <pc:docMk/>
            <pc:sldMk cId="1460867288" sldId="314"/>
            <ac:picMk id="4" creationId="{B4286B15-C6EE-8096-2AEF-F2C84F2E60E8}"/>
          </ac:picMkLst>
        </pc:picChg>
        <pc:picChg chg="del">
          <ac:chgData name="이 은찬" userId="7171d596-a1e6-43c2-b263-57fdfdab9399" providerId="ADAL" clId="{EC57FFA4-718A-4CE0-AF78-52E7B20E8B37}" dt="2026-10-04T02:56:05.761" v="6210" actId="478"/>
          <ac:picMkLst>
            <pc:docMk/>
            <pc:sldMk cId="1460867288" sldId="314"/>
            <ac:picMk id="6" creationId="{801FDC8A-44A3-0B51-F709-6E81C571BCC7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11T11:08:02.222" v="6600" actId="166"/>
        <pc:sldMkLst>
          <pc:docMk/>
          <pc:sldMk cId="2186443197" sldId="315"/>
        </pc:sldMkLst>
        <pc:spChg chg="mod">
          <ac:chgData name="이 은찬" userId="7171d596-a1e6-43c2-b263-57fdfdab9399" providerId="ADAL" clId="{EC57FFA4-718A-4CE0-AF78-52E7B20E8B37}" dt="2026-10-04T14:04:53.947" v="6582" actId="404"/>
          <ac:spMkLst>
            <pc:docMk/>
            <pc:sldMk cId="2186443197" sldId="315"/>
            <ac:spMk id="2" creationId="{00000000-0000-0000-0000-000000000000}"/>
          </ac:spMkLst>
        </pc:spChg>
        <pc:spChg chg="del mod">
          <ac:chgData name="이 은찬" userId="7171d596-a1e6-43c2-b263-57fdfdab9399" providerId="ADAL" clId="{EC57FFA4-718A-4CE0-AF78-52E7B20E8B37}" dt="2026-10-04T09:34:36.329" v="6565" actId="478"/>
          <ac:spMkLst>
            <pc:docMk/>
            <pc:sldMk cId="2186443197" sldId="315"/>
            <ac:spMk id="4" creationId="{77079039-266D-4F01-DD58-898AD18FF396}"/>
          </ac:spMkLst>
        </pc:spChg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6" creationId="{F4E005F1-4C51-1F5A-2442-1935D732112C}"/>
          </ac:spMkLst>
        </pc:spChg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8" creationId="{2E0D0B58-1B3D-C879-1624-0D684D771F21}"/>
          </ac:spMkLst>
        </pc:spChg>
        <pc:spChg chg="mod">
          <ac:chgData name="이 은찬" userId="7171d596-a1e6-43c2-b263-57fdfdab9399" providerId="ADAL" clId="{EC57FFA4-718A-4CE0-AF78-52E7B20E8B37}" dt="2026-10-04T00:16:24.710" v="1141" actId="20577"/>
          <ac:spMkLst>
            <pc:docMk/>
            <pc:sldMk cId="2186443197" sldId="315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12:57.287" v="800" actId="20577"/>
          <ac:spMkLst>
            <pc:docMk/>
            <pc:sldMk cId="2186443197" sldId="315"/>
            <ac:spMk id="14" creationId="{D8E5F600-0999-9422-1C3C-8299F3CA9C9E}"/>
          </ac:spMkLst>
        </pc:spChg>
        <pc:spChg chg="mod">
          <ac:chgData name="이 은찬" userId="7171d596-a1e6-43c2-b263-57fdfdab9399" providerId="ADAL" clId="{EC57FFA4-718A-4CE0-AF78-52E7B20E8B37}" dt="2026-10-04T00:12:47.238" v="755" actId="20577"/>
          <ac:spMkLst>
            <pc:docMk/>
            <pc:sldMk cId="2186443197" sldId="315"/>
            <ac:spMk id="16" creationId="{0B5149CE-8166-C52B-D92D-BCEAFFE97638}"/>
          </ac:spMkLst>
        </pc:spChg>
        <pc:spChg chg="ord">
          <ac:chgData name="이 은찬" userId="7171d596-a1e6-43c2-b263-57fdfdab9399" providerId="ADAL" clId="{EC57FFA4-718A-4CE0-AF78-52E7B20E8B37}" dt="2026-10-11T11:08:02.222" v="6600" actId="166"/>
          <ac:spMkLst>
            <pc:docMk/>
            <pc:sldMk cId="2186443197" sldId="315"/>
            <ac:spMk id="22" creationId="{5723BE1C-A66D-C3F9-7004-E48C5D0B9708}"/>
          </ac:spMkLst>
        </pc:spChg>
        <pc:spChg chg="del mod">
          <ac:chgData name="이 은찬" userId="7171d596-a1e6-43c2-b263-57fdfdab9399" providerId="ADAL" clId="{EC57FFA4-718A-4CE0-AF78-52E7B20E8B37}" dt="2026-10-04T00:13:23.962" v="808" actId="478"/>
          <ac:spMkLst>
            <pc:docMk/>
            <pc:sldMk cId="2186443197" sldId="315"/>
            <ac:spMk id="24" creationId="{769BC45E-B464-40C9-4B95-B2B2B69C57CD}"/>
          </ac:spMkLst>
        </pc:spChg>
        <pc:spChg chg="del">
          <ac:chgData name="이 은찬" userId="7171d596-a1e6-43c2-b263-57fdfdab9399" providerId="ADAL" clId="{EC57FFA4-718A-4CE0-AF78-52E7B20E8B37}" dt="2026-10-04T00:13:11.761" v="803" actId="478"/>
          <ac:spMkLst>
            <pc:docMk/>
            <pc:sldMk cId="2186443197" sldId="315"/>
            <ac:spMk id="25" creationId="{92AD02CD-DBFC-D0DA-884A-8C6CE057AB43}"/>
          </ac:spMkLst>
        </pc:spChg>
        <pc:spChg chg="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26" creationId="{C44D4F6B-0EFC-4B4E-F7A5-05D574541FD3}"/>
          </ac:spMkLst>
        </pc:spChg>
        <pc:spChg chg="del mod">
          <ac:chgData name="이 은찬" userId="7171d596-a1e6-43c2-b263-57fdfdab9399" providerId="ADAL" clId="{EC57FFA4-718A-4CE0-AF78-52E7B20E8B37}" dt="2026-10-04T00:13:11.134" v="802" actId="478"/>
          <ac:spMkLst>
            <pc:docMk/>
            <pc:sldMk cId="2186443197" sldId="315"/>
            <ac:spMk id="27" creationId="{6269A05A-9FF3-3A2F-BE29-C0857A9FADD5}"/>
          </ac:spMkLst>
        </pc:spChg>
        <pc:picChg chg="add mod">
          <ac:chgData name="이 은찬" userId="7171d596-a1e6-43c2-b263-57fdfdab9399" providerId="ADAL" clId="{EC57FFA4-718A-4CE0-AF78-52E7B20E8B37}" dt="2026-10-11T11:07:58.472" v="6599" actId="14100"/>
          <ac:picMkLst>
            <pc:docMk/>
            <pc:sldMk cId="2186443197" sldId="315"/>
            <ac:picMk id="4" creationId="{BF9CB693-C572-D34C-3873-8C8336322E9B}"/>
          </ac:picMkLst>
        </pc:picChg>
        <pc:picChg chg="del">
          <ac:chgData name="이 은찬" userId="7171d596-a1e6-43c2-b263-57fdfdab9399" providerId="ADAL" clId="{EC57FFA4-718A-4CE0-AF78-52E7B20E8B37}" dt="2026-10-11T11:07:46.882" v="6597" actId="478"/>
          <ac:picMkLst>
            <pc:docMk/>
            <pc:sldMk cId="2186443197" sldId="315"/>
            <ac:picMk id="11" creationId="{EF93FFD2-71AD-E085-0F8F-12DB4871E131}"/>
          </ac:picMkLst>
        </pc:picChg>
      </pc:sldChg>
      <pc:sldChg chg="addSp delSp modSp add del mod">
        <pc:chgData name="이 은찬" userId="7171d596-a1e6-43c2-b263-57fdfdab9399" providerId="ADAL" clId="{EC57FFA4-718A-4CE0-AF78-52E7B20E8B37}" dt="2026-10-04T00:59:20.502" v="2524" actId="47"/>
        <pc:sldMkLst>
          <pc:docMk/>
          <pc:sldMk cId="2100624520" sldId="316"/>
        </pc:sldMkLst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4" creationId="{0F5A28F3-65A6-C435-1BA6-40A9F250EFAB}"/>
          </ac:spMkLst>
        </pc:spChg>
        <pc:spChg chg="add mod">
          <ac:chgData name="이 은찬" userId="7171d596-a1e6-43c2-b263-57fdfdab9399" providerId="ADAL" clId="{EC57FFA4-718A-4CE0-AF78-52E7B20E8B37}" dt="2026-10-04T00:33:30.753" v="2103" actId="207"/>
          <ac:spMkLst>
            <pc:docMk/>
            <pc:sldMk cId="2100624520" sldId="316"/>
            <ac:spMk id="5" creationId="{FFBF0969-9F15-45DD-D817-A2383A9C32AA}"/>
          </ac:spMkLst>
        </pc:spChg>
        <pc:spChg chg="add mod">
          <ac:chgData name="이 은찬" userId="7171d596-a1e6-43c2-b263-57fdfdab9399" providerId="ADAL" clId="{EC57FFA4-718A-4CE0-AF78-52E7B20E8B37}" dt="2026-10-04T00:33:36.127" v="2104" actId="207"/>
          <ac:spMkLst>
            <pc:docMk/>
            <pc:sldMk cId="2100624520" sldId="316"/>
            <ac:spMk id="6" creationId="{7FB2EDBF-FD0A-9E18-80D3-0FB13C548564}"/>
          </ac:spMkLst>
        </pc:spChg>
        <pc:spChg chg="add mod">
          <ac:chgData name="이 은찬" userId="7171d596-a1e6-43c2-b263-57fdfdab9399" providerId="ADAL" clId="{EC57FFA4-718A-4CE0-AF78-52E7B20E8B37}" dt="2026-10-04T00:33:41.169" v="2105" actId="207"/>
          <ac:spMkLst>
            <pc:docMk/>
            <pc:sldMk cId="2100624520" sldId="316"/>
            <ac:spMk id="7" creationId="{B3B18D69-E4E2-C975-C0DE-A2B5DAC9136B}"/>
          </ac:spMkLst>
        </pc:spChg>
        <pc:spChg chg="add mod">
          <ac:chgData name="이 은찬" userId="7171d596-a1e6-43c2-b263-57fdfdab9399" providerId="ADAL" clId="{EC57FFA4-718A-4CE0-AF78-52E7B20E8B37}" dt="2026-10-04T00:33:47.924" v="2106" actId="207"/>
          <ac:spMkLst>
            <pc:docMk/>
            <pc:sldMk cId="2100624520" sldId="316"/>
            <ac:spMk id="10" creationId="{1317DB2C-CEC9-6107-BE16-C6589D525A57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1" creationId="{057214F2-2C6F-1FF6-4FC7-BF6F886CF781}"/>
          </ac:spMkLst>
        </pc:spChg>
        <pc:spChg chg="add mod">
          <ac:chgData name="이 은찬" userId="7171d596-a1e6-43c2-b263-57fdfdab9399" providerId="ADAL" clId="{EC57FFA4-718A-4CE0-AF78-52E7B20E8B37}" dt="2026-10-04T00:36:19.933" v="2115" actId="1076"/>
          <ac:spMkLst>
            <pc:docMk/>
            <pc:sldMk cId="2100624520" sldId="316"/>
            <ac:spMk id="12" creationId="{7A17A6C4-C969-894E-A53E-06BFAF885D35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3" creationId="{4FBE9BD0-4316-89DC-23A1-0ECA021675C8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4" creationId="{99BE460E-6618-9235-F6A0-E1DD3A5C7D16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9" creationId="{CA6F693E-CC9A-DB59-3E64-A67F61D08BB2}"/>
          </ac:spMkLst>
        </pc:spChg>
        <pc:spChg chg="add mod">
          <ac:chgData name="이 은찬" userId="7171d596-a1e6-43c2-b263-57fdfdab9399" providerId="ADAL" clId="{EC57FFA4-718A-4CE0-AF78-52E7B20E8B37}" dt="2026-10-04T00:52:38.222" v="2300" actId="207"/>
          <ac:spMkLst>
            <pc:docMk/>
            <pc:sldMk cId="2100624520" sldId="316"/>
            <ac:spMk id="20" creationId="{2F55F665-7CB7-9F4A-21C7-93B05F4A60BE}"/>
          </ac:spMkLst>
        </pc:spChg>
        <pc:spChg chg="add mod">
          <ac:chgData name="이 은찬" userId="7171d596-a1e6-43c2-b263-57fdfdab9399" providerId="ADAL" clId="{EC57FFA4-718A-4CE0-AF78-52E7B20E8B37}" dt="2026-10-04T00:45:39.083" v="2284" actId="13926"/>
          <ac:spMkLst>
            <pc:docMk/>
            <pc:sldMk cId="2100624520" sldId="316"/>
            <ac:spMk id="21" creationId="{2DF4D558-D296-8D27-FF09-3AC02DBD6A3C}"/>
          </ac:spMkLst>
        </pc:spChg>
        <pc:spChg chg="add">
          <ac:chgData name="이 은찬" userId="7171d596-a1e6-43c2-b263-57fdfdab9399" providerId="ADAL" clId="{EC57FFA4-718A-4CE0-AF78-52E7B20E8B37}" dt="2026-10-04T00:46:08.728" v="2285"/>
          <ac:spMkLst>
            <pc:docMk/>
            <pc:sldMk cId="2100624520" sldId="316"/>
            <ac:spMk id="22" creationId="{B827EB97-6D4E-B43A-62B6-E9387F8E8248}"/>
          </ac:spMkLst>
        </pc:spChg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3:06.650" v="1447" actId="20577"/>
          <ac:spMkLst>
            <pc:docMk/>
            <pc:sldMk cId="2100624520" sldId="316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2:51.577" v="1422" actId="20577"/>
          <ac:spMkLst>
            <pc:docMk/>
            <pc:sldMk cId="2100624520" sldId="316"/>
            <ac:spMk id="33" creationId="{8EDF2654-BE01-EF84-31E7-1DC08914F93A}"/>
          </ac:spMkLst>
        </pc:spChg>
        <pc:spChg chg="mod">
          <ac:chgData name="이 은찬" userId="7171d596-a1e6-43c2-b263-57fdfdab9399" providerId="ADAL" clId="{EC57FFA4-718A-4CE0-AF78-52E7B20E8B37}" dt="2026-10-04T00:33:21.440" v="2102" actId="207"/>
          <ac:spMkLst>
            <pc:docMk/>
            <pc:sldMk cId="2100624520" sldId="316"/>
            <ac:spMk id="36" creationId="{9599060E-5F96-8373-C0DE-F62E53EDD671}"/>
          </ac:spMkLst>
        </pc:s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8" creationId="{8FF10EDF-FEC8-B36D-3288-9056E6591A61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26" creationId="{E860A8DB-C736-CD14-59B5-B6A48736E772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37" creationId="{EDF02C40-A92E-CBF2-5FF1-E257969D601C}"/>
          </ac:grpSpMkLst>
        </pc:grpChg>
        <pc:picChg chg="add del mod modCrop">
          <ac:chgData name="이 은찬" userId="7171d596-a1e6-43c2-b263-57fdfdab9399" providerId="ADAL" clId="{EC57FFA4-718A-4CE0-AF78-52E7B20E8B37}" dt="2026-10-04T00:49:59.650" v="2295" actId="478"/>
          <ac:picMkLst>
            <pc:docMk/>
            <pc:sldMk cId="2100624520" sldId="316"/>
            <ac:picMk id="23" creationId="{0BB6C7B4-C1A4-7504-25BD-6460FE76569D}"/>
          </ac:picMkLst>
        </pc:picChg>
      </pc:sldChg>
      <pc:sldChg chg="delSp modSp add del mod">
        <pc:chgData name="이 은찬" userId="7171d596-a1e6-43c2-b263-57fdfdab9399" providerId="ADAL" clId="{EC57FFA4-718A-4CE0-AF78-52E7B20E8B37}" dt="2026-10-04T01:00:00.874" v="2545" actId="47"/>
        <pc:sldMkLst>
          <pc:docMk/>
          <pc:sldMk cId="2545244455" sldId="317"/>
        </pc:sldMkLst>
        <pc:spChg chg="mod">
          <ac:chgData name="이 은찬" userId="7171d596-a1e6-43c2-b263-57fdfdab9399" providerId="ADAL" clId="{EC57FFA4-718A-4CE0-AF78-52E7B20E8B37}" dt="2026-10-04T00:54:31.161" v="2474" actId="20577"/>
          <ac:spMkLst>
            <pc:docMk/>
            <pc:sldMk cId="2545244455" sldId="317"/>
            <ac:spMk id="11" creationId="{057214F2-2C6F-1FF6-4FC7-BF6F886CF781}"/>
          </ac:spMkLst>
        </pc:spChg>
        <pc:spChg chg="mod">
          <ac:chgData name="이 은찬" userId="7171d596-a1e6-43c2-b263-57fdfdab9399" providerId="ADAL" clId="{EC57FFA4-718A-4CE0-AF78-52E7B20E8B37}" dt="2026-10-04T00:54:21.093" v="2472" actId="1076"/>
          <ac:spMkLst>
            <pc:docMk/>
            <pc:sldMk cId="2545244455" sldId="317"/>
            <ac:spMk id="12" creationId="{7A17A6C4-C969-894E-A53E-06BFAF885D35}"/>
          </ac:spMkLst>
        </pc:spChg>
        <pc:spChg chg="mod">
          <ac:chgData name="이 은찬" userId="7171d596-a1e6-43c2-b263-57fdfdab9399" providerId="ADAL" clId="{EC57FFA4-718A-4CE0-AF78-52E7B20E8B37}" dt="2026-10-04T00:54:35.663" v="2476" actId="20577"/>
          <ac:spMkLst>
            <pc:docMk/>
            <pc:sldMk cId="2545244455" sldId="317"/>
            <ac:spMk id="13" creationId="{4FBE9BD0-4316-89DC-23A1-0ECA021675C8}"/>
          </ac:spMkLst>
        </pc:spChg>
        <pc:spChg chg="mod">
          <ac:chgData name="이 은찬" userId="7171d596-a1e6-43c2-b263-57fdfdab9399" providerId="ADAL" clId="{EC57FFA4-718A-4CE0-AF78-52E7B20E8B37}" dt="2026-10-04T00:54:33.367" v="2475" actId="20577"/>
          <ac:spMkLst>
            <pc:docMk/>
            <pc:sldMk cId="2545244455" sldId="317"/>
            <ac:spMk id="14" creationId="{99BE460E-6618-9235-F6A0-E1DD3A5C7D16}"/>
          </ac:spMkLst>
        </pc:spChg>
        <pc:spChg chg="mod">
          <ac:chgData name="이 은찬" userId="7171d596-a1e6-43c2-b263-57fdfdab9399" providerId="ADAL" clId="{EC57FFA4-718A-4CE0-AF78-52E7B20E8B37}" dt="2026-10-04T00:54:38.912" v="2477" actId="20577"/>
          <ac:spMkLst>
            <pc:docMk/>
            <pc:sldMk cId="2545244455" sldId="317"/>
            <ac:spMk id="19" creationId="{CA6F693E-CC9A-DB59-3E64-A67F61D08BB2}"/>
          </ac:spMkLst>
        </pc:spChg>
        <pc:spChg chg="mod">
          <ac:chgData name="이 은찬" userId="7171d596-a1e6-43c2-b263-57fdfdab9399" providerId="ADAL" clId="{EC57FFA4-718A-4CE0-AF78-52E7B20E8B37}" dt="2026-10-04T00:54:41.952" v="2478" actId="20577"/>
          <ac:spMkLst>
            <pc:docMk/>
            <pc:sldMk cId="2545244455" sldId="317"/>
            <ac:spMk id="20" creationId="{2F55F665-7CB7-9F4A-21C7-93B05F4A60BE}"/>
          </ac:spMkLst>
        </pc:spChg>
        <pc:spChg chg="del">
          <ac:chgData name="이 은찬" userId="7171d596-a1e6-43c2-b263-57fdfdab9399" providerId="ADAL" clId="{EC57FFA4-718A-4CE0-AF78-52E7B20E8B37}" dt="2026-10-04T00:54:16.288" v="2471" actId="478"/>
          <ac:spMkLst>
            <pc:docMk/>
            <pc:sldMk cId="2545244455" sldId="317"/>
            <ac:spMk id="21" creationId="{2DF4D558-D296-8D27-FF09-3AC02DBD6A3C}"/>
          </ac:spMkLst>
        </pc:spChg>
        <pc:spChg chg="mod">
          <ac:chgData name="이 은찬" userId="7171d596-a1e6-43c2-b263-57fdfdab9399" providerId="ADAL" clId="{EC57FFA4-718A-4CE0-AF78-52E7B20E8B37}" dt="2026-10-04T00:53:43.415" v="2470" actId="20577"/>
          <ac:spMkLst>
            <pc:docMk/>
            <pc:sldMk cId="2545244455" sldId="317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52:05.502" v="2298" actId="20577"/>
          <ac:spMkLst>
            <pc:docMk/>
            <pc:sldMk cId="2545244455" sldId="317"/>
            <ac:spMk id="33" creationId="{8EDF2654-BE01-EF84-31E7-1DC08914F93A}"/>
          </ac:spMkLst>
        </pc:spChg>
      </pc:sldChg>
      <pc:sldChg chg="addSp delSp modSp add mod">
        <pc:chgData name="이 은찬" userId="7171d596-a1e6-43c2-b263-57fdfdab9399" providerId="ADAL" clId="{EC57FFA4-718A-4CE0-AF78-52E7B20E8B37}" dt="2026-10-04T14:04:47.097" v="6579" actId="20577"/>
        <pc:sldMkLst>
          <pc:docMk/>
          <pc:sldMk cId="3376730143" sldId="318"/>
        </pc:sldMkLst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4" creationId="{21CE65C2-9D8C-81BE-1141-8CEC066AE0DB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5" creationId="{1496D968-6092-39FD-78F7-3868087E5F8E}"/>
          </ac:spMkLst>
        </pc:spChg>
        <pc:spChg chg="mod">
          <ac:chgData name="이 은찬" userId="7171d596-a1e6-43c2-b263-57fdfdab9399" providerId="ADAL" clId="{EC57FFA4-718A-4CE0-AF78-52E7B20E8B37}" dt="2026-10-04T00:56:14.667" v="2487" actId="14100"/>
          <ac:spMkLst>
            <pc:docMk/>
            <pc:sldMk cId="3376730143" sldId="318"/>
            <ac:spMk id="6" creationId="{DF2D5A1A-282D-7313-AA16-1E3E88521DA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7" creationId="{62D38A0D-E6A6-EE2F-2EA3-1A76CB45A9F7}"/>
          </ac:spMkLst>
        </pc:spChg>
        <pc:spChg chg="mod">
          <ac:chgData name="이 은찬" userId="7171d596-a1e6-43c2-b263-57fdfdab9399" providerId="ADAL" clId="{EC57FFA4-718A-4CE0-AF78-52E7B20E8B37}" dt="2026-10-04T14:04:47.097" v="6579" actId="20577"/>
          <ac:spMkLst>
            <pc:docMk/>
            <pc:sldMk cId="3376730143" sldId="318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55:44.364" v="2482" actId="20577"/>
          <ac:spMkLst>
            <pc:docMk/>
            <pc:sldMk cId="3376730143" sldId="318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1" creationId="{83EE46A6-BEFF-7F58-E8B9-E73895B9BC0A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4" creationId="{746E904D-4A6D-6C73-002C-D5CBC4762FAE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17" creationId="{6AA81ED1-26A0-BE04-123A-D90FBD087C5F}"/>
          </ac:spMkLst>
        </pc:spChg>
        <pc:spChg chg="mod">
          <ac:chgData name="이 은찬" userId="7171d596-a1e6-43c2-b263-57fdfdab9399" providerId="ADAL" clId="{EC57FFA4-718A-4CE0-AF78-52E7B20E8B37}" dt="2026-10-04T00:57:58.491" v="2509" actId="207"/>
          <ac:spMkLst>
            <pc:docMk/>
            <pc:sldMk cId="3376730143" sldId="318"/>
            <ac:spMk id="19" creationId="{3897AB7B-77EE-1347-0970-428FE2EC8BD7}"/>
          </ac:spMkLst>
        </pc:spChg>
        <pc:spChg chg="mod">
          <ac:chgData name="이 은찬" userId="7171d596-a1e6-43c2-b263-57fdfdab9399" providerId="ADAL" clId="{EC57FFA4-718A-4CE0-AF78-52E7B20E8B37}" dt="2026-10-04T00:58:00.683" v="2510" actId="14100"/>
          <ac:spMkLst>
            <pc:docMk/>
            <pc:sldMk cId="3376730143" sldId="318"/>
            <ac:spMk id="20" creationId="{0ABB07D5-671A-349F-3E33-43E4A43C640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21" creationId="{DC5A2BE3-8C64-3655-57DE-4E664FA0A329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24" creationId="{7310CEF6-4069-1AD0-B2EF-DEBCD2D600E6}"/>
          </ac:spMkLst>
        </pc:spChg>
        <pc:spChg chg="mod">
          <ac:chgData name="이 은찬" userId="7171d596-a1e6-43c2-b263-57fdfdab9399" providerId="ADAL" clId="{EC57FFA4-718A-4CE0-AF78-52E7B20E8B37}" dt="2026-10-04T00:57:55.689" v="2508" actId="207"/>
          <ac:spMkLst>
            <pc:docMk/>
            <pc:sldMk cId="3376730143" sldId="318"/>
            <ac:spMk id="25" creationId="{943E66A7-4389-E904-F02A-020EEE679EA9}"/>
          </ac:spMkLst>
        </pc:spChg>
        <pc:spChg chg="mod">
          <ac:chgData name="이 은찬" userId="7171d596-a1e6-43c2-b263-57fdfdab9399" providerId="ADAL" clId="{EC57FFA4-718A-4CE0-AF78-52E7B20E8B37}" dt="2026-10-04T00:58:03.715" v="2511" actId="14100"/>
          <ac:spMkLst>
            <pc:docMk/>
            <pc:sldMk cId="3376730143" sldId="318"/>
            <ac:spMk id="26" creationId="{41377A0F-B1EF-F362-2A9F-E1E4FF40DEB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35" creationId="{8840E044-AA8B-5B9A-8791-3EF306D7051F}"/>
          </ac:spMkLst>
        </pc:spChg>
        <pc:spChg chg="mod">
          <ac:chgData name="이 은찬" userId="7171d596-a1e6-43c2-b263-57fdfdab9399" providerId="ADAL" clId="{EC57FFA4-718A-4CE0-AF78-52E7B20E8B37}" dt="2026-10-04T00:57:47.862" v="2507" actId="207"/>
          <ac:spMkLst>
            <pc:docMk/>
            <pc:sldMk cId="3376730143" sldId="318"/>
            <ac:spMk id="36" creationId="{E95EAC7B-D207-704C-C65F-4CF34D98F5EF}"/>
          </ac:spMkLst>
        </pc:spChg>
        <pc:spChg chg="mod">
          <ac:chgData name="이 은찬" userId="7171d596-a1e6-43c2-b263-57fdfdab9399" providerId="ADAL" clId="{EC57FFA4-718A-4CE0-AF78-52E7B20E8B37}" dt="2026-10-04T00:58:06.329" v="2512" actId="14100"/>
          <ac:spMkLst>
            <pc:docMk/>
            <pc:sldMk cId="3376730143" sldId="318"/>
            <ac:spMk id="37" creationId="{0946473C-F08D-A2C7-9122-633A115C1F0C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0" creationId="{C0849390-6BAB-CABB-BB18-FB884384F0A0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1" creationId="{4CE25576-3AC6-98D0-DEE4-85B4177BFEAF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2" creationId="{3C34EDA7-1292-4CA4-00C4-B2FD27F72417}"/>
          </ac:spMkLst>
        </pc:spChg>
        <pc:spChg chg="mod">
          <ac:chgData name="이 은찬" userId="7171d596-a1e6-43c2-b263-57fdfdab9399" providerId="ADAL" clId="{EC57FFA4-718A-4CE0-AF78-52E7B20E8B37}" dt="2026-10-04T00:57:20.271" v="2502"/>
          <ac:spMkLst>
            <pc:docMk/>
            <pc:sldMk cId="3376730143" sldId="31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7" creationId="{5D08A8A4-1970-D2BB-759C-BC22ACF21903}"/>
          </ac:spMkLst>
        </pc:spChg>
        <pc:grpChg chg="add del mod">
          <ac:chgData name="이 은찬" userId="7171d596-a1e6-43c2-b263-57fdfdab9399" providerId="ADAL" clId="{EC57FFA4-718A-4CE0-AF78-52E7B20E8B37}" dt="2026-10-04T00:57:13.071" v="2498" actId="478"/>
          <ac:grpSpMkLst>
            <pc:docMk/>
            <pc:sldMk cId="3376730143" sldId="318"/>
            <ac:grpSpMk id="2" creationId="{CC3CA037-07B9-8A72-FA17-E10DBD622FBB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" creationId="{9C8F203E-6870-6FFB-31E5-B5A70E9CEEDD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5" creationId="{7D5D5AEF-61E1-B817-43A1-4230D583FAD7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6" creationId="{DDFB4456-5DFE-A811-AADF-9C9D00E9D674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2" creationId="{1426E7F4-B5F6-435E-DE0F-23D57205E2D6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3" creationId="{FB4B6A7F-280D-1EDB-82B3-6D57E53A1EAC}"/>
          </ac:grpSpMkLst>
        </pc:grpChg>
        <pc:grpChg chg="del">
          <ac:chgData name="이 은찬" userId="7171d596-a1e6-43c2-b263-57fdfdab9399" providerId="ADAL" clId="{EC57FFA4-718A-4CE0-AF78-52E7B20E8B37}" dt="2026-10-04T00:55:59.578" v="2483" actId="478"/>
          <ac:grpSpMkLst>
            <pc:docMk/>
            <pc:sldMk cId="3376730143" sldId="318"/>
            <ac:grpSpMk id="27" creationId="{50E4FE5F-8FE3-5771-A904-D3CD8879301B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3" creationId="{42C50642-E74A-3E1D-5D79-994E555B4F13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4" creationId="{138EC3D0-D025-D017-ED5E-D584D881B09A}"/>
          </ac:grpSpMkLst>
        </pc:grpChg>
        <pc:grpChg chg="add mod">
          <ac:chgData name="이 은찬" userId="7171d596-a1e6-43c2-b263-57fdfdab9399" providerId="ADAL" clId="{EC57FFA4-718A-4CE0-AF78-52E7B20E8B37}" dt="2026-10-04T00:56:49.309" v="2493" actId="1076"/>
          <ac:grpSpMkLst>
            <pc:docMk/>
            <pc:sldMk cId="3376730143" sldId="318"/>
            <ac:grpSpMk id="38" creationId="{38BDE7AF-212C-2517-99D5-6D87808ADF75}"/>
          </ac:grpSpMkLst>
        </pc:grpChg>
        <pc:grpChg chg="mod">
          <ac:chgData name="이 은찬" userId="7171d596-a1e6-43c2-b263-57fdfdab9399" providerId="ADAL" clId="{EC57FFA4-718A-4CE0-AF78-52E7B20E8B37}" dt="2026-10-04T00:56:43.543" v="2491"/>
          <ac:grpSpMkLst>
            <pc:docMk/>
            <pc:sldMk cId="3376730143" sldId="318"/>
            <ac:grpSpMk id="39" creationId="{A46646D2-0EFC-FD8F-3A55-CCAC7901CC2B}"/>
          </ac:grpSpMkLst>
        </pc:grpChg>
        <pc:grpChg chg="add 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3" creationId="{1C237967-FCED-71C4-4C4B-3957D64529FA}"/>
          </ac:grpSpMkLst>
        </pc:grpChg>
        <pc:grpChg chg="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4" creationId="{A51D0B38-CE65-37A0-6CF3-FBC6B4EDEB55}"/>
          </ac:grpSpMkLst>
        </pc:grp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8" creationId="{36A126D4-A6AA-A5AA-80E3-82D6C0043159}"/>
          </ac:graphicFrameMkLst>
        </pc:graphicFrameChg>
      </pc:sldChg>
      <pc:sldChg chg="add del">
        <pc:chgData name="이 은찬" userId="7171d596-a1e6-43c2-b263-57fdfdab9399" providerId="ADAL" clId="{EC57FFA4-718A-4CE0-AF78-52E7B20E8B37}" dt="2026-10-04T00:59:18.221" v="2523" actId="47"/>
        <pc:sldMkLst>
          <pc:docMk/>
          <pc:sldMk cId="1403492596" sldId="319"/>
        </pc:sldMkLst>
      </pc:sldChg>
      <pc:sldChg chg="addSp delSp modSp add mod">
        <pc:chgData name="이 은찬" userId="7171d596-a1e6-43c2-b263-57fdfdab9399" providerId="ADAL" clId="{EC57FFA4-718A-4CE0-AF78-52E7B20E8B37}" dt="2026-10-24T07:37:43.244" v="6639" actId="1036"/>
        <pc:sldMkLst>
          <pc:docMk/>
          <pc:sldMk cId="1428185210" sldId="320"/>
        </pc:sldMkLst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" creationId="{AF2C995A-FBD9-4B5E-8ADF-8BA0767FBF82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3" creationId="{07FFDD8D-3A8C-F0FE-F1D1-69F95123D368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4" creationId="{FE9AF546-FEF0-5272-21A9-ABD2DC594F3A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5" creationId="{A47CF63F-7379-5935-A3E6-CBFC96C0A48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6" creationId="{08CCD159-0075-EB86-2DA3-61C9C8C3A0CC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7" creationId="{62D38A0D-E6A6-EE2F-2EA3-1A76CB45A9F7}"/>
          </ac:spMkLst>
        </pc:spChg>
        <pc:spChg chg="add mod">
          <ac:chgData name="이 은찬" userId="7171d596-a1e6-43c2-b263-57fdfdab9399" providerId="ADAL" clId="{EC57FFA4-718A-4CE0-AF78-52E7B20E8B37}" dt="2026-10-24T07:37:43.244" v="6639" actId="1036"/>
          <ac:spMkLst>
            <pc:docMk/>
            <pc:sldMk cId="1428185210" sldId="320"/>
            <ac:spMk id="7" creationId="{7A5AF82A-3235-1018-53E7-5EC5E62AE486}"/>
          </ac:spMkLst>
        </pc:spChg>
        <pc:spChg chg="mod">
          <ac:chgData name="이 은찬" userId="7171d596-a1e6-43c2-b263-57fdfdab9399" providerId="ADAL" clId="{EC57FFA4-718A-4CE0-AF78-52E7B20E8B37}" dt="2026-10-04T14:04:43.874" v="6578" actId="20577"/>
          <ac:spMkLst>
            <pc:docMk/>
            <pc:sldMk cId="1428185210" sldId="320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4:52.419" v="6388" actId="20577"/>
          <ac:spMkLst>
            <pc:docMk/>
            <pc:sldMk cId="1428185210" sldId="320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1" creationId="{3292745E-00FE-57BD-8D36-71F619327CFE}"/>
          </ac:spMkLst>
        </pc:spChg>
        <pc:spChg chg="add mod">
          <ac:chgData name="이 은찬" userId="7171d596-a1e6-43c2-b263-57fdfdab9399" providerId="ADAL" clId="{EC57FFA4-718A-4CE0-AF78-52E7B20E8B37}" dt="2026-10-04T00:59:48.004" v="2542" actId="20577"/>
          <ac:spMkLst>
            <pc:docMk/>
            <pc:sldMk cId="1428185210" sldId="320"/>
            <ac:spMk id="13" creationId="{A1CB8DBA-AFA5-F716-4E58-5E387C9EEA49}"/>
          </ac:spMkLst>
        </pc:spChg>
        <pc:spChg chg="add mod">
          <ac:chgData name="이 은찬" userId="7171d596-a1e6-43c2-b263-57fdfdab9399" providerId="ADAL" clId="{EC57FFA4-718A-4CE0-AF78-52E7B20E8B37}" dt="2026-10-04T03:18:17.403" v="6522" actId="20577"/>
          <ac:spMkLst>
            <pc:docMk/>
            <pc:sldMk cId="1428185210" sldId="320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8" creationId="{E053E291-9C7C-6929-93E6-754027FD9CD9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21" creationId="{DC5A2BE3-8C64-3655-57DE-4E664FA0A329}"/>
          </ac:spMkLst>
        </pc:spChg>
        <pc:spChg chg="add mod">
          <ac:chgData name="이 은찬" userId="7171d596-a1e6-43c2-b263-57fdfdab9399" providerId="ADAL" clId="{EC57FFA4-718A-4CE0-AF78-52E7B20E8B37}" dt="2026-10-04T03:19:03.673" v="6529" actId="1076"/>
          <ac:spMkLst>
            <pc:docMk/>
            <pc:sldMk cId="1428185210" sldId="320"/>
            <ac:spMk id="27" creationId="{83477C7F-220B-BB1C-E1BA-E3F52D07007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8" creationId="{4C1C1BBE-85E9-0CC1-378C-B6D78465C23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9" creationId="{178D9CA4-4D5E-F4F2-A9F0-638F576D130F}"/>
          </ac:spMkLst>
        </pc:spChg>
        <pc:spChg chg="add">
          <ac:chgData name="이 은찬" userId="7171d596-a1e6-43c2-b263-57fdfdab9399" providerId="ADAL" clId="{EC57FFA4-718A-4CE0-AF78-52E7B20E8B37}" dt="2026-10-04T01:03:33.091" v="2682"/>
          <ac:spMkLst>
            <pc:docMk/>
            <pc:sldMk cId="1428185210" sldId="320"/>
            <ac:spMk id="30" creationId="{5E2EE3F9-087E-FD5C-8349-33CFDB4FBA8B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8:34.920" v="2516"/>
          <ac:spMkLst>
            <pc:docMk/>
            <pc:sldMk cId="1428185210" sldId="320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8:26.507" v="2515" actId="20577"/>
          <ac:spMkLst>
            <pc:docMk/>
            <pc:sldMk cId="1428185210" sldId="320"/>
            <ac:spMk id="47" creationId="{5D08A8A4-1970-D2BB-759C-BC22ACF21903}"/>
          </ac:spMkLst>
        </pc:s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15" creationId="{7D5D5AEF-61E1-B817-43A1-4230D583FAD7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22" creationId="{1426E7F4-B5F6-435E-DE0F-23D57205E2D6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33" creationId="{42C50642-E74A-3E1D-5D79-994E555B4F13}"/>
          </ac:grpSpMkLst>
        </pc:grpChg>
        <pc:picChg chg="add mod modCrop">
          <ac:chgData name="이 은찬" userId="7171d596-a1e6-43c2-b263-57fdfdab9399" providerId="ADAL" clId="{EC57FFA4-718A-4CE0-AF78-52E7B20E8B37}" dt="2026-10-04T01:04:24.103" v="2697" actId="1037"/>
          <ac:picMkLst>
            <pc:docMk/>
            <pc:sldMk cId="1428185210" sldId="320"/>
            <ac:picMk id="31" creationId="{03252653-E0E1-D326-B0D1-061BC4F1239F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14:04:39.906" v="6577" actId="20577"/>
        <pc:sldMkLst>
          <pc:docMk/>
          <pc:sldMk cId="2162245801" sldId="321"/>
        </pc:sldMkLst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" creationId="{AF2C995A-FBD9-4B5E-8ADF-8BA0767FBF82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3" creationId="{07FFDD8D-3A8C-F0FE-F1D1-69F95123D368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4" creationId="{FE9AF546-FEF0-5272-21A9-ABD2DC594F3A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5" creationId="{A47CF63F-7379-5935-A3E6-CBFC96C0A48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6" creationId="{08CCD159-0075-EB86-2DA3-61C9C8C3A0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14:04:39.906" v="6577" actId="20577"/>
          <ac:spMkLst>
            <pc:docMk/>
            <pc:sldMk cId="2162245801" sldId="321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4:58.258" v="6390" actId="20577"/>
          <ac:spMkLst>
            <pc:docMk/>
            <pc:sldMk cId="2162245801" sldId="321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1" creationId="{3292745E-00FE-57BD-8D36-71F619327CF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3" creationId="{A1CB8DBA-AFA5-F716-4E58-5E387C9EEA49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5" creationId="{CE5B2A28-C3FB-A9E9-4994-6335F1A5E36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6" creationId="{66897D3E-06FB-EE58-ADC0-D8C91CB6D923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7" creationId="{15368484-69D2-B9C5-A35E-70F5C1A88A05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8" creationId="{E053E291-9C7C-6929-93E6-754027FD9CD9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9" creationId="{81B4F58C-0E20-D535-6FAC-F7B38CF014E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0" creationId="{D13B8CD6-82FD-61E9-13DE-F30F0E3541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1" creationId="{099FC34E-A91B-5E41-B54E-E8D6AEA32340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2" creationId="{B40E8801-0E4F-9291-1252-0B9C2094C371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3" creationId="{1AB0734C-4E25-4D22-4C68-7AF3623A4A0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4" creationId="{A0688C15-3316-F17A-4577-ADB9A3C644C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5" creationId="{1F7E20BF-43E0-B6CE-49A5-C29DDEBDEBC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7" creationId="{83477C7F-220B-BB1C-E1BA-E3F52D07007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8" creationId="{4C1C1BBE-85E9-0CC1-378C-B6D78465C23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9" creationId="{178D9CA4-4D5E-F4F2-A9F0-638F576D130F}"/>
          </ac:spMkLst>
        </pc:spChg>
        <pc:spChg chg="mod">
          <ac:chgData name="이 은찬" userId="7171d596-a1e6-43c2-b263-57fdfdab9399" providerId="ADAL" clId="{EC57FFA4-718A-4CE0-AF78-52E7B20E8B37}" dt="2026-10-04T00:59:34.884" v="2528"/>
          <ac:spMkLst>
            <pc:docMk/>
            <pc:sldMk cId="2162245801" sldId="321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9:31.921" v="2527" actId="20577"/>
          <ac:spMkLst>
            <pc:docMk/>
            <pc:sldMk cId="2162245801" sldId="321"/>
            <ac:spMk id="47" creationId="{5D08A8A4-1970-D2BB-759C-BC22ACF21903}"/>
          </ac:spMkLst>
        </pc:spChg>
      </pc:sldChg>
      <pc:sldChg chg="addSp delSp modSp add mod modAnim">
        <pc:chgData name="이 은찬" userId="7171d596-a1e6-43c2-b263-57fdfdab9399" providerId="ADAL" clId="{EC57FFA4-718A-4CE0-AF78-52E7B20E8B37}" dt="2026-10-04T14:04:36.415" v="6576" actId="20577"/>
        <pc:sldMkLst>
          <pc:docMk/>
          <pc:sldMk cId="3216845779" sldId="322"/>
        </pc:sldMkLst>
        <pc:spChg chg="add mod">
          <ac:chgData name="이 은찬" userId="7171d596-a1e6-43c2-b263-57fdfdab9399" providerId="ADAL" clId="{EC57FFA4-718A-4CE0-AF78-52E7B20E8B37}" dt="2026-10-04T01:07:55.526" v="2895" actId="14100"/>
          <ac:spMkLst>
            <pc:docMk/>
            <pc:sldMk cId="3216845779" sldId="322"/>
            <ac:spMk id="2" creationId="{80B0D32D-A97F-CF21-9EC0-C367D592E913}"/>
          </ac:spMkLst>
        </pc:spChg>
        <pc:spChg chg="add mod">
          <ac:chgData name="이 은찬" userId="7171d596-a1e6-43c2-b263-57fdfdab9399" providerId="ADAL" clId="{EC57FFA4-718A-4CE0-AF78-52E7B20E8B37}" dt="2026-10-04T03:20:26.780" v="6560" actId="20577"/>
          <ac:spMkLst>
            <pc:docMk/>
            <pc:sldMk cId="3216845779" sldId="322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14:04:36.415" v="6576" actId="20577"/>
          <ac:spMkLst>
            <pc:docMk/>
            <pc:sldMk cId="3216845779" sldId="322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04.368" v="6393" actId="20577"/>
          <ac:spMkLst>
            <pc:docMk/>
            <pc:sldMk cId="3216845779" sldId="322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5" creationId="{CE5B2A28-C3FB-A9E9-4994-6335F1A5E36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6" creationId="{66897D3E-06FB-EE58-ADC0-D8C91CB6D923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7" creationId="{15368484-69D2-B9C5-A35E-70F5C1A88A05}"/>
          </ac:spMkLst>
        </pc:spChg>
        <pc:spChg chg="add mod">
          <ac:chgData name="이 은찬" userId="7171d596-a1e6-43c2-b263-57fdfdab9399" providerId="ADAL" clId="{EC57FFA4-718A-4CE0-AF78-52E7B20E8B37}" dt="2026-10-04T09:34:51.962" v="6567" actId="404"/>
          <ac:spMkLst>
            <pc:docMk/>
            <pc:sldMk cId="3216845779" sldId="322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9" creationId="{81B4F58C-0E20-D535-6FAC-F7B38CF014E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0" creationId="{D13B8CD6-82FD-61E9-13DE-F30F0E3541CC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1" creationId="{099FC34E-A91B-5E41-B54E-E8D6AEA3234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2" creationId="{B40E8801-0E4F-9291-1252-0B9C2094C371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3" creationId="{1AB0734C-4E25-4D22-4C68-7AF3623A4A0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4" creationId="{A0688C15-3316-F17A-4577-ADB9A3C644C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5" creationId="{1F7E20BF-43E0-B6CE-49A5-C29DDEBDEBCE}"/>
          </ac:spMkLst>
        </pc:spChg>
        <pc:spChg chg="add mod">
          <ac:chgData name="이 은찬" userId="7171d596-a1e6-43c2-b263-57fdfdab9399" providerId="ADAL" clId="{EC57FFA4-718A-4CE0-AF78-52E7B20E8B37}" dt="2026-10-04T01:48:35.606" v="3466" actId="14100"/>
          <ac:spMkLst>
            <pc:docMk/>
            <pc:sldMk cId="3216845779" sldId="322"/>
            <ac:spMk id="33" creationId="{245432B3-CA61-A636-D8AF-B514E53472AC}"/>
          </ac:spMkLst>
        </pc:spChg>
        <pc:spChg chg="add mod">
          <ac:chgData name="이 은찬" userId="7171d596-a1e6-43c2-b263-57fdfdab9399" providerId="ADAL" clId="{EC57FFA4-718A-4CE0-AF78-52E7B20E8B37}" dt="2026-10-04T01:48:13.256" v="3463" actId="14100"/>
          <ac:spMkLst>
            <pc:docMk/>
            <pc:sldMk cId="3216845779" sldId="322"/>
            <ac:spMk id="34" creationId="{C62C5B1D-2642-F716-BC21-E4B3CFD37139}"/>
          </ac:spMkLst>
        </pc:spChg>
        <pc:spChg chg="add mod">
          <ac:chgData name="이 은찬" userId="7171d596-a1e6-43c2-b263-57fdfdab9399" providerId="ADAL" clId="{EC57FFA4-718A-4CE0-AF78-52E7B20E8B37}" dt="2026-10-04T01:49:10.361" v="3512" actId="14100"/>
          <ac:spMkLst>
            <pc:docMk/>
            <pc:sldMk cId="3216845779" sldId="322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1:03:00.331" v="2681" actId="20577"/>
          <ac:spMkLst>
            <pc:docMk/>
            <pc:sldMk cId="3216845779" sldId="322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18:49.424" v="4981" actId="20577"/>
          <ac:spMkLst>
            <pc:docMk/>
            <pc:sldMk cId="3216845779" sldId="322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1:44:06.118" v="3280" actId="1076"/>
          <ac:picMkLst>
            <pc:docMk/>
            <pc:sldMk cId="3216845779" sldId="322"/>
            <ac:picMk id="4" creationId="{5B8F39A3-0CD9-C9B2-1190-DCFCC9EC5C76}"/>
          </ac:picMkLst>
        </pc:picChg>
        <pc:picChg chg="add mod">
          <ac:chgData name="이 은찬" userId="7171d596-a1e6-43c2-b263-57fdfdab9399" providerId="ADAL" clId="{EC57FFA4-718A-4CE0-AF78-52E7B20E8B37}" dt="2026-10-04T01:44:08.706" v="3281" actId="1076"/>
          <ac:picMkLst>
            <pc:docMk/>
            <pc:sldMk cId="3216845779" sldId="322"/>
            <ac:picMk id="11" creationId="{4F629C38-7EB9-34D0-B41E-133CE2D9D7D5}"/>
          </ac:picMkLst>
        </pc:picChg>
        <pc:picChg chg="add mod">
          <ac:chgData name="이 은찬" userId="7171d596-a1e6-43c2-b263-57fdfdab9399" providerId="ADAL" clId="{EC57FFA4-718A-4CE0-AF78-52E7B20E8B37}" dt="2026-10-04T01:44:00.718" v="3278" actId="1076"/>
          <ac:picMkLst>
            <pc:docMk/>
            <pc:sldMk cId="3216845779" sldId="322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6" creationId="{65ABB3D3-394E-C6FF-8C2D-B78D11438C11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7" creationId="{2BFFD686-2790-7509-FF06-D99B72D19CAE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8" creationId="{43CCC572-A1EB-8F3F-B625-2B91C1891C6E}"/>
          </ac:picMkLst>
        </pc:picChg>
        <pc:picChg chg="add">
          <ac:chgData name="이 은찬" userId="7171d596-a1e6-43c2-b263-57fdfdab9399" providerId="ADAL" clId="{EC57FFA4-718A-4CE0-AF78-52E7B20E8B37}" dt="2026-10-04T01:45:56.025" v="3327"/>
          <ac:picMkLst>
            <pc:docMk/>
            <pc:sldMk cId="3216845779" sldId="322"/>
            <ac:picMk id="29" creationId="{93705C1F-1269-0A4C-8AA1-83E1396F616F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0" creationId="{7431268A-3C6F-B47A-951A-9FFC69E28358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1" creationId="{EEF24662-9F84-333C-435B-A0FACE657965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2" creationId="{CA265D05-EB81-FC91-0242-10A3BFA25F3D}"/>
          </ac:picMkLst>
        </pc:picChg>
      </pc:sldChg>
      <pc:sldChg chg="addSp delSp modSp add mod modAnim">
        <pc:chgData name="이 은찬" userId="7171d596-a1e6-43c2-b263-57fdfdab9399" providerId="ADAL" clId="{EC57FFA4-718A-4CE0-AF78-52E7B20E8B37}" dt="2026-10-04T14:04:33.413" v="6575" actId="20577"/>
        <pc:sldMkLst>
          <pc:docMk/>
          <pc:sldMk cId="4092808104" sldId="323"/>
        </pc:sldMkLst>
        <pc:spChg chg="add mod">
          <ac:chgData name="이 은찬" userId="7171d596-a1e6-43c2-b263-57fdfdab9399" providerId="ADAL" clId="{EC57FFA4-718A-4CE0-AF78-52E7B20E8B37}" dt="2026-10-04T01:54:03.253" v="3925" actId="20577"/>
          <ac:spMkLst>
            <pc:docMk/>
            <pc:sldMk cId="4092808104" sldId="323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3:48.927" v="3921" actId="20577"/>
          <ac:spMkLst>
            <pc:docMk/>
            <pc:sldMk cId="4092808104" sldId="323"/>
            <ac:spMk id="5" creationId="{3D44AE16-B0DE-D8F9-8365-D3DAF191B325}"/>
          </ac:spMkLst>
        </pc:spChg>
        <pc:spChg chg="add mod">
          <ac:chgData name="이 은찬" userId="7171d596-a1e6-43c2-b263-57fdfdab9399" providerId="ADAL" clId="{EC57FFA4-718A-4CE0-AF78-52E7B20E8B37}" dt="2026-10-04T01:56:01.786" v="4206" actId="207"/>
          <ac:spMkLst>
            <pc:docMk/>
            <pc:sldMk cId="4092808104" sldId="323"/>
            <ac:spMk id="6" creationId="{463CEC6C-02A0-2EF2-3CF6-7A6178FF9F14}"/>
          </ac:spMkLst>
        </pc:spChg>
        <pc:spChg chg="mod">
          <ac:chgData name="이 은찬" userId="7171d596-a1e6-43c2-b263-57fdfdab9399" providerId="ADAL" clId="{EC57FFA4-718A-4CE0-AF78-52E7B20E8B37}" dt="2026-10-04T14:04:33.413" v="6575" actId="20577"/>
          <ac:spMkLst>
            <pc:docMk/>
            <pc:sldMk cId="4092808104" sldId="323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08.326" v="6396" actId="20577"/>
          <ac:spMkLst>
            <pc:docMk/>
            <pc:sldMk cId="4092808104" sldId="323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3" creationId="{245432B3-CA61-A636-D8AF-B514E53472AC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4" creationId="{C62C5B1D-2642-F716-BC21-E4B3CFD37139}"/>
          </ac:spMkLst>
        </pc:spChg>
        <pc:spChg chg="del">
          <ac:chgData name="이 은찬" userId="7171d596-a1e6-43c2-b263-57fdfdab9399" providerId="ADAL" clId="{EC57FFA4-718A-4CE0-AF78-52E7B20E8B37}" dt="2026-10-04T01:51:22.070" v="3725" actId="478"/>
          <ac:spMkLst>
            <pc:docMk/>
            <pc:sldMk cId="4092808104" sldId="323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2:18:53.857" v="4983" actId="20577"/>
          <ac:spMkLst>
            <pc:docMk/>
            <pc:sldMk cId="4092808104" sldId="323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4" creationId="{5B8F39A3-0CD9-C9B2-1190-DCFCC9EC5C76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11" creationId="{4F629C38-7EB9-34D0-B41E-133CE2D9D7D5}"/>
          </ac:picMkLst>
        </pc:picChg>
        <pc:picChg chg="mod">
          <ac:chgData name="이 은찬" userId="7171d596-a1e6-43c2-b263-57fdfdab9399" providerId="ADAL" clId="{EC57FFA4-718A-4CE0-AF78-52E7B20E8B37}" dt="2026-10-04T01:51:36.544" v="3729" actId="1076"/>
          <ac:picMkLst>
            <pc:docMk/>
            <pc:sldMk cId="4092808104" sldId="323"/>
            <ac:picMk id="14" creationId="{16454A60-8264-9C79-9789-B998022B1D0C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0" creationId="{7431268A-3C6F-B47A-951A-9FFC69E28358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1" creationId="{EEF24662-9F84-333C-435B-A0FACE657965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2" creationId="{CA265D05-EB81-FC91-0242-10A3BFA25F3D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24T07:38:56.534" v="6641" actId="1076"/>
        <pc:sldMkLst>
          <pc:docMk/>
          <pc:sldMk cId="1815655865" sldId="324"/>
        </pc:sldMkLst>
        <pc:spChg chg="add mod">
          <ac:chgData name="이 은찬" userId="7171d596-a1e6-43c2-b263-57fdfdab9399" providerId="ADAL" clId="{EC57FFA4-718A-4CE0-AF78-52E7B20E8B37}" dt="2026-10-24T07:38:56.534" v="6641" actId="1076"/>
          <ac:spMkLst>
            <pc:docMk/>
            <pc:sldMk cId="1815655865" sldId="324"/>
            <ac:spMk id="3" creationId="{5F4EA4B0-93BB-B111-55A3-B824DB2932C8}"/>
          </ac:spMkLst>
        </pc:spChg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7:42.082" v="4255" actId="14100"/>
          <ac:spMkLst>
            <pc:docMk/>
            <pc:sldMk cId="1815655865" sldId="324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6" creationId="{463CEC6C-02A0-2EF2-3CF6-7A6178FF9F14}"/>
          </ac:spMkLst>
        </pc:spChg>
        <pc:spChg chg="add del">
          <ac:chgData name="이 은찬" userId="7171d596-a1e6-43c2-b263-57fdfdab9399" providerId="ADAL" clId="{EC57FFA4-718A-4CE0-AF78-52E7B20E8B37}" dt="2026-10-04T02:01:16.459" v="4258" actId="22"/>
          <ac:spMkLst>
            <pc:docMk/>
            <pc:sldMk cId="1815655865" sldId="324"/>
            <ac:spMk id="7" creationId="{7C0366DB-3F7E-36B0-221B-28B30D81EACC}"/>
          </ac:spMkLst>
        </pc:spChg>
        <pc:spChg chg="mod">
          <ac:chgData name="이 은찬" userId="7171d596-a1e6-43c2-b263-57fdfdab9399" providerId="ADAL" clId="{EC57FFA4-718A-4CE0-AF78-52E7B20E8B37}" dt="2026-10-04T14:04:30.194" v="6574" actId="20577"/>
          <ac:spMkLst>
            <pc:docMk/>
            <pc:sldMk cId="1815655865" sldId="324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14.016" v="6399" actId="20577"/>
          <ac:spMkLst>
            <pc:docMk/>
            <pc:sldMk cId="1815655865" sldId="324"/>
            <ac:spMk id="9" creationId="{00000000-0000-0000-0000-000000000000}"/>
          </ac:spMkLst>
        </pc:spChg>
        <pc:spChg chg="add del mod">
          <ac:chgData name="이 은찬" userId="7171d596-a1e6-43c2-b263-57fdfdab9399" providerId="ADAL" clId="{EC57FFA4-718A-4CE0-AF78-52E7B20E8B37}" dt="2026-10-04T02:01:48.128" v="4267" actId="478"/>
          <ac:spMkLst>
            <pc:docMk/>
            <pc:sldMk cId="1815655865" sldId="324"/>
            <ac:spMk id="11" creationId="{8993BDD0-62AF-512F-A3BA-263D505DA26C}"/>
          </ac:spMkLst>
        </pc:spChg>
        <pc:spChg chg="add del mod">
          <ac:chgData name="이 은찬" userId="7171d596-a1e6-43c2-b263-57fdfdab9399" providerId="ADAL" clId="{EC57FFA4-718A-4CE0-AF78-52E7B20E8B37}" dt="2026-10-04T02:04:07.166" v="4340" actId="478"/>
          <ac:spMkLst>
            <pc:docMk/>
            <pc:sldMk cId="1815655865" sldId="324"/>
            <ac:spMk id="13" creationId="{C74DAAA0-7E3F-0C68-32A6-92E8C4F67047}"/>
          </ac:spMkLst>
        </pc:spChg>
        <pc:spChg chg="add del mod">
          <ac:chgData name="이 은찬" userId="7171d596-a1e6-43c2-b263-57fdfdab9399" providerId="ADAL" clId="{EC57FFA4-718A-4CE0-AF78-52E7B20E8B37}" dt="2026-10-04T02:04:06.193" v="4339" actId="478"/>
          <ac:spMkLst>
            <pc:docMk/>
            <pc:sldMk cId="1815655865" sldId="324"/>
            <ac:spMk id="15" creationId="{4C662AD0-8409-F14E-9806-6C9F3169A645}"/>
          </ac:spMkLst>
        </pc:spChg>
        <pc:spChg chg="add del mod">
          <ac:chgData name="이 은찬" userId="7171d596-a1e6-43c2-b263-57fdfdab9399" providerId="ADAL" clId="{EC57FFA4-718A-4CE0-AF78-52E7B20E8B37}" dt="2026-10-04T02:04:10.653" v="4342" actId="478"/>
          <ac:spMkLst>
            <pc:docMk/>
            <pc:sldMk cId="1815655865" sldId="324"/>
            <ac:spMk id="16" creationId="{349D0DBF-AB94-9A8E-305E-E018EE267EDC}"/>
          </ac:spMkLst>
        </pc:spChg>
        <pc:spChg chg="add del mod">
          <ac:chgData name="이 은찬" userId="7171d596-a1e6-43c2-b263-57fdfdab9399" providerId="ADAL" clId="{EC57FFA4-718A-4CE0-AF78-52E7B20E8B37}" dt="2026-10-04T02:02:38.907" v="4300" actId="478"/>
          <ac:spMkLst>
            <pc:docMk/>
            <pc:sldMk cId="1815655865" sldId="324"/>
            <ac:spMk id="17" creationId="{F1F87626-7E3A-245E-F93D-BB0CEBC89FFA}"/>
          </ac:spMkLst>
        </pc:spChg>
        <pc:spChg chg="add">
          <ac:chgData name="이 은찬" userId="7171d596-a1e6-43c2-b263-57fdfdab9399" providerId="ADAL" clId="{EC57FFA4-718A-4CE0-AF78-52E7B20E8B37}" dt="2026-10-04T02:02:53.707" v="4303"/>
          <ac:spMkLst>
            <pc:docMk/>
            <pc:sldMk cId="1815655865" sldId="324"/>
            <ac:spMk id="18" creationId="{BE3AA62B-FE6F-12FF-970A-315864B4D4ED}"/>
          </ac:spMkLst>
        </pc:spChg>
        <pc:spChg chg="add mod">
          <ac:chgData name="이 은찬" userId="7171d596-a1e6-43c2-b263-57fdfdab9399" providerId="ADAL" clId="{EC57FFA4-718A-4CE0-AF78-52E7B20E8B37}" dt="2026-10-04T02:09:56.402" v="4730" actId="14100"/>
          <ac:spMkLst>
            <pc:docMk/>
            <pc:sldMk cId="1815655865" sldId="324"/>
            <ac:spMk id="20" creationId="{7ABE5F30-E9F2-4F0B-106C-0BD7532A4DF6}"/>
          </ac:spMkLst>
        </pc:spChg>
        <pc:spChg chg="add del">
          <ac:chgData name="이 은찬" userId="7171d596-a1e6-43c2-b263-57fdfdab9399" providerId="ADAL" clId="{EC57FFA4-718A-4CE0-AF78-52E7B20E8B37}" dt="2026-10-04T02:08:01.734" v="4601" actId="478"/>
          <ac:spMkLst>
            <pc:docMk/>
            <pc:sldMk cId="1815655865" sldId="324"/>
            <ac:spMk id="23" creationId="{911F1C4B-530C-046C-B16C-378DB667E571}"/>
          </ac:spMkLst>
        </pc:spChg>
        <pc:spChg chg="add mod">
          <ac:chgData name="이 은찬" userId="7171d596-a1e6-43c2-b263-57fdfdab9399" providerId="ADAL" clId="{EC57FFA4-718A-4CE0-AF78-52E7B20E8B37}" dt="2026-10-04T02:09:50.966" v="4729" actId="403"/>
          <ac:spMkLst>
            <pc:docMk/>
            <pc:sldMk cId="1815655865" sldId="324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8:57.873" v="4985" actId="20577"/>
          <ac:spMkLst>
            <pc:docMk/>
            <pc:sldMk cId="1815655865" sldId="324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7:46.150" v="4256" actId="478"/>
          <ac:picMkLst>
            <pc:docMk/>
            <pc:sldMk cId="1815655865" sldId="324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2:03:25.202" v="4315" actId="14100"/>
          <ac:picMkLst>
            <pc:docMk/>
            <pc:sldMk cId="1815655865" sldId="324"/>
            <ac:picMk id="19" creationId="{4497B589-76C8-37B8-D3E5-D9EAE2DEE7F0}"/>
          </ac:picMkLst>
        </pc:picChg>
        <pc:picChg chg="add mod modCrop">
          <ac:chgData name="이 은찬" userId="7171d596-a1e6-43c2-b263-57fdfdab9399" providerId="ADAL" clId="{EC57FFA4-718A-4CE0-AF78-52E7B20E8B37}" dt="2026-10-04T02:07:15.876" v="4599" actId="14100"/>
          <ac:picMkLst>
            <pc:docMk/>
            <pc:sldMk cId="1815655865" sldId="324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14:04:26.216" v="6573" actId="20577"/>
        <pc:sldMkLst>
          <pc:docMk/>
          <pc:sldMk cId="3453148315" sldId="325"/>
        </pc:sldMkLst>
        <pc:spChg chg="add mod">
          <ac:chgData name="이 은찬" userId="7171d596-a1e6-43c2-b263-57fdfdab9399" providerId="ADAL" clId="{EC57FFA4-718A-4CE0-AF78-52E7B20E8B37}" dt="2026-10-04T02:13:16.835" v="4942" actId="207"/>
          <ac:spMkLst>
            <pc:docMk/>
            <pc:sldMk cId="3453148315" sldId="325"/>
            <ac:spMk id="3" creationId="{C44B978F-2979-6423-C37C-0FED5AAA89A2}"/>
          </ac:spMkLst>
        </pc:spChg>
        <pc:spChg chg="add mod">
          <ac:chgData name="이 은찬" userId="7171d596-a1e6-43c2-b263-57fdfdab9399" providerId="ADAL" clId="{EC57FFA4-718A-4CE0-AF78-52E7B20E8B37}" dt="2026-10-04T02:17:52.352" v="4971" actId="1036"/>
          <ac:spMkLst>
            <pc:docMk/>
            <pc:sldMk cId="3453148315" sldId="325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2:10:35.273" v="4755"/>
          <ac:spMkLst>
            <pc:docMk/>
            <pc:sldMk cId="3453148315" sldId="325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14:04:26.216" v="6573" actId="20577"/>
          <ac:spMkLst>
            <pc:docMk/>
            <pc:sldMk cId="3453148315" sldId="325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21.412" v="6402" actId="20577"/>
          <ac:spMkLst>
            <pc:docMk/>
            <pc:sldMk cId="3453148315" sldId="325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2:18:21.752" v="4975" actId="1076"/>
          <ac:spMkLst>
            <pc:docMk/>
            <pc:sldMk cId="3453148315" sldId="325"/>
            <ac:spMk id="11" creationId="{3E79B1DC-DBFA-6F23-D521-D60198493432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0" creationId="{7ABE5F30-E9F2-4F0B-106C-0BD7532A4DF6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9:00.774" v="4987" actId="20577"/>
          <ac:spMkLst>
            <pc:docMk/>
            <pc:sldMk cId="3453148315" sldId="325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2:18:34.047" v="4979" actId="1076"/>
          <ac:picMkLst>
            <pc:docMk/>
            <pc:sldMk cId="3453148315" sldId="325"/>
            <ac:picMk id="7" creationId="{147B05D6-2E34-121E-6F5C-8550EE076F17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19" creationId="{4497B589-76C8-37B8-D3E5-D9EAE2DEE7F0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24T07:39:27.422" v="6646" actId="1038"/>
        <pc:sldMkLst>
          <pc:docMk/>
          <pc:sldMk cId="2893566422" sldId="326"/>
        </pc:sldMkLst>
        <pc:spChg chg="add mod">
          <ac:chgData name="이 은찬" userId="7171d596-a1e6-43c2-b263-57fdfdab9399" providerId="ADAL" clId="{EC57FFA4-718A-4CE0-AF78-52E7B20E8B37}" dt="2026-10-24T07:39:27.422" v="6646" actId="1038"/>
          <ac:spMkLst>
            <pc:docMk/>
            <pc:sldMk cId="2893566422" sldId="326"/>
            <ac:spMk id="3" creationId="{6FE9ADAA-31B4-DFC0-42BC-960A2514EF9F}"/>
          </ac:spMkLst>
        </pc:spChg>
        <pc:spChg chg="del">
          <ac:chgData name="이 은찬" userId="7171d596-a1e6-43c2-b263-57fdfdab9399" providerId="ADAL" clId="{EC57FFA4-718A-4CE0-AF78-52E7B20E8B37}" dt="2026-10-04T02:19:59.022" v="5041" actId="478"/>
          <ac:spMkLst>
            <pc:docMk/>
            <pc:sldMk cId="2893566422" sldId="326"/>
            <ac:spMk id="3" creationId="{C44B978F-2979-6423-C37C-0FED5AAA89A2}"/>
          </ac:spMkLst>
        </pc:spChg>
        <pc:spChg chg="del">
          <ac:chgData name="이 은찬" userId="7171d596-a1e6-43c2-b263-57fdfdab9399" providerId="ADAL" clId="{EC57FFA4-718A-4CE0-AF78-52E7B20E8B37}" dt="2026-10-04T02:20:00.158" v="5042" actId="478"/>
          <ac:spMkLst>
            <pc:docMk/>
            <pc:sldMk cId="2893566422" sldId="326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3:15:24.620" v="6489" actId="20577"/>
          <ac:spMkLst>
            <pc:docMk/>
            <pc:sldMk cId="2893566422" sldId="326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14:04:22.288" v="6572" actId="20577"/>
          <ac:spMkLst>
            <pc:docMk/>
            <pc:sldMk cId="2893566422" sldId="326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26.510" v="6405" actId="20577"/>
          <ac:spMkLst>
            <pc:docMk/>
            <pc:sldMk cId="2893566422" sldId="326"/>
            <ac:spMk id="9" creationId="{00000000-0000-0000-0000-000000000000}"/>
          </ac:spMkLst>
        </pc:spChg>
        <pc:spChg chg="add">
          <ac:chgData name="이 은찬" userId="7171d596-a1e6-43c2-b263-57fdfdab9399" providerId="ADAL" clId="{EC57FFA4-718A-4CE0-AF78-52E7B20E8B37}" dt="2026-10-04T02:28:41.466" v="5058"/>
          <ac:spMkLst>
            <pc:docMk/>
            <pc:sldMk cId="2893566422" sldId="326"/>
            <ac:spMk id="13" creationId="{81147B18-C3A5-C4DA-4CBA-55E91494B915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7" creationId="{509DE5F9-DF3F-DD5D-8941-DC6930B18F41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8" creationId="{77051AD5-3433-E340-0609-98311F93A237}"/>
          </ac:spMkLst>
        </pc:spChg>
        <pc:spChg chg="add mod">
          <ac:chgData name="이 은찬" userId="7171d596-a1e6-43c2-b263-57fdfdab9399" providerId="ADAL" clId="{EC57FFA4-718A-4CE0-AF78-52E7B20E8B37}" dt="2026-10-04T02:35:19.315" v="5461" actId="207"/>
          <ac:spMkLst>
            <pc:docMk/>
            <pc:sldMk cId="2893566422" sldId="326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2:19:06.617" v="4990" actId="20577"/>
          <ac:spMkLst>
            <pc:docMk/>
            <pc:sldMk cId="2893566422" sldId="326"/>
            <ac:spMk id="47" creationId="{5D08A8A4-1970-D2BB-759C-BC22ACF21903}"/>
          </ac:spMkLst>
        </pc:spChg>
        <pc:picChg chg="add del mod modCrop">
          <ac:chgData name="이 은찬" userId="7171d596-a1e6-43c2-b263-57fdfdab9399" providerId="ADAL" clId="{EC57FFA4-718A-4CE0-AF78-52E7B20E8B37}" dt="2026-10-04T02:29:04.992" v="5064" actId="478"/>
          <ac:picMkLst>
            <pc:docMk/>
            <pc:sldMk cId="2893566422" sldId="326"/>
            <ac:picMk id="6" creationId="{B0CA3285-93A4-2016-0E97-2E3A8C19EB26}"/>
          </ac:picMkLst>
        </pc:picChg>
        <pc:picChg chg="del">
          <ac:chgData name="이 은찬" userId="7171d596-a1e6-43c2-b263-57fdfdab9399" providerId="ADAL" clId="{EC57FFA4-718A-4CE0-AF78-52E7B20E8B37}" dt="2026-10-04T02:20:00.717" v="5043" actId="478"/>
          <ac:picMkLst>
            <pc:docMk/>
            <pc:sldMk cId="2893566422" sldId="326"/>
            <ac:picMk id="7" creationId="{147B05D6-2E34-121E-6F5C-8550EE076F17}"/>
          </ac:picMkLst>
        </pc:picChg>
        <pc:picChg chg="add del mod modCrop">
          <ac:chgData name="이 은찬" userId="7171d596-a1e6-43c2-b263-57fdfdab9399" providerId="ADAL" clId="{EC57FFA4-718A-4CE0-AF78-52E7B20E8B37}" dt="2026-10-04T02:29:05.705" v="5065" actId="478"/>
          <ac:picMkLst>
            <pc:docMk/>
            <pc:sldMk cId="2893566422" sldId="326"/>
            <ac:picMk id="11" creationId="{E8A91571-1EBB-8EDE-F5E7-EFE737D0BE17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4" creationId="{4E9CA4B5-FF68-FF6B-1D35-6D62698E12B8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5" creationId="{7364D966-1C00-2EC0-6160-BD3257D30454}"/>
          </ac:picMkLst>
        </pc:picChg>
        <pc:picChg chg="add mod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6" creationId="{F2EAA878-3DEA-A1FA-11D3-592F0D701AD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24T07:39:48.829" v="6674" actId="20577"/>
        <pc:sldMkLst>
          <pc:docMk/>
          <pc:sldMk cId="2249553786" sldId="327"/>
        </pc:sldMkLst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2" creationId="{80B0D32D-A97F-CF21-9EC0-C367D592E913}"/>
          </ac:spMkLst>
        </pc:spChg>
        <pc:spChg chg="add del mod">
          <ac:chgData name="이 은찬" userId="7171d596-a1e6-43c2-b263-57fdfdab9399" providerId="ADAL" clId="{EC57FFA4-718A-4CE0-AF78-52E7B20E8B37}" dt="2026-10-04T02:39:58.769" v="5683" actId="478"/>
          <ac:spMkLst>
            <pc:docMk/>
            <pc:sldMk cId="2249553786" sldId="327"/>
            <ac:spMk id="3" creationId="{4C4105A1-7B34-6FED-B2D9-D0698EB2DC95}"/>
          </ac:spMkLst>
        </pc:spChg>
        <pc:spChg chg="add del mod">
          <ac:chgData name="이 은찬" userId="7171d596-a1e6-43c2-b263-57fdfdab9399" providerId="ADAL" clId="{EC57FFA4-718A-4CE0-AF78-52E7B20E8B37}" dt="2026-10-04T02:39:10.962" v="5645" actId="478"/>
          <ac:spMkLst>
            <pc:docMk/>
            <pc:sldMk cId="2249553786" sldId="327"/>
            <ac:spMk id="4" creationId="{5783235D-54B8-6B63-8D82-92F282C049C5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14:04:18.852" v="6571" actId="20577"/>
          <ac:spMkLst>
            <pc:docMk/>
            <pc:sldMk cId="2249553786" sldId="327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31.394" v="6408" actId="20577"/>
          <ac:spMkLst>
            <pc:docMk/>
            <pc:sldMk cId="2249553786" sldId="327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7" creationId="{509DE5F9-DF3F-DD5D-8941-DC6930B18F41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8" creationId="{77051AD5-3433-E340-0609-98311F93A237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3:04:40.106" v="6386" actId="20577"/>
          <ac:spMkLst>
            <pc:docMk/>
            <pc:sldMk cId="2249553786" sldId="327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37:16.879" v="5559" actId="20577"/>
          <ac:spMkLst>
            <pc:docMk/>
            <pc:sldMk cId="2249553786" sldId="327"/>
            <ac:spMk id="47" creationId="{5D08A8A4-1970-D2BB-759C-BC22ACF21903}"/>
          </ac:spMkLst>
        </pc:spChg>
        <pc:graphicFrameChg chg="add mod modGraphic">
          <ac:chgData name="이 은찬" userId="7171d596-a1e6-43c2-b263-57fdfdab9399" providerId="ADAL" clId="{EC57FFA4-718A-4CE0-AF78-52E7B20E8B37}" dt="2026-10-24T07:39:48.829" v="6674" actId="20577"/>
          <ac:graphicFrameMkLst>
            <pc:docMk/>
            <pc:sldMk cId="2249553786" sldId="327"/>
            <ac:graphicFrameMk id="6" creationId="{3AA74524-C543-DF2A-42EA-4F75FC365C0B}"/>
          </ac:graphicFrameMkLst>
        </pc:graphicFrameChg>
        <pc:graphicFrameChg chg="add mod">
          <ac:chgData name="이 은찬" userId="7171d596-a1e6-43c2-b263-57fdfdab9399" providerId="ADAL" clId="{EC57FFA4-718A-4CE0-AF78-52E7B20E8B37}" dt="2026-10-04T02:42:42.978" v="5801"/>
          <ac:graphicFrameMkLst>
            <pc:docMk/>
            <pc:sldMk cId="2249553786" sldId="327"/>
            <ac:graphicFrameMk id="7" creationId="{F0B0FA56-71F1-0EDC-811D-25683841FBC9}"/>
          </ac:graphicFrameMkLst>
        </pc:graphicFrame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4" creationId="{4E9CA4B5-FF68-FF6B-1D35-6D62698E12B8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5" creationId="{7364D966-1C00-2EC0-6160-BD3257D30454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6" creationId="{F2EAA878-3DEA-A1FA-11D3-592F0D701AD0}"/>
          </ac:picMkLst>
        </pc:picChg>
      </pc:sldChg>
      <pc:sldChg chg="modSp add mod">
        <pc:chgData name="이 은찬" userId="7171d596-a1e6-43c2-b263-57fdfdab9399" providerId="ADAL" clId="{EC57FFA4-718A-4CE0-AF78-52E7B20E8B37}" dt="2026-10-24T07:40:22.331" v="6677" actId="2710"/>
        <pc:sldMkLst>
          <pc:docMk/>
          <pc:sldMk cId="3232403141" sldId="328"/>
        </pc:sldMkLst>
        <pc:spChg chg="mod">
          <ac:chgData name="이 은찬" userId="7171d596-a1e6-43c2-b263-57fdfdab9399" providerId="ADAL" clId="{EC57FFA4-718A-4CE0-AF78-52E7B20E8B37}" dt="2026-10-04T14:04:14.959" v="6570" actId="20577"/>
          <ac:spMkLst>
            <pc:docMk/>
            <pc:sldMk cId="3232403141" sldId="328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36.311" v="6411" actId="20577"/>
          <ac:spMkLst>
            <pc:docMk/>
            <pc:sldMk cId="3232403141" sldId="328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4:35.966" v="6385" actId="20577"/>
          <ac:spMkLst>
            <pc:docMk/>
            <pc:sldMk cId="3232403141" sldId="32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3:04:23.142" v="6381" actId="14100"/>
          <ac:spMkLst>
            <pc:docMk/>
            <pc:sldMk cId="3232403141" sldId="32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3:04:08.703" v="6379" actId="14100"/>
          <ac:spMkLst>
            <pc:docMk/>
            <pc:sldMk cId="3232403141" sldId="328"/>
            <ac:spMk id="47" creationId="{5D08A8A4-1970-D2BB-759C-BC22ACF21903}"/>
          </ac:spMkLst>
        </pc:spChg>
        <pc:graphicFrameChg chg="mod modGraphic">
          <ac:chgData name="이 은찬" userId="7171d596-a1e6-43c2-b263-57fdfdab9399" providerId="ADAL" clId="{EC57FFA4-718A-4CE0-AF78-52E7B20E8B37}" dt="2026-10-24T07:40:22.331" v="6677" actId="2710"/>
          <ac:graphicFrameMkLst>
            <pc:docMk/>
            <pc:sldMk cId="3232403141" sldId="328"/>
            <ac:graphicFrameMk id="6" creationId="{3AA74524-C543-DF2A-42EA-4F75FC365C0B}"/>
          </ac:graphicFrameMkLst>
        </pc:graphicFrameChg>
      </pc:sldChg>
    </pc:docChg>
  </pc:docChgLst>
  <pc:docChgLst>
    <pc:chgData name="이 은찬" userId="7171d596-a1e6-43c2-b263-57fdfdab9399" providerId="ADAL" clId="{76144162-B7B6-40E4-A480-CFC11E63907E}"/>
    <pc:docChg chg="custSel modSld">
      <pc:chgData name="이 은찬" userId="7171d596-a1e6-43c2-b263-57fdfdab9399" providerId="ADAL" clId="{76144162-B7B6-40E4-A480-CFC11E63907E}" dt="2026-10-03T06:59:00.312" v="33" actId="20577"/>
      <pc:docMkLst>
        <pc:docMk/>
      </pc:docMkLst>
      <pc:sldChg chg="modSp mod">
        <pc:chgData name="이 은찬" userId="7171d596-a1e6-43c2-b263-57fdfdab9399" providerId="ADAL" clId="{76144162-B7B6-40E4-A480-CFC11E63907E}" dt="2026-10-03T06:59:00.312" v="33" actId="20577"/>
        <pc:sldMkLst>
          <pc:docMk/>
          <pc:sldMk cId="4246831794" sldId="266"/>
        </pc:sldMkLst>
        <pc:spChg chg="mod">
          <ac:chgData name="이 은찬" userId="7171d596-a1e6-43c2-b263-57fdfdab9399" providerId="ADAL" clId="{76144162-B7B6-40E4-A480-CFC11E63907E}" dt="2026-10-03T06:59:00.312" v="33" actId="20577"/>
          <ac:spMkLst>
            <pc:docMk/>
            <pc:sldMk cId="4246831794" sldId="26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52:09.105" v="23" actId="20577"/>
          <ac:spMkLst>
            <pc:docMk/>
            <pc:sldMk cId="4246831794" sldId="266"/>
            <ac:spMk id="96" creationId="{00000000-0000-0000-0000-000000000000}"/>
          </ac:spMkLst>
        </pc:spChg>
      </pc:sldChg>
      <pc:sldChg chg="modSp mod">
        <pc:chgData name="이 은찬" userId="7171d596-a1e6-43c2-b263-57fdfdab9399" providerId="ADAL" clId="{76144162-B7B6-40E4-A480-CFC11E63907E}" dt="2026-10-03T06:52:14.843" v="32" actId="20577"/>
        <pc:sldMkLst>
          <pc:docMk/>
          <pc:sldMk cId="0" sldId="283"/>
        </pc:sldMkLst>
        <pc:spChg chg="mod">
          <ac:chgData name="이 은찬" userId="7171d596-a1e6-43c2-b263-57fdfdab9399" providerId="ADAL" clId="{76144162-B7B6-40E4-A480-CFC11E63907E}" dt="2026-10-03T06:52:14.843" v="32" actId="20577"/>
          <ac:spMkLst>
            <pc:docMk/>
            <pc:sldMk cId="0" sldId="283"/>
            <ac:spMk id="96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48:48.840" v="7" actId="20577"/>
          <ac:spMkLst>
            <pc:docMk/>
            <pc:sldMk cId="0" sldId="283"/>
            <ac:spMk id="10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52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956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272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3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087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21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713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56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200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256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293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543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634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0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microsoft.com/office/2007/relationships/hdphoto" Target="../media/hdphoto2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microsoft.com/office/2007/relationships/hdphoto" Target="../media/hdphoto7.wdp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2267" y="3382833"/>
            <a:ext cx="9903316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우리의 생각을 모아 계획 세우기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2">
            <a:extLst>
              <a:ext uri="{FF2B5EF4-FFF2-40B4-BE49-F238E27FC236}">
                <a16:creationId xmlns:a16="http://schemas.microsoft.com/office/drawing/2014/main" id="{FA334E57-535E-D53B-C8AD-17A1D28241E4}"/>
              </a:ext>
            </a:extLst>
          </p:cNvPr>
          <p:cNvSpPr/>
          <p:nvPr/>
        </p:nvSpPr>
        <p:spPr>
          <a:xfrm>
            <a:off x="472268" y="4281006"/>
            <a:ext cx="4951658" cy="308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(</a:t>
            </a:r>
            <a:r>
              <a:rPr lang="ko-KR" altLang="en-US" sz="1500" b="1" u="none" dirty="0">
                <a:solidFill>
                  <a:srgbClr val="F6877E"/>
                </a:solidFill>
                <a:latin typeface="+mj-ea"/>
                <a:ea typeface="+mj-ea"/>
              </a:rPr>
              <a:t>공간 디자인 계획 세우기</a:t>
            </a:r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)</a:t>
            </a:r>
            <a:endParaRPr lang="ko-KR" altLang="en-US" sz="1500" b="1" u="none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5E423-5130-678A-F2A2-6017CB42FB8E}"/>
              </a:ext>
            </a:extLst>
          </p:cNvPr>
          <p:cNvSpPr/>
          <p:nvPr/>
        </p:nvSpPr>
        <p:spPr>
          <a:xfrm>
            <a:off x="5159542" y="1977998"/>
            <a:ext cx="2542512" cy="66633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373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이번 차시의 프로젝트 단계는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도입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5565" y="3169213"/>
            <a:ext cx="10397305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38657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D9534A"/>
                </a:solidFill>
                <a:latin typeface="+mj-ea"/>
                <a:ea typeface="+mj-ea"/>
              </a:rPr>
              <a:t>이해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971541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발견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704425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200" b="1" dirty="0">
                <a:solidFill>
                  <a:srgbClr val="D9534A"/>
                </a:solidFill>
                <a:latin typeface="+mj-ea"/>
                <a:ea typeface="+mj-ea"/>
              </a:rPr>
              <a:t>발상</a:t>
            </a:r>
            <a:endParaRPr sz="22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37310" y="2492305"/>
            <a:ext cx="1353816" cy="1353816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계획</a:t>
            </a:r>
            <a:endParaRPr sz="2000" b="1" u="none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0194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점검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903078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실행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0635962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성찰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AFCF6A-D709-A8B5-CC63-6914AEE57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120" y="1604846"/>
            <a:ext cx="1214918" cy="12149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45240A-967E-5DDE-85B9-0E3683CD2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757" y="1604846"/>
            <a:ext cx="1214918" cy="1214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F4C225-D12B-793F-5AE4-A66C69E365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4151" y="1604846"/>
            <a:ext cx="1214918" cy="12149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A56EA5-FFDF-771C-C13B-6290377B09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7545" y="1604846"/>
            <a:ext cx="1214918" cy="1214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30F32C6-F35C-78BB-9343-3ED5FAF59B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0939" y="1604846"/>
            <a:ext cx="1214918" cy="1214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8E921A-7829-0BD1-F3C9-B93975F1AA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4333" y="1604846"/>
            <a:ext cx="1214918" cy="12149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7346D-28B4-79AB-63DC-3F5753620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7727" y="1604846"/>
            <a:ext cx="1214918" cy="1214918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3CEA3C-687A-33A9-F268-DAD19E2A567F}"/>
              </a:ext>
            </a:extLst>
          </p:cNvPr>
          <p:cNvSpPr/>
          <p:nvPr/>
        </p:nvSpPr>
        <p:spPr>
          <a:xfrm>
            <a:off x="2204829" y="4953600"/>
            <a:ext cx="9715500" cy="1196772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이번 차시를 배우면 여러분은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조형 요소와 조형 원리를 활용하여 공간 디자인 아이디어를 구체화하고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실제로 만들 수 있는 계획을 세울 수 있어요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E7FE75-2E23-0C91-04F6-0F3CC49ED665}"/>
              </a:ext>
            </a:extLst>
          </p:cNvPr>
          <p:cNvSpPr/>
          <p:nvPr/>
        </p:nvSpPr>
        <p:spPr>
          <a:xfrm>
            <a:off x="18140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0AE18-0900-A828-1F58-9A19E59A07F5}"/>
              </a:ext>
            </a:extLst>
          </p:cNvPr>
          <p:cNvSpPr/>
          <p:nvPr/>
        </p:nvSpPr>
        <p:spPr>
          <a:xfrm>
            <a:off x="10581713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68277-2D3A-8AD5-F027-647F2A1857A9}"/>
              </a:ext>
            </a:extLst>
          </p:cNvPr>
          <p:cNvSpPr/>
          <p:nvPr/>
        </p:nvSpPr>
        <p:spPr>
          <a:xfrm>
            <a:off x="538155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en-US" altLang="ko-KR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★</a:t>
            </a:r>
            <a:r>
              <a:rPr lang="en-US" altLang="ko-KR" sz="2000" spc="-147" dirty="0">
                <a:solidFill>
                  <a:srgbClr val="DD675F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4F26A3-B3FF-1B7F-5E5F-7B63B6C5BF50}"/>
              </a:ext>
            </a:extLst>
          </p:cNvPr>
          <p:cNvSpPr/>
          <p:nvPr/>
        </p:nvSpPr>
        <p:spPr>
          <a:xfrm>
            <a:off x="711494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BE7C41-2F0B-1E9E-28A7-4ADA194B2A0B}"/>
              </a:ext>
            </a:extLst>
          </p:cNvPr>
          <p:cNvSpPr/>
          <p:nvPr/>
        </p:nvSpPr>
        <p:spPr>
          <a:xfrm>
            <a:off x="884832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87F09-2E70-65FA-07B9-57FDBAFFED31}"/>
              </a:ext>
            </a:extLst>
          </p:cNvPr>
          <p:cNvSpPr/>
          <p:nvPr/>
        </p:nvSpPr>
        <p:spPr>
          <a:xfrm>
            <a:off x="191478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C5DED1-05E4-E59A-8A3E-04BE6773E042}"/>
              </a:ext>
            </a:extLst>
          </p:cNvPr>
          <p:cNvSpPr/>
          <p:nvPr/>
        </p:nvSpPr>
        <p:spPr>
          <a:xfrm>
            <a:off x="3648172" y="394956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6D62F07-BA29-5543-7794-DD3CAF78DD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93" y="4393821"/>
            <a:ext cx="2106000" cy="210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8F06015F-0C2A-88F1-C0CD-C64A6C1738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53" r="21934" b="37050"/>
          <a:stretch/>
        </p:blipFill>
        <p:spPr>
          <a:xfrm>
            <a:off x="4245428" y="1824164"/>
            <a:ext cx="3789219" cy="2449123"/>
          </a:xfrm>
          <a:prstGeom prst="rect">
            <a:avLst/>
          </a:prstGeom>
        </p:spPr>
      </p:pic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같은 아이디어인데 왜 느낌이 다를까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DEC6DB-55AF-F13D-AB47-7ACAA1371AFE}"/>
              </a:ext>
            </a:extLst>
          </p:cNvPr>
          <p:cNvGrpSpPr/>
          <p:nvPr/>
        </p:nvGrpSpPr>
        <p:grpSpPr>
          <a:xfrm>
            <a:off x="519760" y="1301339"/>
            <a:ext cx="9373178" cy="379656"/>
            <a:chOff x="882303" y="1491687"/>
            <a:chExt cx="7029896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9F6678-988E-B4AE-864D-F4CFE5D8592F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802D531F-43CC-7F30-8933-8AAB320D51A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5149CE-8166-C52B-D92D-BCEAFFE97638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E5F600-0999-9422-1C3C-8299F3CA9C9E}"/>
                </a:ext>
              </a:extLst>
            </p:cNvPr>
            <p:cNvSpPr txBox="1"/>
            <p:nvPr/>
          </p:nvSpPr>
          <p:spPr>
            <a:xfrm>
              <a:off x="1139406" y="1491687"/>
              <a:ext cx="6772793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디자인 하려는 방향은 같은데 결과는 서로 어떻게 달라졌는지 살펴봅시다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023E0A9-9175-5DA3-6853-B68F4C4C9B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27" r="21234" b="35619"/>
          <a:stretch/>
        </p:blipFill>
        <p:spPr>
          <a:xfrm>
            <a:off x="8208827" y="1815181"/>
            <a:ext cx="3862260" cy="2449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079039-266D-4F01-DD58-898AD18FF396}"/>
              </a:ext>
            </a:extLst>
          </p:cNvPr>
          <p:cNvSpPr txBox="1"/>
          <p:nvPr/>
        </p:nvSpPr>
        <p:spPr>
          <a:xfrm>
            <a:off x="10618395" y="4214927"/>
            <a:ext cx="1573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0AFA4A-78C1-2713-DE8E-5D067A54C601}"/>
              </a:ext>
            </a:extLst>
          </p:cNvPr>
          <p:cNvSpPr/>
          <p:nvPr/>
        </p:nvSpPr>
        <p:spPr>
          <a:xfrm>
            <a:off x="7908376" y="2775219"/>
            <a:ext cx="539931" cy="52904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69BC45E-B464-40C9-4B95-B2B2B69C57CD}"/>
              </a:ext>
            </a:extLst>
          </p:cNvPr>
          <p:cNvSpPr/>
          <p:nvPr/>
        </p:nvSpPr>
        <p:spPr>
          <a:xfrm>
            <a:off x="120994" y="5033556"/>
            <a:ext cx="1394297" cy="1371776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두 디자인은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어떤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차이점이 있나요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AD02CD-DBFC-D0DA-884A-8C6CE057AB43}"/>
              </a:ext>
            </a:extLst>
          </p:cNvPr>
          <p:cNvSpPr/>
          <p:nvPr/>
        </p:nvSpPr>
        <p:spPr>
          <a:xfrm>
            <a:off x="1593669" y="5033555"/>
            <a:ext cx="10502536" cy="137177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44D4F6B-0EFC-4B4E-F7A5-05D574541FD3}"/>
              </a:ext>
            </a:extLst>
          </p:cNvPr>
          <p:cNvSpPr/>
          <p:nvPr/>
        </p:nvSpPr>
        <p:spPr>
          <a:xfrm>
            <a:off x="132301" y="4397832"/>
            <a:ext cx="1394297" cy="557348"/>
          </a:xfrm>
          <a:prstGeom prst="roundRect">
            <a:avLst/>
          </a:prstGeom>
          <a:solidFill>
            <a:srgbClr val="F6877E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디자인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방향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269A05A-9FF3-3A2F-BE29-C0857A9FADD5}"/>
              </a:ext>
            </a:extLst>
          </p:cNvPr>
          <p:cNvSpPr/>
          <p:nvPr/>
        </p:nvSpPr>
        <p:spPr>
          <a:xfrm>
            <a:off x="1593669" y="4397832"/>
            <a:ext cx="10502536" cy="557348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교실에 남는 책상과 의자를 활용하여 교실 뒤 빈 공간에 휴식과 독서를 위한 공간 만들기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4459A9-B87A-3E56-AA0D-78BFF9531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24" y="1824164"/>
            <a:ext cx="3876424" cy="2449124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723BE1C-A66D-C3F9-7004-E48C5D0B9708}"/>
              </a:ext>
            </a:extLst>
          </p:cNvPr>
          <p:cNvSpPr/>
          <p:nvPr/>
        </p:nvSpPr>
        <p:spPr>
          <a:xfrm flipH="1">
            <a:off x="3862242" y="2775219"/>
            <a:ext cx="539931" cy="52904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04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8F06015F-0C2A-88F1-C0CD-C64A6C1738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53" r="21934" b="37050"/>
          <a:stretch/>
        </p:blipFill>
        <p:spPr>
          <a:xfrm>
            <a:off x="4245428" y="1824164"/>
            <a:ext cx="3789219" cy="2449123"/>
          </a:xfrm>
          <a:prstGeom prst="rect">
            <a:avLst/>
          </a:prstGeom>
        </p:spPr>
      </p:pic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같은 아이디어인데 왜 느낌이 다를까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DEC6DB-55AF-F13D-AB47-7ACAA1371AFE}"/>
              </a:ext>
            </a:extLst>
          </p:cNvPr>
          <p:cNvGrpSpPr/>
          <p:nvPr/>
        </p:nvGrpSpPr>
        <p:grpSpPr>
          <a:xfrm>
            <a:off x="519760" y="1301339"/>
            <a:ext cx="9373178" cy="379656"/>
            <a:chOff x="882303" y="1491687"/>
            <a:chExt cx="7029896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9F6678-988E-B4AE-864D-F4CFE5D8592F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802D531F-43CC-7F30-8933-8AAB320D51A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5149CE-8166-C52B-D92D-BCEAFFE97638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E5F600-0999-9422-1C3C-8299F3CA9C9E}"/>
                </a:ext>
              </a:extLst>
            </p:cNvPr>
            <p:cNvSpPr txBox="1"/>
            <p:nvPr/>
          </p:nvSpPr>
          <p:spPr>
            <a:xfrm>
              <a:off x="1139406" y="1491687"/>
              <a:ext cx="6772793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어떤 선택이 달라진 걸까요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023E0A9-9175-5DA3-6853-B68F4C4C9B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27" r="21234" b="35619"/>
          <a:stretch/>
        </p:blipFill>
        <p:spPr>
          <a:xfrm>
            <a:off x="8208827" y="1815181"/>
            <a:ext cx="3862260" cy="2449123"/>
          </a:xfrm>
          <a:prstGeom prst="rect">
            <a:avLst/>
          </a:prstGeom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60AFA4A-78C1-2713-DE8E-5D067A54C601}"/>
              </a:ext>
            </a:extLst>
          </p:cNvPr>
          <p:cNvSpPr/>
          <p:nvPr/>
        </p:nvSpPr>
        <p:spPr>
          <a:xfrm>
            <a:off x="7908376" y="2775219"/>
            <a:ext cx="539931" cy="52904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44D4F6B-0EFC-4B4E-F7A5-05D574541FD3}"/>
              </a:ext>
            </a:extLst>
          </p:cNvPr>
          <p:cNvSpPr/>
          <p:nvPr/>
        </p:nvSpPr>
        <p:spPr>
          <a:xfrm>
            <a:off x="194824" y="4330486"/>
            <a:ext cx="3876424" cy="20748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따뜻한 색</a:t>
            </a:r>
            <a:endParaRPr lang="en-US" altLang="ko-KR" sz="2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둥근 형태</a:t>
            </a:r>
            <a:endParaRPr lang="en-US" altLang="ko-KR" sz="2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의자가 마주보는 배치</a:t>
            </a:r>
            <a:endParaRPr lang="en-US" altLang="ko-KR" sz="2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E005F1-4C51-1F5A-2442-1935D732112C}"/>
              </a:ext>
            </a:extLst>
          </p:cNvPr>
          <p:cNvSpPr/>
          <p:nvPr/>
        </p:nvSpPr>
        <p:spPr>
          <a:xfrm>
            <a:off x="8208827" y="4330486"/>
            <a:ext cx="3876424" cy="20748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차분한 색</a:t>
            </a:r>
            <a:endParaRPr lang="en-US" altLang="ko-KR" sz="2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직선</a:t>
            </a:r>
            <a:r>
              <a:rPr lang="en-US" altLang="ko-KR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사각 형태</a:t>
            </a:r>
            <a:endParaRPr lang="en-US" altLang="ko-KR" sz="2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나란한 의자 배치</a:t>
            </a:r>
            <a:endParaRPr lang="en-US" altLang="ko-KR" sz="2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0D0B58-1B3D-C879-1624-0D684D771F21}"/>
              </a:ext>
            </a:extLst>
          </p:cNvPr>
          <p:cNvSpPr/>
          <p:nvPr/>
        </p:nvSpPr>
        <p:spPr>
          <a:xfrm>
            <a:off x="4201825" y="4330088"/>
            <a:ext cx="3876424" cy="207484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r>
              <a:rPr lang="en-US" altLang="ko-KR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r>
              <a:rPr lang="en-US" altLang="ko-KR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</a:t>
            </a:r>
            <a:r>
              <a:rPr lang="en-US" altLang="ko-KR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위치</a:t>
            </a:r>
            <a:r>
              <a:rPr lang="en-US" altLang="ko-KR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배치가 달라지면 공간의 기능과 느낌도</a:t>
            </a:r>
            <a:r>
              <a:rPr lang="en-US" altLang="ko-KR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달라질 수 있어요</a:t>
            </a:r>
            <a:r>
              <a:rPr lang="en-US" altLang="ko-KR" sz="2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!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9CB693-C572-D34C-3873-8C8336322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24" y="1824164"/>
            <a:ext cx="3876424" cy="2449124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723BE1C-A66D-C3F9-7004-E48C5D0B9708}"/>
              </a:ext>
            </a:extLst>
          </p:cNvPr>
          <p:cNvSpPr/>
          <p:nvPr/>
        </p:nvSpPr>
        <p:spPr>
          <a:xfrm flipH="1">
            <a:off x="3862242" y="2775219"/>
            <a:ext cx="539931" cy="52904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44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질문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78FEC4-9884-5BFF-1132-A216038A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64" y="1599202"/>
            <a:ext cx="1885845" cy="15628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A52C7F-80DB-1F40-2637-9FB6949E0EB8}"/>
              </a:ext>
            </a:extLst>
          </p:cNvPr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조형 요소와 조형 원리는</a:t>
            </a:r>
          </a:p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공간의 기능과 느낌을 어떻게 바꿀까</a:t>
            </a:r>
            <a:r>
              <a:rPr lang="en-US" altLang="ko-KR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활동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0A77C4-F5AA-02C4-6F7B-12B05F426F6E}"/>
              </a:ext>
            </a:extLst>
          </p:cNvPr>
          <p:cNvGrpSpPr/>
          <p:nvPr/>
        </p:nvGrpSpPr>
        <p:grpSpPr>
          <a:xfrm>
            <a:off x="2787424" y="2391250"/>
            <a:ext cx="6983930" cy="2538818"/>
            <a:chOff x="3323943" y="2391250"/>
            <a:chExt cx="6983930" cy="253881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CDFAC48-5133-EE1C-AC5B-D1A34E95D9A0}"/>
                </a:ext>
              </a:extLst>
            </p:cNvPr>
            <p:cNvGrpSpPr/>
            <p:nvPr/>
          </p:nvGrpSpPr>
          <p:grpSpPr>
            <a:xfrm>
              <a:off x="3323943" y="2391250"/>
              <a:ext cx="6983930" cy="2538818"/>
              <a:chOff x="3017925" y="1676762"/>
              <a:chExt cx="4529967" cy="930576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15128B9-48D0-F164-066D-472343792CDC}"/>
                  </a:ext>
                </a:extLst>
              </p:cNvPr>
              <p:cNvGrpSpPr/>
              <p:nvPr/>
            </p:nvGrpSpPr>
            <p:grpSpPr>
              <a:xfrm>
                <a:off x="3017925" y="1676762"/>
                <a:ext cx="4529967" cy="439968"/>
                <a:chOff x="1397760" y="1966125"/>
                <a:chExt cx="5353691" cy="519966"/>
              </a:xfrm>
            </p:grpSpPr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815A8C6B-E78B-9074-B9D6-C5A766CC4C4C}"/>
                    </a:ext>
                  </a:extLst>
                </p:cNvPr>
                <p:cNvSpPr/>
                <p:nvPr/>
              </p:nvSpPr>
              <p:spPr>
                <a:xfrm>
                  <a:off x="1397760" y="2088461"/>
                  <a:ext cx="441595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0806817B-6D1F-3C41-07FD-558851046103}"/>
                    </a:ext>
                  </a:extLst>
                </p:cNvPr>
                <p:cNvSpPr/>
                <p:nvPr/>
              </p:nvSpPr>
              <p:spPr>
                <a:xfrm>
                  <a:off x="1912954" y="1966125"/>
                  <a:ext cx="4838497" cy="519966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조형 요소와 조형 원리를 활용하여</a:t>
                  </a:r>
                </a:p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디자인 구체화하기</a:t>
                  </a: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EE75AE16-AC29-88D8-5B7B-65CD11EE131D}"/>
                  </a:ext>
                </a:extLst>
              </p:cNvPr>
              <p:cNvGrpSpPr/>
              <p:nvPr/>
            </p:nvGrpSpPr>
            <p:grpSpPr>
              <a:xfrm>
                <a:off x="3017925" y="2167370"/>
                <a:ext cx="3404749" cy="439968"/>
                <a:chOff x="1397760" y="2592210"/>
                <a:chExt cx="4023859" cy="519968"/>
              </a:xfrm>
            </p:grpSpPr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CC173486-7A0A-688E-4F7F-0698B885C4FA}"/>
                    </a:ext>
                  </a:extLst>
                </p:cNvPr>
                <p:cNvSpPr/>
                <p:nvPr/>
              </p:nvSpPr>
              <p:spPr>
                <a:xfrm>
                  <a:off x="1397760" y="2714548"/>
                  <a:ext cx="441594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5F7DEA80-1474-B732-79D3-43BAC6A8A996}"/>
                    </a:ext>
                  </a:extLst>
                </p:cNvPr>
                <p:cNvSpPr/>
                <p:nvPr/>
              </p:nvSpPr>
              <p:spPr>
                <a:xfrm>
                  <a:off x="1912953" y="2592210"/>
                  <a:ext cx="3508666" cy="519968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실제 제작을 위한</a:t>
                  </a:r>
                </a:p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공간 디자인 계획 세우기</a:t>
                  </a:r>
                </a:p>
              </p:txBody>
            </p: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391994-E033-1444-F8CA-A8C337539D9A}"/>
                </a:ext>
              </a:extLst>
            </p:cNvPr>
            <p:cNvSpPr txBox="1"/>
            <p:nvPr/>
          </p:nvSpPr>
          <p:spPr>
            <a:xfrm>
              <a:off x="3431858" y="273388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8AAC00-3A93-4F2F-5D3D-66538BCECAB6}"/>
                </a:ext>
              </a:extLst>
            </p:cNvPr>
            <p:cNvSpPr txBox="1"/>
            <p:nvPr/>
          </p:nvSpPr>
          <p:spPr>
            <a:xfrm>
              <a:off x="3431858" y="407218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05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조형 요소와 조형 원리를 활용하여 디자인 구체화하기</a:t>
            </a:r>
          </a:p>
        </p:txBody>
      </p:sp>
      <p:sp>
        <p:nvSpPr>
          <p:cNvPr id="7" name="Rounded Rectangle 98">
            <a:extLst>
              <a:ext uri="{FF2B5EF4-FFF2-40B4-BE49-F238E27FC236}">
                <a16:creationId xmlns:a16="http://schemas.microsoft.com/office/drawing/2014/main" id="{62D38A0D-E6A6-EE2F-2EA3-1A76CB45A9F7}"/>
              </a:ext>
            </a:extLst>
          </p:cNvPr>
          <p:cNvSpPr/>
          <p:nvPr/>
        </p:nvSpPr>
        <p:spPr>
          <a:xfrm>
            <a:off x="174171" y="2110794"/>
            <a:ext cx="11855737" cy="108525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D5D5AEF-61E1-B817-43A1-4230D583FAD7}"/>
              </a:ext>
            </a:extLst>
          </p:cNvPr>
          <p:cNvGrpSpPr/>
          <p:nvPr/>
        </p:nvGrpSpPr>
        <p:grpSpPr>
          <a:xfrm>
            <a:off x="519759" y="1658671"/>
            <a:ext cx="4124944" cy="380132"/>
            <a:chOff x="882302" y="1474298"/>
            <a:chExt cx="3093714" cy="28509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DFB4456-5DFE-A811-AADF-9C9D00E9D674}"/>
                </a:ext>
              </a:extLst>
            </p:cNvPr>
            <p:cNvGrpSpPr/>
            <p:nvPr/>
          </p:nvGrpSpPr>
          <p:grpSpPr>
            <a:xfrm>
              <a:off x="882302" y="1505481"/>
              <a:ext cx="602241" cy="253916"/>
              <a:chOff x="853871" y="1487438"/>
              <a:chExt cx="749672" cy="316075"/>
            </a:xfrm>
          </p:grpSpPr>
          <p:sp>
            <p:nvSpPr>
              <p:cNvPr id="19" name="모서리가 둥근 직사각형 41">
                <a:extLst>
                  <a:ext uri="{FF2B5EF4-FFF2-40B4-BE49-F238E27FC236}">
                    <a16:creationId xmlns:a16="http://schemas.microsoft.com/office/drawing/2014/main" id="{3897AB7B-77EE-1347-0970-428FE2EC8BD7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BB07D5-671A-349F-3E33-43E4A43C640B}"/>
                  </a:ext>
                </a:extLst>
              </p:cNvPr>
              <p:cNvSpPr txBox="1"/>
              <p:nvPr/>
            </p:nvSpPr>
            <p:spPr>
              <a:xfrm>
                <a:off x="885500" y="1487438"/>
                <a:ext cx="718043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A81ED1-26A0-BE04-123A-D90FBD087C5F}"/>
                </a:ext>
              </a:extLst>
            </p:cNvPr>
            <p:cNvSpPr txBox="1"/>
            <p:nvPr/>
          </p:nvSpPr>
          <p:spPr>
            <a:xfrm>
              <a:off x="1509951" y="1474298"/>
              <a:ext cx="246606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어떤 색과 형태를 사용했나요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1" name="Rounded Rectangle 98">
            <a:extLst>
              <a:ext uri="{FF2B5EF4-FFF2-40B4-BE49-F238E27FC236}">
                <a16:creationId xmlns:a16="http://schemas.microsoft.com/office/drawing/2014/main" id="{DC5A2BE3-8C64-3655-57DE-4E664FA0A329}"/>
              </a:ext>
            </a:extLst>
          </p:cNvPr>
          <p:cNvSpPr/>
          <p:nvPr/>
        </p:nvSpPr>
        <p:spPr>
          <a:xfrm>
            <a:off x="174172" y="3733226"/>
            <a:ext cx="11855737" cy="108525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426E7F4-B5F6-435E-DE0F-23D57205E2D6}"/>
              </a:ext>
            </a:extLst>
          </p:cNvPr>
          <p:cNvGrpSpPr/>
          <p:nvPr/>
        </p:nvGrpSpPr>
        <p:grpSpPr>
          <a:xfrm>
            <a:off x="519760" y="3281103"/>
            <a:ext cx="4963314" cy="380132"/>
            <a:chOff x="882302" y="1474298"/>
            <a:chExt cx="3722493" cy="285099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B4B6A7F-280D-1EDB-82B3-6D57E53A1EAC}"/>
                </a:ext>
              </a:extLst>
            </p:cNvPr>
            <p:cNvGrpSpPr/>
            <p:nvPr/>
          </p:nvGrpSpPr>
          <p:grpSpPr>
            <a:xfrm>
              <a:off x="882302" y="1505481"/>
              <a:ext cx="602241" cy="253916"/>
              <a:chOff x="853871" y="1487438"/>
              <a:chExt cx="749672" cy="316075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943E66A7-4389-E904-F02A-020EEE679EA9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1377A0F-B1EF-F362-2A9F-E1E4FF40DEBB}"/>
                  </a:ext>
                </a:extLst>
              </p:cNvPr>
              <p:cNvSpPr txBox="1"/>
              <p:nvPr/>
            </p:nvSpPr>
            <p:spPr>
              <a:xfrm>
                <a:off x="885499" y="1487438"/>
                <a:ext cx="718042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10CEF6-4069-1AD0-B2EF-DEBCD2D600E6}"/>
                </a:ext>
              </a:extLst>
            </p:cNvPr>
            <p:cNvSpPr txBox="1"/>
            <p:nvPr/>
          </p:nvSpPr>
          <p:spPr>
            <a:xfrm>
              <a:off x="1509951" y="1474298"/>
              <a:ext cx="3094844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크기와 위치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배치는 어떻게 정했나요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Rounded Rectangle 98">
            <a:extLst>
              <a:ext uri="{FF2B5EF4-FFF2-40B4-BE49-F238E27FC236}">
                <a16:creationId xmlns:a16="http://schemas.microsoft.com/office/drawing/2014/main" id="{83CCC39E-77E7-FA1A-392A-8FF3B33945CF}"/>
              </a:ext>
            </a:extLst>
          </p:cNvPr>
          <p:cNvSpPr/>
          <p:nvPr/>
        </p:nvSpPr>
        <p:spPr>
          <a:xfrm>
            <a:off x="174172" y="5332170"/>
            <a:ext cx="11855737" cy="108525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2C50642-E74A-3E1D-5D79-994E555B4F13}"/>
              </a:ext>
            </a:extLst>
          </p:cNvPr>
          <p:cNvGrpSpPr/>
          <p:nvPr/>
        </p:nvGrpSpPr>
        <p:grpSpPr>
          <a:xfrm>
            <a:off x="519760" y="4880047"/>
            <a:ext cx="4124944" cy="380132"/>
            <a:chOff x="882302" y="1474298"/>
            <a:chExt cx="3093714" cy="285099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38EC3D0-D025-D017-ED5E-D584D881B09A}"/>
                </a:ext>
              </a:extLst>
            </p:cNvPr>
            <p:cNvGrpSpPr/>
            <p:nvPr/>
          </p:nvGrpSpPr>
          <p:grpSpPr>
            <a:xfrm>
              <a:off x="882302" y="1505481"/>
              <a:ext cx="602241" cy="253916"/>
              <a:chOff x="853871" y="1487438"/>
              <a:chExt cx="749672" cy="316075"/>
            </a:xfrm>
          </p:grpSpPr>
          <p:sp>
            <p:nvSpPr>
              <p:cNvPr id="36" name="모서리가 둥근 직사각형 41">
                <a:extLst>
                  <a:ext uri="{FF2B5EF4-FFF2-40B4-BE49-F238E27FC236}">
                    <a16:creationId xmlns:a16="http://schemas.microsoft.com/office/drawing/2014/main" id="{E95EAC7B-D207-704C-C65F-4CF34D98F5EF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46473C-F08D-A2C7-9122-633A115C1F0C}"/>
                  </a:ext>
                </a:extLst>
              </p:cNvPr>
              <p:cNvSpPr txBox="1"/>
              <p:nvPr/>
            </p:nvSpPr>
            <p:spPr>
              <a:xfrm>
                <a:off x="885500" y="1487438"/>
                <a:ext cx="718041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40E044-AA8B-5B9A-8791-3EF306D7051F}"/>
                </a:ext>
              </a:extLst>
            </p:cNvPr>
            <p:cNvSpPr txBox="1"/>
            <p:nvPr/>
          </p:nvSpPr>
          <p:spPr>
            <a:xfrm>
              <a:off x="1509951" y="1474298"/>
              <a:ext cx="246606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어떤 조형 원리를 사용했나요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6713458" cy="379656"/>
            <a:chOff x="882303" y="1491687"/>
            <a:chExt cx="5035103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477800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생각을 실제 디자인으로 바꾸려면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영상을 시청해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673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조형 요소와 조형 원리를 활용하여 디자인 구체화하기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4254452" cy="379656"/>
            <a:chOff x="882303" y="1491687"/>
            <a:chExt cx="3190845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2933742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이렇게 아이디어를 구체화 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Rounded Rectangle 98">
            <a:extLst>
              <a:ext uri="{FF2B5EF4-FFF2-40B4-BE49-F238E27FC236}">
                <a16:creationId xmlns:a16="http://schemas.microsoft.com/office/drawing/2014/main" id="{AF2C995A-FBD9-4B5E-8ADF-8BA0767FBF82}"/>
              </a:ext>
            </a:extLst>
          </p:cNvPr>
          <p:cNvSpPr/>
          <p:nvPr/>
        </p:nvSpPr>
        <p:spPr>
          <a:xfrm>
            <a:off x="174173" y="1811360"/>
            <a:ext cx="2288080" cy="6410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Rounded Rectangle 98">
            <a:extLst>
              <a:ext uri="{FF2B5EF4-FFF2-40B4-BE49-F238E27FC236}">
                <a16:creationId xmlns:a16="http://schemas.microsoft.com/office/drawing/2014/main" id="{07FFDD8D-3A8C-F0FE-F1D1-69F95123D368}"/>
              </a:ext>
            </a:extLst>
          </p:cNvPr>
          <p:cNvSpPr/>
          <p:nvPr/>
        </p:nvSpPr>
        <p:spPr>
          <a:xfrm>
            <a:off x="2566087" y="1811360"/>
            <a:ext cx="2288080" cy="6410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Rounded Rectangle 98">
            <a:extLst>
              <a:ext uri="{FF2B5EF4-FFF2-40B4-BE49-F238E27FC236}">
                <a16:creationId xmlns:a16="http://schemas.microsoft.com/office/drawing/2014/main" id="{FE9AF546-FEF0-5272-21A9-ABD2DC594F3A}"/>
              </a:ext>
            </a:extLst>
          </p:cNvPr>
          <p:cNvSpPr/>
          <p:nvPr/>
        </p:nvSpPr>
        <p:spPr>
          <a:xfrm>
            <a:off x="4958001" y="1811360"/>
            <a:ext cx="2288080" cy="641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위치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Rounded Rectangle 98">
            <a:extLst>
              <a:ext uri="{FF2B5EF4-FFF2-40B4-BE49-F238E27FC236}">
                <a16:creationId xmlns:a16="http://schemas.microsoft.com/office/drawing/2014/main" id="{A47CF63F-7379-5935-A3E6-CBFC96C0A48B}"/>
              </a:ext>
            </a:extLst>
          </p:cNvPr>
          <p:cNvSpPr/>
          <p:nvPr/>
        </p:nvSpPr>
        <p:spPr>
          <a:xfrm>
            <a:off x="7349915" y="1811360"/>
            <a:ext cx="2288080" cy="6410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98">
            <a:extLst>
              <a:ext uri="{FF2B5EF4-FFF2-40B4-BE49-F238E27FC236}">
                <a16:creationId xmlns:a16="http://schemas.microsoft.com/office/drawing/2014/main" id="{08CCD159-0075-EB86-2DA3-61C9C8C3A0CC}"/>
              </a:ext>
            </a:extLst>
          </p:cNvPr>
          <p:cNvSpPr/>
          <p:nvPr/>
        </p:nvSpPr>
        <p:spPr>
          <a:xfrm>
            <a:off x="9741829" y="1811360"/>
            <a:ext cx="2288080" cy="641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조형 원리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ounded Rectangle 98">
            <a:extLst>
              <a:ext uri="{FF2B5EF4-FFF2-40B4-BE49-F238E27FC236}">
                <a16:creationId xmlns:a16="http://schemas.microsoft.com/office/drawing/2014/main" id="{3292745E-00FE-57BD-8D36-71F619327CFE}"/>
              </a:ext>
            </a:extLst>
          </p:cNvPr>
          <p:cNvSpPr/>
          <p:nvPr/>
        </p:nvSpPr>
        <p:spPr>
          <a:xfrm>
            <a:off x="174173" y="2528965"/>
            <a:ext cx="2288080" cy="133764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편안한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느낌을 주는 부드럽고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 err="1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따뜻힌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주황색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1CB8DBA-AFA5-F716-4E58-5E387C9EEA49}"/>
              </a:ext>
            </a:extLst>
          </p:cNvPr>
          <p:cNvSpPr/>
          <p:nvPr/>
        </p:nvSpPr>
        <p:spPr>
          <a:xfrm>
            <a:off x="174173" y="3943126"/>
            <a:ext cx="11843654" cy="54315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우리의 모둠의 디자인 방향에 알맞게 생각해봐요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!</a:t>
            </a:r>
          </a:p>
        </p:txBody>
      </p:sp>
      <p:sp>
        <p:nvSpPr>
          <p:cNvPr id="14" name="Rounded Rectangle 98">
            <a:extLst>
              <a:ext uri="{FF2B5EF4-FFF2-40B4-BE49-F238E27FC236}">
                <a16:creationId xmlns:a16="http://schemas.microsoft.com/office/drawing/2014/main" id="{FC8C619A-3EEA-3D10-7337-D3E2E909E495}"/>
              </a:ext>
            </a:extLst>
          </p:cNvPr>
          <p:cNvSpPr/>
          <p:nvPr/>
        </p:nvSpPr>
        <p:spPr>
          <a:xfrm>
            <a:off x="4942211" y="2528965"/>
            <a:ext cx="2288080" cy="13376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친구들이 지나다니는데 방해가 되지 않는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크기와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위치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Rounded Rectangle 98">
            <a:extLst>
              <a:ext uri="{FF2B5EF4-FFF2-40B4-BE49-F238E27FC236}">
                <a16:creationId xmlns:a16="http://schemas.microsoft.com/office/drawing/2014/main" id="{E053E291-9C7C-6929-93E6-754027FD9CD9}"/>
              </a:ext>
            </a:extLst>
          </p:cNvPr>
          <p:cNvSpPr/>
          <p:nvPr/>
        </p:nvSpPr>
        <p:spPr>
          <a:xfrm>
            <a:off x="2558192" y="2528965"/>
            <a:ext cx="2288080" cy="133764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딱딱한 느낌을 줄이는 둥근 쿠션과 소품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Rounded Rectangle 98">
            <a:extLst>
              <a:ext uri="{FF2B5EF4-FFF2-40B4-BE49-F238E27FC236}">
                <a16:creationId xmlns:a16="http://schemas.microsoft.com/office/drawing/2014/main" id="{83477C7F-220B-BB1C-E1BA-E3F52D07007B}"/>
              </a:ext>
            </a:extLst>
          </p:cNvPr>
          <p:cNvSpPr/>
          <p:nvPr/>
        </p:nvSpPr>
        <p:spPr>
          <a:xfrm>
            <a:off x="7326230" y="2528965"/>
            <a:ext cx="2288080" cy="13376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의자는 서로 마주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보게 하고 쿠션은 가운데에 배치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Rounded Rectangle 98">
            <a:extLst>
              <a:ext uri="{FF2B5EF4-FFF2-40B4-BE49-F238E27FC236}">
                <a16:creationId xmlns:a16="http://schemas.microsoft.com/office/drawing/2014/main" id="{4C1C1BBE-85E9-0CC1-378C-B6D78465C230}"/>
              </a:ext>
            </a:extLst>
          </p:cNvPr>
          <p:cNvSpPr/>
          <p:nvPr/>
        </p:nvSpPr>
        <p:spPr>
          <a:xfrm>
            <a:off x="9710247" y="2528965"/>
            <a:ext cx="2288080" cy="133764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비슷한 색과 형태를 </a:t>
            </a:r>
            <a:r>
              <a:rPr lang="ko-KR" altLang="en-US" sz="18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반복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8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조화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롭게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Rounded Rectangle 98">
            <a:extLst>
              <a:ext uri="{FF2B5EF4-FFF2-40B4-BE49-F238E27FC236}">
                <a16:creationId xmlns:a16="http://schemas.microsoft.com/office/drawing/2014/main" id="{178D9CA4-4D5E-F4F2-A9F0-638F576D130F}"/>
              </a:ext>
            </a:extLst>
          </p:cNvPr>
          <p:cNvSpPr/>
          <p:nvPr/>
        </p:nvSpPr>
        <p:spPr>
          <a:xfrm>
            <a:off x="174173" y="4552833"/>
            <a:ext cx="2288080" cy="185249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💡조형 </a:t>
            </a:r>
            <a:r>
              <a:rPr lang="ko-KR" altLang="en-US" sz="1800" dirty="0" err="1">
                <a:solidFill>
                  <a:schemeClr val="tx1">
                    <a:alpha val="99000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원리란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highlight>
                  <a:srgbClr val="FFFF00"/>
                </a:highlight>
                <a:latin typeface="+mj-ea"/>
                <a:ea typeface="+mj-ea"/>
              </a:rPr>
              <a:t>?</a:t>
            </a:r>
          </a:p>
          <a:p>
            <a:pPr algn="ctr"/>
            <a:endParaRPr lang="en-US" altLang="ko-KR" sz="5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조형 요소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점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선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면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등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 서로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어울리게 만들어주는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원리를 말해요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03252653-E0E1-D326-B0D1-061BC4F123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58" b="14667"/>
          <a:stretch/>
        </p:blipFill>
        <p:spPr>
          <a:xfrm>
            <a:off x="2505936" y="4546120"/>
            <a:ext cx="9555433" cy="1912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5AF82A-3235-1018-53E7-5EC5E62AE486}"/>
              </a:ext>
            </a:extLst>
          </p:cNvPr>
          <p:cNvSpPr txBox="1"/>
          <p:nvPr/>
        </p:nvSpPr>
        <p:spPr>
          <a:xfrm>
            <a:off x="2566087" y="6416217"/>
            <a:ext cx="1573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818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조형 요소와 조형 원리를 활용하여 디자인 구체화하기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8274783" cy="379656"/>
            <a:chOff x="882303" y="1491687"/>
            <a:chExt cx="6206099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94899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모둠의 디자인 방향과 아이디어를 구체화하여 간단히 메모를 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7" name="Rounded Rectangle 98">
            <a:extLst>
              <a:ext uri="{FF2B5EF4-FFF2-40B4-BE49-F238E27FC236}">
                <a16:creationId xmlns:a16="http://schemas.microsoft.com/office/drawing/2014/main" id="{4126F1C0-5D57-828C-97D6-75B3D7826290}"/>
              </a:ext>
            </a:extLst>
          </p:cNvPr>
          <p:cNvSpPr/>
          <p:nvPr/>
        </p:nvSpPr>
        <p:spPr>
          <a:xfrm>
            <a:off x="174173" y="1811360"/>
            <a:ext cx="2288080" cy="6410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Rounded Rectangle 98">
            <a:extLst>
              <a:ext uri="{FF2B5EF4-FFF2-40B4-BE49-F238E27FC236}">
                <a16:creationId xmlns:a16="http://schemas.microsoft.com/office/drawing/2014/main" id="{CE5B2A28-C3FB-A9E9-4994-6335F1A5E366}"/>
              </a:ext>
            </a:extLst>
          </p:cNvPr>
          <p:cNvSpPr/>
          <p:nvPr/>
        </p:nvSpPr>
        <p:spPr>
          <a:xfrm>
            <a:off x="2566087" y="1811360"/>
            <a:ext cx="2288080" cy="6410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Rounded Rectangle 98">
            <a:extLst>
              <a:ext uri="{FF2B5EF4-FFF2-40B4-BE49-F238E27FC236}">
                <a16:creationId xmlns:a16="http://schemas.microsoft.com/office/drawing/2014/main" id="{66897D3E-06FB-EE58-ADC0-D8C91CB6D923}"/>
              </a:ext>
            </a:extLst>
          </p:cNvPr>
          <p:cNvSpPr/>
          <p:nvPr/>
        </p:nvSpPr>
        <p:spPr>
          <a:xfrm>
            <a:off x="4958001" y="1811360"/>
            <a:ext cx="2288080" cy="641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위치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Rounded Rectangle 98">
            <a:extLst>
              <a:ext uri="{FF2B5EF4-FFF2-40B4-BE49-F238E27FC236}">
                <a16:creationId xmlns:a16="http://schemas.microsoft.com/office/drawing/2014/main" id="{15368484-69D2-B9C5-A35E-70F5C1A88A05}"/>
              </a:ext>
            </a:extLst>
          </p:cNvPr>
          <p:cNvSpPr/>
          <p:nvPr/>
        </p:nvSpPr>
        <p:spPr>
          <a:xfrm>
            <a:off x="7349915" y="1811360"/>
            <a:ext cx="2288080" cy="6410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Rounded Rectangle 98">
            <a:extLst>
              <a:ext uri="{FF2B5EF4-FFF2-40B4-BE49-F238E27FC236}">
                <a16:creationId xmlns:a16="http://schemas.microsoft.com/office/drawing/2014/main" id="{81B4F58C-0E20-D535-6FAC-F7B38CF014EE}"/>
              </a:ext>
            </a:extLst>
          </p:cNvPr>
          <p:cNvSpPr/>
          <p:nvPr/>
        </p:nvSpPr>
        <p:spPr>
          <a:xfrm>
            <a:off x="9741829" y="1811360"/>
            <a:ext cx="2288080" cy="641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조형 원리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" name="Rounded Rectangle 98">
            <a:extLst>
              <a:ext uri="{FF2B5EF4-FFF2-40B4-BE49-F238E27FC236}">
                <a16:creationId xmlns:a16="http://schemas.microsoft.com/office/drawing/2014/main" id="{D13B8CD6-82FD-61E9-13DE-F30F0E3541CC}"/>
              </a:ext>
            </a:extLst>
          </p:cNvPr>
          <p:cNvSpPr/>
          <p:nvPr/>
        </p:nvSpPr>
        <p:spPr>
          <a:xfrm>
            <a:off x="174173" y="2528965"/>
            <a:ext cx="2288080" cy="32274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99FC34E-A91B-5E41-B54E-E8D6AEA32340}"/>
              </a:ext>
            </a:extLst>
          </p:cNvPr>
          <p:cNvSpPr/>
          <p:nvPr/>
        </p:nvSpPr>
        <p:spPr>
          <a:xfrm>
            <a:off x="174173" y="5862172"/>
            <a:ext cx="11843654" cy="54315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우리의 디자인 방향에 알맞게 생각해봐요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!</a:t>
            </a:r>
          </a:p>
        </p:txBody>
      </p:sp>
      <p:sp>
        <p:nvSpPr>
          <p:cNvPr id="22" name="Rounded Rectangle 98">
            <a:extLst>
              <a:ext uri="{FF2B5EF4-FFF2-40B4-BE49-F238E27FC236}">
                <a16:creationId xmlns:a16="http://schemas.microsoft.com/office/drawing/2014/main" id="{B40E8801-0E4F-9291-1252-0B9C2094C371}"/>
              </a:ext>
            </a:extLst>
          </p:cNvPr>
          <p:cNvSpPr/>
          <p:nvPr/>
        </p:nvSpPr>
        <p:spPr>
          <a:xfrm>
            <a:off x="4942211" y="2528965"/>
            <a:ext cx="2288080" cy="32274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Rounded Rectangle 98">
            <a:extLst>
              <a:ext uri="{FF2B5EF4-FFF2-40B4-BE49-F238E27FC236}">
                <a16:creationId xmlns:a16="http://schemas.microsoft.com/office/drawing/2014/main" id="{1AB0734C-4E25-4D22-4C68-7AF3623A4A06}"/>
              </a:ext>
            </a:extLst>
          </p:cNvPr>
          <p:cNvSpPr/>
          <p:nvPr/>
        </p:nvSpPr>
        <p:spPr>
          <a:xfrm>
            <a:off x="2558192" y="2528965"/>
            <a:ext cx="2288080" cy="32274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Rounded Rectangle 98">
            <a:extLst>
              <a:ext uri="{FF2B5EF4-FFF2-40B4-BE49-F238E27FC236}">
                <a16:creationId xmlns:a16="http://schemas.microsoft.com/office/drawing/2014/main" id="{A0688C15-3316-F17A-4577-ADB9A3C644CE}"/>
              </a:ext>
            </a:extLst>
          </p:cNvPr>
          <p:cNvSpPr/>
          <p:nvPr/>
        </p:nvSpPr>
        <p:spPr>
          <a:xfrm>
            <a:off x="7326230" y="2528965"/>
            <a:ext cx="2288080" cy="32274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Rounded Rectangle 98">
            <a:extLst>
              <a:ext uri="{FF2B5EF4-FFF2-40B4-BE49-F238E27FC236}">
                <a16:creationId xmlns:a16="http://schemas.microsoft.com/office/drawing/2014/main" id="{1F7E20BF-43E0-B6CE-49A5-C29DDEBDEBCE}"/>
              </a:ext>
            </a:extLst>
          </p:cNvPr>
          <p:cNvSpPr/>
          <p:nvPr/>
        </p:nvSpPr>
        <p:spPr>
          <a:xfrm>
            <a:off x="9710247" y="2528965"/>
            <a:ext cx="2288080" cy="32274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62245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제작을 위한 공간 디자인 계획 세우기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7934946" cy="379656"/>
            <a:chOff x="882303" y="1491687"/>
            <a:chExt cx="5951221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69411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계획서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는 우리의 생각을 실제로 만들기 위한 설계도입니다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B0D32D-A97F-CF21-9EC0-C367D592E913}"/>
              </a:ext>
            </a:extLst>
          </p:cNvPr>
          <p:cNvSpPr/>
          <p:nvPr/>
        </p:nvSpPr>
        <p:spPr>
          <a:xfrm>
            <a:off x="519759" y="1768327"/>
            <a:ext cx="11280355" cy="55734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*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계획서에 포함되어야 할 내용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스케치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내용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재료와 용구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방법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조형 요소와 조형 원리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8F39A3-0CD9-C9B2-1190-DCFCC9EC5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75" y="4011642"/>
            <a:ext cx="3857035" cy="239368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44AE16-B0DE-D8F9-8365-D3DAF191B325}"/>
              </a:ext>
            </a:extLst>
          </p:cNvPr>
          <p:cNvSpPr/>
          <p:nvPr/>
        </p:nvSpPr>
        <p:spPr>
          <a:xfrm>
            <a:off x="519758" y="2413910"/>
            <a:ext cx="11280355" cy="101509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① 제작 스케치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어디에 어떤 모습으로 제작할까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디지털 드로잉 앱을 활용해서 디자인할 공간의 주요 모습을 스케치 합니다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색</a:t>
            </a:r>
            <a:r>
              <a:rPr lang="en-US" altLang="ko-KR" sz="1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형태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크기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위치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배치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등이 잘 보이게 스케치를 하고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화살표나 짧은 설명을 써 넣어도 좋습니다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629C38-7EB9-34D0-B41E-133CE2D9D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436" y="4011643"/>
            <a:ext cx="3825528" cy="23936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6454A60-8264-9C79-9789-B998022B1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3191" y="4011839"/>
            <a:ext cx="3856718" cy="23934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B0B853-0DD1-0366-B858-510022C5E9DA}"/>
              </a:ext>
            </a:extLst>
          </p:cNvPr>
          <p:cNvSpPr txBox="1"/>
          <p:nvPr/>
        </p:nvSpPr>
        <p:spPr>
          <a:xfrm>
            <a:off x="162091" y="6381826"/>
            <a:ext cx="16633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431268A-3C6F-B47A-951A-9FFC69E28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3674" y="3516978"/>
            <a:ext cx="449782" cy="44978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EF24662-9F84-333C-435B-A0FACE657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913" y="3523732"/>
            <a:ext cx="449781" cy="449781"/>
          </a:xfrm>
          <a:prstGeom prst="rect">
            <a:avLst/>
          </a:prstGeom>
        </p:spPr>
      </p:pic>
      <p:pic>
        <p:nvPicPr>
          <p:cNvPr id="32" name="Picture 2" descr="기능 짱짱한 그림 그리기 아이패드 무료 어플: 오토데스크 스케치북 : 네이버 블로그">
            <a:extLst>
              <a:ext uri="{FF2B5EF4-FFF2-40B4-BE49-F238E27FC236}">
                <a16:creationId xmlns:a16="http://schemas.microsoft.com/office/drawing/2014/main" id="{CA265D05-EB81-FC91-0242-10A3BFA25F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9" t="15868" r="23523" b="30260"/>
          <a:stretch/>
        </p:blipFill>
        <p:spPr bwMode="auto">
          <a:xfrm>
            <a:off x="4194436" y="3517234"/>
            <a:ext cx="449781" cy="46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45432B3-CA61-A636-D8AF-B514E53472AC}"/>
              </a:ext>
            </a:extLst>
          </p:cNvPr>
          <p:cNvSpPr/>
          <p:nvPr/>
        </p:nvSpPr>
        <p:spPr>
          <a:xfrm>
            <a:off x="184175" y="3523732"/>
            <a:ext cx="3950803" cy="41633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rgbClr val="0D0D0D"/>
                </a:solidFill>
                <a:latin typeface="+mj-ea"/>
                <a:ea typeface="+mj-ea"/>
              </a:rPr>
              <a:t>공간을 촬영한 사진을 참고해요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62C5B1D-2642-F716-BC21-E4B3CFD37139}"/>
              </a:ext>
            </a:extLst>
          </p:cNvPr>
          <p:cNvSpPr/>
          <p:nvPr/>
        </p:nvSpPr>
        <p:spPr>
          <a:xfrm>
            <a:off x="5722151" y="3517234"/>
            <a:ext cx="3090923" cy="41633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rgbClr val="0D0D0D"/>
                </a:solidFill>
                <a:latin typeface="+mj-ea"/>
                <a:ea typeface="+mj-ea"/>
              </a:rPr>
              <a:t>디지털 드로잉 앱을 활용해요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A4DF661-D661-F851-FB94-CF1C5E0427FE}"/>
              </a:ext>
            </a:extLst>
          </p:cNvPr>
          <p:cNvSpPr/>
          <p:nvPr/>
        </p:nvSpPr>
        <p:spPr>
          <a:xfrm>
            <a:off x="8872531" y="3517234"/>
            <a:ext cx="3135294" cy="41633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다 그리면 이미지를 저장해요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1684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제작을 위한 공간 디자인 계획 세우기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7934946" cy="379656"/>
            <a:chOff x="882303" y="1491687"/>
            <a:chExt cx="5951221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5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69411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계획서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는 우리의 생각을 실제로 만들기 위한 설계도입니다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B0D32D-A97F-CF21-9EC0-C367D592E913}"/>
              </a:ext>
            </a:extLst>
          </p:cNvPr>
          <p:cNvSpPr/>
          <p:nvPr/>
        </p:nvSpPr>
        <p:spPr>
          <a:xfrm>
            <a:off x="519759" y="1768327"/>
            <a:ext cx="11280355" cy="55734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*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계획서에 포함되어야 할 내용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스케치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내용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재료와 용구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방법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조형 요소와 조형 원리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44AE16-B0DE-D8F9-8365-D3DAF191B325}"/>
              </a:ext>
            </a:extLst>
          </p:cNvPr>
          <p:cNvSpPr/>
          <p:nvPr/>
        </p:nvSpPr>
        <p:spPr>
          <a:xfrm>
            <a:off x="519758" y="2413910"/>
            <a:ext cx="11280355" cy="101509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② 제작 내용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무엇을 어떻게 바꿀까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?</a:t>
            </a:r>
          </a:p>
          <a:p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‘(            )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에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(            )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를 활용하여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(            )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한 공간으로 디자인한다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’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와 같이 간단히 작성해요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6454A60-8264-9C79-9789-B998022B1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61" y="3489689"/>
            <a:ext cx="4698077" cy="2915641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BD853B4-9B5D-BDF8-9F3B-2B68167E014F}"/>
              </a:ext>
            </a:extLst>
          </p:cNvPr>
          <p:cNvSpPr/>
          <p:nvPr/>
        </p:nvSpPr>
        <p:spPr>
          <a:xfrm>
            <a:off x="5380916" y="4276526"/>
            <a:ext cx="6648993" cy="101509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예시①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교실 창문</a:t>
            </a:r>
            <a:r>
              <a:rPr lang="ko-KR" altLang="en-US" sz="1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에 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여러 색의 셀로판지를 활용한 장식</a:t>
            </a:r>
            <a:r>
              <a:rPr lang="ko-KR" altLang="en-US" sz="1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을 만들어서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빛과 색이 느껴지는 창문</a:t>
            </a:r>
            <a:r>
              <a:rPr lang="ko-KR" altLang="en-US" sz="1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으로 디자인한다</a:t>
            </a:r>
            <a:r>
              <a:rPr lang="en-US" altLang="ko-KR" sz="18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63CEC6C-02A0-2EF2-3CF6-7A6178FF9F14}"/>
              </a:ext>
            </a:extLst>
          </p:cNvPr>
          <p:cNvSpPr/>
          <p:nvPr/>
        </p:nvSpPr>
        <p:spPr>
          <a:xfrm>
            <a:off x="5380916" y="5371415"/>
            <a:ext cx="6648993" cy="101509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예시②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b="1" dirty="0">
                <a:solidFill>
                  <a:srgbClr val="DD655D"/>
                </a:solidFill>
                <a:latin typeface="+mj-ea"/>
                <a:ea typeface="+mj-ea"/>
              </a:rPr>
              <a:t>교실 뒤의 빈 공간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에 교실에 </a:t>
            </a:r>
            <a:r>
              <a:rPr lang="ko-KR" altLang="en-US" b="1" dirty="0">
                <a:solidFill>
                  <a:srgbClr val="DD655D"/>
                </a:solidFill>
                <a:latin typeface="+mj-ea"/>
                <a:ea typeface="+mj-ea"/>
              </a:rPr>
              <a:t>남는 책상과 의자를 배치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하고</a:t>
            </a:r>
            <a:r>
              <a:rPr lang="ko-KR" altLang="en-US" b="1" dirty="0">
                <a:solidFill>
                  <a:srgbClr val="DD655D"/>
                </a:solidFill>
                <a:latin typeface="+mj-ea"/>
                <a:ea typeface="+mj-ea"/>
              </a:rPr>
              <a:t> 쿠션과 색지를 활용한 장식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을 더해 </a:t>
            </a:r>
            <a:r>
              <a:rPr lang="ko-KR" altLang="en-US" b="1" dirty="0">
                <a:solidFill>
                  <a:srgbClr val="DD655D"/>
                </a:solidFill>
                <a:latin typeface="+mj-ea"/>
                <a:ea typeface="+mj-ea"/>
              </a:rPr>
              <a:t>미니 독서 공간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으로 디자인한다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92808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제작을 위한 공간 디자인 계획 세우기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7934946" cy="379656"/>
            <a:chOff x="882303" y="1491687"/>
            <a:chExt cx="5951221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6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69411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계획서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는 우리의 생각을 실제로 만들기 위한 설계도입니다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B0D32D-A97F-CF21-9EC0-C367D592E913}"/>
              </a:ext>
            </a:extLst>
          </p:cNvPr>
          <p:cNvSpPr/>
          <p:nvPr/>
        </p:nvSpPr>
        <p:spPr>
          <a:xfrm>
            <a:off x="519759" y="1768327"/>
            <a:ext cx="11280355" cy="55734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*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계획서에 포함되어야 할 내용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스케치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내용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재료와 용구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방법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조형 요소와 조형 원리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44AE16-B0DE-D8F9-8365-D3DAF191B325}"/>
              </a:ext>
            </a:extLst>
          </p:cNvPr>
          <p:cNvSpPr/>
          <p:nvPr/>
        </p:nvSpPr>
        <p:spPr>
          <a:xfrm>
            <a:off x="519758" y="2413910"/>
            <a:ext cx="11280355" cy="4468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③ 재료와 용구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무엇을 필요할까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497B589-76C8-37B8-D3E5-D9EAE2DEE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61" y="2978329"/>
            <a:ext cx="4496376" cy="3372282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BE5F30-E9F2-4F0B-106C-0BD7532A4DF6}"/>
              </a:ext>
            </a:extLst>
          </p:cNvPr>
          <p:cNvSpPr/>
          <p:nvPr/>
        </p:nvSpPr>
        <p:spPr>
          <a:xfrm>
            <a:off x="5016137" y="2982147"/>
            <a:ext cx="6783979" cy="162928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♥교실 창문 디자인을 위해 필요한 재료와 용구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검은색 도화지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여러 가지 색의 셀로판지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테이프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연필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지우개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가위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자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BEA6D6E-432F-7828-0CA4-8081CAB70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56" b="89939" l="10000" r="90645">
                        <a14:foregroundMark x1="42581" y1="21951" x2="42581" y2="21951"/>
                        <a14:foregroundMark x1="45484" y1="19817" x2="45484" y2="19817"/>
                        <a14:foregroundMark x1="45484" y1="19817" x2="45484" y2="19817"/>
                        <a14:foregroundMark x1="45806" y1="18598" x2="39677" y2="32317"/>
                        <a14:foregroundMark x1="40323" y1="22256" x2="37097" y2="35061"/>
                        <a14:foregroundMark x1="36129" y1="26524" x2="37742" y2="33841"/>
                        <a14:foregroundMark x1="42581" y1="22256" x2="40000" y2="39939"/>
                        <a14:foregroundMark x1="46452" y1="19207" x2="45806" y2="33841"/>
                        <a14:foregroundMark x1="46452" y1="14939" x2="43871" y2="27439"/>
                        <a14:foregroundMark x1="39677" y1="13110" x2="39677" y2="20732"/>
                        <a14:foregroundMark x1="35806" y1="11890" x2="36774" y2="18293"/>
                        <a14:foregroundMark x1="22258" y1="21037" x2="21935" y2="24390"/>
                        <a14:foregroundMark x1="25161" y1="21951" x2="20645" y2="27744"/>
                        <a14:foregroundMark x1="36452" y1="39634" x2="39355" y2="50915"/>
                        <a14:foregroundMark x1="43226" y1="36585" x2="45806" y2="45732"/>
                        <a14:foregroundMark x1="48065" y1="37195" x2="52581" y2="48476"/>
                        <a14:foregroundMark x1="56452" y1="36890" x2="61935" y2="51829"/>
                        <a14:foregroundMark x1="61613" y1="35366" x2="61290" y2="44512"/>
                        <a14:foregroundMark x1="62258" y1="35976" x2="57419" y2="52744"/>
                        <a14:foregroundMark x1="60323" y1="38415" x2="55484" y2="50610"/>
                        <a14:foregroundMark x1="56452" y1="32622" x2="51613" y2="47561"/>
                        <a14:foregroundMark x1="54516" y1="30488" x2="50968" y2="42988"/>
                        <a14:foregroundMark x1="54516" y1="30793" x2="49032" y2="47866"/>
                        <a14:foregroundMark x1="47419" y1="44512" x2="43548" y2="55183"/>
                        <a14:foregroundMark x1="44194" y1="50610" x2="43871" y2="55183"/>
                        <a14:foregroundMark x1="46452" y1="51220" x2="49677" y2="62195"/>
                        <a14:foregroundMark x1="58710" y1="46951" x2="60000" y2="53963"/>
                        <a14:foregroundMark x1="60323" y1="48476" x2="58710" y2="53049"/>
                        <a14:foregroundMark x1="53226" y1="41463" x2="51935" y2="50610"/>
                        <a14:foregroundMark x1="49677" y1="49085" x2="47742" y2="55488"/>
                        <a14:foregroundMark x1="36129" y1="40549" x2="38065" y2="47866"/>
                        <a14:foregroundMark x1="32581" y1="38720" x2="36774" y2="45427"/>
                        <a14:foregroundMark x1="30000" y1="37195" x2="32581" y2="44817"/>
                        <a14:foregroundMark x1="58710" y1="25000" x2="63226" y2="40244"/>
                        <a14:foregroundMark x1="63871" y1="28354" x2="63871" y2="42988"/>
                        <a14:foregroundMark x1="66774" y1="35061" x2="63871" y2="52134"/>
                        <a14:foregroundMark x1="66452" y1="40244" x2="63871" y2="48780"/>
                        <a14:foregroundMark x1="57097" y1="30488" x2="50968" y2="39024"/>
                        <a14:foregroundMark x1="48387" y1="28354" x2="50323" y2="39329"/>
                        <a14:foregroundMark x1="50000" y1="25305" x2="51935" y2="38110"/>
                        <a14:foregroundMark x1="50323" y1="25000" x2="54839" y2="39024"/>
                        <a14:foregroundMark x1="90645" y1="32927" x2="88710" y2="35366"/>
                      </a14:backgroundRemoval>
                    </a14:imgEffect>
                  </a14:imgLayer>
                </a14:imgProps>
              </a:ext>
            </a:extLst>
          </a:blip>
          <a:srcRect b="19381"/>
          <a:stretch/>
        </p:blipFill>
        <p:spPr>
          <a:xfrm>
            <a:off x="5175865" y="4532326"/>
            <a:ext cx="2195779" cy="1873004"/>
          </a:xfrm>
          <a:prstGeom prst="rect">
            <a:avLst/>
          </a:prstGeom>
        </p:spPr>
      </p:pic>
      <p:sp>
        <p:nvSpPr>
          <p:cNvPr id="24" name="말풍선: 모서리가 둥근 사각형 23">
            <a:extLst>
              <a:ext uri="{FF2B5EF4-FFF2-40B4-BE49-F238E27FC236}">
                <a16:creationId xmlns:a16="http://schemas.microsoft.com/office/drawing/2014/main" id="{0321088A-9823-63CC-3A2A-388B832DB374}"/>
              </a:ext>
            </a:extLst>
          </p:cNvPr>
          <p:cNvSpPr/>
          <p:nvPr/>
        </p:nvSpPr>
        <p:spPr>
          <a:xfrm>
            <a:off x="7828958" y="4828258"/>
            <a:ext cx="3971155" cy="1454734"/>
          </a:xfrm>
          <a:prstGeom prst="wedgeRoundRectCallout">
            <a:avLst>
              <a:gd name="adj1" fmla="val -64912"/>
              <a:gd name="adj2" fmla="val 7893"/>
              <a:gd name="adj3" fmla="val 16667"/>
            </a:avLst>
          </a:prstGeom>
          <a:noFill/>
          <a:ln w="571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 실제로 준비할 수 있는</a:t>
            </a:r>
            <a:endParaRPr lang="en-US" altLang="ko-KR" sz="2000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재료와 용구인지 꼭 생각해요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!</a:t>
            </a:r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EA4B0-93BB-B111-55A3-B824DB2932C8}"/>
              </a:ext>
            </a:extLst>
          </p:cNvPr>
          <p:cNvSpPr txBox="1"/>
          <p:nvPr/>
        </p:nvSpPr>
        <p:spPr>
          <a:xfrm>
            <a:off x="472909" y="2884831"/>
            <a:ext cx="1573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655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제작을 위한 공간 디자인 계획 세우기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7934946" cy="379656"/>
            <a:chOff x="882303" y="1491687"/>
            <a:chExt cx="5951221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7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69411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계획서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는 우리의 생각을 실제로 만들기 위한 설계도입니다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B0D32D-A97F-CF21-9EC0-C367D592E913}"/>
              </a:ext>
            </a:extLst>
          </p:cNvPr>
          <p:cNvSpPr/>
          <p:nvPr/>
        </p:nvSpPr>
        <p:spPr>
          <a:xfrm>
            <a:off x="519759" y="1768327"/>
            <a:ext cx="11280355" cy="55734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*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계획서에 포함되어야 할 내용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스케치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내용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재료와 용구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방법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조형 요소와 조형 원리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44AE16-B0DE-D8F9-8365-D3DAF191B325}"/>
              </a:ext>
            </a:extLst>
          </p:cNvPr>
          <p:cNvSpPr/>
          <p:nvPr/>
        </p:nvSpPr>
        <p:spPr>
          <a:xfrm>
            <a:off x="519758" y="2413910"/>
            <a:ext cx="11280355" cy="4468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④ 제작 방법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어떤 순서로 만들까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?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44B978F-2979-6423-C37C-0FED5AAA89A2}"/>
              </a:ext>
            </a:extLst>
          </p:cNvPr>
          <p:cNvSpPr/>
          <p:nvPr/>
        </p:nvSpPr>
        <p:spPr>
          <a:xfrm>
            <a:off x="519757" y="2948998"/>
            <a:ext cx="11280355" cy="4468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계획서만 보고도 제작을 할 수 있도록 모든 과정을 ①→②→③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…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의 순서로 </a:t>
            </a:r>
            <a:r>
              <a:rPr lang="ko-KR" altLang="en-US" b="1" dirty="0">
                <a:solidFill>
                  <a:srgbClr val="DD655D"/>
                </a:solidFill>
                <a:latin typeface="+mj-ea"/>
                <a:ea typeface="+mj-ea"/>
              </a:rPr>
              <a:t>구체적으로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 작성합니다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85CD416-3670-3DCB-05C2-CFEC680F4CC8}"/>
              </a:ext>
            </a:extLst>
          </p:cNvPr>
          <p:cNvSpPr/>
          <p:nvPr/>
        </p:nvSpPr>
        <p:spPr>
          <a:xfrm>
            <a:off x="4214949" y="3492341"/>
            <a:ext cx="7585165" cy="293040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① 디자인할 교실 창문의 크기를 자로 재어 확인한다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②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가로 길이와 세로 길이를 생각하여 형태에 맞게 검은색 색지를 자른다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③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검은색 색지에서 셀로판지를 붙일 부분을 가위로 잘라낸다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④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셀로판지를 필요한 색과 크기로 자른다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⑤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검은색 색지 사이에 셀로판지를 붙인다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⑥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완성한 장식을 교실 창문의 계획했던 위치에 테이프로 부착한다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⑦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햇빛이 잘 통과되는지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창문을 사용하는 데 방해가 없는지 확인한다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7B05D6-2E34-121E-6F5C-8550EE076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3806997"/>
            <a:ext cx="3631267" cy="225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48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제작을 위한 공간 디자인 계획 세우기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7934946" cy="379656"/>
            <a:chOff x="882303" y="1491687"/>
            <a:chExt cx="5951221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8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69411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계획서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는 우리의 생각을 실제로 만들기 위한 설계도입니다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B0D32D-A97F-CF21-9EC0-C367D592E913}"/>
              </a:ext>
            </a:extLst>
          </p:cNvPr>
          <p:cNvSpPr/>
          <p:nvPr/>
        </p:nvSpPr>
        <p:spPr>
          <a:xfrm>
            <a:off x="519759" y="1768327"/>
            <a:ext cx="11280355" cy="55734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*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계획서에 포함되어야 할 내용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스케치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내용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재료와 용구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제작 방법 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조형 요소와 조형 원리</a:t>
            </a:r>
            <a:endParaRPr lang="en-US" altLang="ko-KR" sz="18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44AE16-B0DE-D8F9-8365-D3DAF191B325}"/>
              </a:ext>
            </a:extLst>
          </p:cNvPr>
          <p:cNvSpPr/>
          <p:nvPr/>
        </p:nvSpPr>
        <p:spPr>
          <a:xfrm>
            <a:off x="519758" y="2413910"/>
            <a:ext cx="11280355" cy="4468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⑤ 조형 요소와 조형 원리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어떤 조형 요소와 조형 원리를 활용했나요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? </a:t>
            </a:r>
            <a:r>
              <a:rPr lang="en-US" altLang="ko-KR" b="1" dirty="0">
                <a:solidFill>
                  <a:srgbClr val="D9534A"/>
                </a:solidFill>
                <a:latin typeface="+mj-ea"/>
                <a:ea typeface="+mj-ea"/>
              </a:rPr>
              <a:t>(</a:t>
            </a:r>
            <a:r>
              <a:rPr lang="ko-KR" altLang="en-US" b="1" dirty="0">
                <a:solidFill>
                  <a:srgbClr val="D9534A"/>
                </a:solidFill>
                <a:latin typeface="+mj-ea"/>
                <a:ea typeface="+mj-ea"/>
              </a:rPr>
              <a:t>모두 적을 필요</a:t>
            </a:r>
            <a:r>
              <a:rPr lang="en-US" altLang="ko-KR" b="1" dirty="0">
                <a:solidFill>
                  <a:srgbClr val="D9534A"/>
                </a:solidFill>
                <a:latin typeface="+mj-ea"/>
                <a:ea typeface="+mj-ea"/>
              </a:rPr>
              <a:t>X, </a:t>
            </a:r>
            <a:r>
              <a:rPr lang="ko-KR" altLang="en-US" b="1" dirty="0">
                <a:solidFill>
                  <a:srgbClr val="D9534A"/>
                </a:solidFill>
                <a:latin typeface="+mj-ea"/>
                <a:ea typeface="+mj-ea"/>
              </a:rPr>
              <a:t>두드러지는 것만 선택</a:t>
            </a:r>
            <a:r>
              <a:rPr lang="en-US" altLang="ko-KR" b="1" dirty="0">
                <a:solidFill>
                  <a:srgbClr val="D9534A"/>
                </a:solidFill>
                <a:latin typeface="+mj-ea"/>
                <a:ea typeface="+mj-ea"/>
              </a:rPr>
              <a:t>!)</a:t>
            </a:r>
            <a:endParaRPr lang="en-US" altLang="ko-KR" sz="1800" b="1" i="0" dirty="0">
              <a:solidFill>
                <a:srgbClr val="D9534A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E9CA4B5-FF68-FF6B-1D35-6D62698E12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28" b="49717"/>
          <a:stretch/>
        </p:blipFill>
        <p:spPr>
          <a:xfrm>
            <a:off x="1553074" y="2948998"/>
            <a:ext cx="5076761" cy="12930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364D966-1C00-2EC0-6160-BD3257D3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2" t="48145" b="6601"/>
          <a:stretch/>
        </p:blipFill>
        <p:spPr>
          <a:xfrm>
            <a:off x="6565900" y="2948998"/>
            <a:ext cx="5039096" cy="129303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2EAA878-3DEA-A1FA-11D3-592F0D701A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158" b="14667"/>
          <a:stretch/>
        </p:blipFill>
        <p:spPr>
          <a:xfrm>
            <a:off x="1553075" y="4414629"/>
            <a:ext cx="6130426" cy="1912599"/>
          </a:xfrm>
          <a:prstGeom prst="rect">
            <a:avLst/>
          </a:prstGeom>
        </p:spPr>
      </p:pic>
      <p:sp>
        <p:nvSpPr>
          <p:cNvPr id="17" name="Rounded Rectangle 98">
            <a:extLst>
              <a:ext uri="{FF2B5EF4-FFF2-40B4-BE49-F238E27FC236}">
                <a16:creationId xmlns:a16="http://schemas.microsoft.com/office/drawing/2014/main" id="{509DE5F9-DF3F-DD5D-8941-DC6930B18F41}"/>
              </a:ext>
            </a:extLst>
          </p:cNvPr>
          <p:cNvSpPr/>
          <p:nvPr/>
        </p:nvSpPr>
        <p:spPr>
          <a:xfrm>
            <a:off x="291158" y="3274974"/>
            <a:ext cx="1261916" cy="6410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조형 요소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Rounded Rectangle 98">
            <a:extLst>
              <a:ext uri="{FF2B5EF4-FFF2-40B4-BE49-F238E27FC236}">
                <a16:creationId xmlns:a16="http://schemas.microsoft.com/office/drawing/2014/main" id="{77051AD5-3433-E340-0609-98311F93A237}"/>
              </a:ext>
            </a:extLst>
          </p:cNvPr>
          <p:cNvSpPr/>
          <p:nvPr/>
        </p:nvSpPr>
        <p:spPr>
          <a:xfrm>
            <a:off x="291161" y="5050385"/>
            <a:ext cx="1261916" cy="6410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5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조형 원리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7B64069-16F8-6B89-8C15-EB9356706015}"/>
              </a:ext>
            </a:extLst>
          </p:cNvPr>
          <p:cNvSpPr/>
          <p:nvPr/>
        </p:nvSpPr>
        <p:spPr>
          <a:xfrm>
            <a:off x="7734300" y="4414629"/>
            <a:ext cx="4229099" cy="191259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예시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조형 요소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빨강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파랑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노랑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초록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검정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,</a:t>
            </a:r>
          </a:p>
          <a:p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                원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/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하트</a:t>
            </a:r>
            <a:r>
              <a:rPr lang="en-US" altLang="ko-KR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/</a:t>
            </a:r>
            <a:r>
              <a:rPr lang="ko-KR" altLang="en-US" sz="1800" b="1" i="0" dirty="0">
                <a:solidFill>
                  <a:srgbClr val="DD655D"/>
                </a:solidFill>
                <a:effectLst/>
                <a:latin typeface="+mj-ea"/>
                <a:ea typeface="+mj-ea"/>
              </a:rPr>
              <a:t>사각형</a:t>
            </a:r>
            <a:r>
              <a:rPr lang="en-US" altLang="ko-KR" b="1" dirty="0">
                <a:solidFill>
                  <a:srgbClr val="DD655D"/>
                </a:solidFill>
                <a:latin typeface="+mj-ea"/>
                <a:ea typeface="+mj-ea"/>
              </a:rPr>
              <a:t>/</a:t>
            </a:r>
            <a:r>
              <a:rPr lang="ko-KR" altLang="en-US" b="1" dirty="0">
                <a:solidFill>
                  <a:srgbClr val="DD655D"/>
                </a:solidFill>
                <a:latin typeface="+mj-ea"/>
                <a:ea typeface="+mj-ea"/>
              </a:rPr>
              <a:t>꽃 모양</a:t>
            </a:r>
            <a:endParaRPr lang="en-US" altLang="ko-KR" b="1" dirty="0">
              <a:solidFill>
                <a:srgbClr val="DD655D"/>
              </a:solidFill>
              <a:latin typeface="+mj-ea"/>
              <a:ea typeface="+mj-ea"/>
            </a:endParaRPr>
          </a:p>
          <a:p>
            <a:endParaRPr lang="en-US" altLang="ko-KR" sz="1800" b="1" i="0" dirty="0">
              <a:solidFill>
                <a:srgbClr val="DD655D"/>
              </a:solidFill>
              <a:effectLst/>
              <a:latin typeface="+mj-ea"/>
              <a:ea typeface="+mj-ea"/>
            </a:endParaRPr>
          </a:p>
          <a:p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조형 원리</a:t>
            </a:r>
            <a:r>
              <a:rPr lang="en-US" altLang="ko-KR" b="1" dirty="0">
                <a:solidFill>
                  <a:srgbClr val="0070C0"/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대비</a:t>
            </a:r>
            <a:r>
              <a:rPr lang="en-US" altLang="ko-KR" b="1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반복</a:t>
            </a:r>
            <a:r>
              <a:rPr lang="en-US" altLang="ko-KR" b="1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+mj-ea"/>
                <a:ea typeface="+mj-ea"/>
              </a:rPr>
              <a:t>대칭</a:t>
            </a:r>
            <a:endParaRPr lang="en-US" altLang="ko-KR" sz="1800" b="1" i="0" dirty="0">
              <a:solidFill>
                <a:srgbClr val="0070C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9ADAA-31B4-DFC0-42BC-960A2514EF9F}"/>
              </a:ext>
            </a:extLst>
          </p:cNvPr>
          <p:cNvSpPr txBox="1"/>
          <p:nvPr/>
        </p:nvSpPr>
        <p:spPr>
          <a:xfrm>
            <a:off x="1569406" y="4196733"/>
            <a:ext cx="1573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566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제작을 위한 공간 디자인 계획 세우기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4853974" cy="379656"/>
            <a:chOff x="882303" y="1491687"/>
            <a:chExt cx="3640488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9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338338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계획서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를 작성해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.(1)</a:t>
              </a: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A74524-C543-DF2A-42EA-4F75FC365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305305"/>
              </p:ext>
            </p:extLst>
          </p:nvPr>
        </p:nvGraphicFramePr>
        <p:xfrm>
          <a:off x="271525" y="1745070"/>
          <a:ext cx="11758384" cy="4700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9192">
                  <a:extLst>
                    <a:ext uri="{9D8B030D-6E8A-4147-A177-3AD203B41FA5}">
                      <a16:colId xmlns:a16="http://schemas.microsoft.com/office/drawing/2014/main" val="2159910953"/>
                    </a:ext>
                  </a:extLst>
                </a:gridCol>
                <a:gridCol w="5879192">
                  <a:extLst>
                    <a:ext uri="{9D8B030D-6E8A-4147-A177-3AD203B41FA5}">
                      <a16:colId xmlns:a16="http://schemas.microsoft.com/office/drawing/2014/main" val="688647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① 제작 스케치</a:t>
                      </a:r>
                      <a:endParaRPr lang="en-US" altLang="ko-KR" sz="1800" spc="-147" dirty="0"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② 제작 내용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92138"/>
                  </a:ext>
                </a:extLst>
              </a:tr>
              <a:tr h="20051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</a:t>
                      </a:r>
                      <a:r>
                        <a:rPr lang="ko-KR" altLang="en-US" sz="18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더 보기 </a:t>
                      </a:r>
                      <a:r>
                        <a:rPr lang="en-US" altLang="ko-KR" sz="18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- </a:t>
                      </a:r>
                      <a:r>
                        <a:rPr lang="ko-KR" altLang="en-US" sz="18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이미지 </a:t>
                      </a:r>
                      <a:r>
                        <a:rPr lang="en-US" altLang="ko-KR" sz="18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- </a:t>
                      </a:r>
                      <a:r>
                        <a:rPr lang="ko-KR" altLang="en-US" sz="18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제작 스케치한 이미지 넣기</a:t>
                      </a:r>
                      <a:r>
                        <a:rPr lang="en-US" altLang="ko-KR" sz="18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)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38624"/>
                  </a:ext>
                </a:extLst>
              </a:tr>
              <a:tr h="36971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③ 재료와 용구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7603"/>
                  </a:ext>
                </a:extLst>
              </a:tr>
              <a:tr h="196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069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553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실제 제작을 위한 공간 디자인 계획 세우기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58" y="1301339"/>
            <a:ext cx="6001254" cy="379656"/>
            <a:chOff x="882301" y="1491687"/>
            <a:chExt cx="4500950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1" y="1505480"/>
              <a:ext cx="362218" cy="255989"/>
              <a:chOff x="853871" y="1487438"/>
              <a:chExt cx="450891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1" y="1487438"/>
                <a:ext cx="450891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1" y="1490019"/>
                <a:ext cx="450891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10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244519" y="1491687"/>
              <a:ext cx="4138732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 디자인 계획서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를 작성해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.(2)</a:t>
              </a: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A74524-C543-DF2A-42EA-4F75FC365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986005"/>
              </p:ext>
            </p:extLst>
          </p:nvPr>
        </p:nvGraphicFramePr>
        <p:xfrm>
          <a:off x="271525" y="1745074"/>
          <a:ext cx="11758384" cy="4697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8384">
                  <a:extLst>
                    <a:ext uri="{9D8B030D-6E8A-4147-A177-3AD203B41FA5}">
                      <a16:colId xmlns:a16="http://schemas.microsoft.com/office/drawing/2014/main" val="688647577"/>
                    </a:ext>
                  </a:extLst>
                </a:gridCol>
              </a:tblGrid>
              <a:tr h="360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47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④ 제작 방법 </a:t>
                      </a:r>
                      <a:r>
                        <a:rPr lang="en-US" altLang="ko-KR" sz="1800" spc="-147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</a:t>
                      </a:r>
                      <a:r>
                        <a:rPr lang="ko-KR" altLang="en-US" sz="1800" spc="-147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계획서만 보고도 제작을 할 수 있도록 모든 과정을 ①→②→③</a:t>
                      </a:r>
                      <a:r>
                        <a:rPr lang="en-US" altLang="ko-KR" sz="1800" spc="-147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…</a:t>
                      </a:r>
                      <a:r>
                        <a:rPr lang="ko-KR" altLang="en-US" sz="1800" spc="-147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의 순서로 구체적으로 작성합니다</a:t>
                      </a:r>
                      <a:r>
                        <a:rPr lang="en-US" altLang="ko-KR" sz="1800" spc="-147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.)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92138"/>
                  </a:ext>
                </a:extLst>
              </a:tr>
              <a:tr h="3204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38624"/>
                  </a:ext>
                </a:extLst>
              </a:tr>
              <a:tr h="360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pc="-147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⑤ 디자인에 적용한 조형 요소와 조형 원리 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7603"/>
                  </a:ext>
                </a:extLst>
              </a:tr>
              <a:tr h="761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* </a:t>
                      </a:r>
                      <a:r>
                        <a:rPr lang="ko-KR" altLang="en-US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조형 요소</a:t>
                      </a:r>
                      <a:r>
                        <a:rPr lang="en-US" altLang="ko-KR" sz="14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spc="-147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* </a:t>
                      </a:r>
                      <a:r>
                        <a:rPr lang="ko-KR" altLang="en-US" sz="1400" kern="1200" spc="-147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조형 원리</a:t>
                      </a:r>
                      <a:r>
                        <a:rPr lang="en-US" altLang="ko-KR" sz="1400" kern="1200" spc="-147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: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069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403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활동을 되돌아 봅시다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286B15-C6EE-8096-2AEF-F2C84F2E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9" y="2152385"/>
            <a:ext cx="9486900" cy="40008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0C5581-0D35-CB63-1C7E-5CFDD755DFE4}"/>
              </a:ext>
            </a:extLst>
          </p:cNvPr>
          <p:cNvSpPr txBox="1"/>
          <p:nvPr/>
        </p:nvSpPr>
        <p:spPr>
          <a:xfrm>
            <a:off x="9410082" y="6112002"/>
            <a:ext cx="1573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0867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차시에는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2BA96E-A503-E600-DCB9-64F97FC65F5D}"/>
              </a:ext>
            </a:extLst>
          </p:cNvPr>
          <p:cNvSpPr txBox="1">
            <a:spLocks/>
          </p:cNvSpPr>
          <p:nvPr/>
        </p:nvSpPr>
        <p:spPr>
          <a:xfrm>
            <a:off x="-1" y="2155704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친구들과 디자인 계획을 공유하고 서로 피드백을 주고 받아봅시다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9B248-1DA2-0830-8560-4D249201B6E7}"/>
              </a:ext>
            </a:extLst>
          </p:cNvPr>
          <p:cNvSpPr txBox="1"/>
          <p:nvPr/>
        </p:nvSpPr>
        <p:spPr>
          <a:xfrm>
            <a:off x="9666143" y="5939930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CE3E1BB-D152-52CF-3944-94354C88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29"/>
          <a:stretch/>
        </p:blipFill>
        <p:spPr>
          <a:xfrm>
            <a:off x="2533767" y="2768869"/>
            <a:ext cx="7187849" cy="33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74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1099</Words>
  <Application>Microsoft Office PowerPoint</Application>
  <PresentationFormat>와이드스크린</PresentationFormat>
  <Paragraphs>221</Paragraphs>
  <Slides>19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Noto Sans KR</vt:lpstr>
      <vt:lpstr>Noto Sans KR Black</vt:lpstr>
      <vt:lpstr>나눔스퀘어 ExtraBold</vt:lpstr>
      <vt:lpstr>땅스부대찌개 Bold</vt:lpstr>
      <vt:lpstr>에스코어 드림 3 Light</vt:lpstr>
      <vt:lpstr>에스코어 드림 5 Medium</vt:lpstr>
      <vt:lpstr>Arial</vt:lpstr>
      <vt:lpstr>Office Theme</vt:lpstr>
      <vt:lpstr>PowerPoint 프레젠테이션</vt:lpstr>
      <vt:lpstr>이번 차시의 프로젝트 단계는?</vt:lpstr>
      <vt:lpstr>같은 아이디어인데 왜 느낌이 다를까?</vt:lpstr>
      <vt:lpstr>같은 아이디어인데 왜 느낌이 다를까?</vt:lpstr>
      <vt:lpstr>PowerPoint 프레젠테이션</vt:lpstr>
      <vt:lpstr>PowerPoint 프레젠테이션</vt:lpstr>
      <vt:lpstr>[활동1] 조형 요소와 조형 원리를 활용하여 디자인 구체화하기</vt:lpstr>
      <vt:lpstr>[활동1] 조형 요소와 조형 원리를 활용하여 디자인 구체화하기</vt:lpstr>
      <vt:lpstr>[활동1] 조형 요소와 조형 원리를 활용하여 디자인 구체화하기</vt:lpstr>
      <vt:lpstr>[활동2] 실제 제작을 위한 공간 디자인 계획 세우기</vt:lpstr>
      <vt:lpstr>[활동2] 실제 제작을 위한 공간 디자인 계획 세우기</vt:lpstr>
      <vt:lpstr>[활동2] 실제 제작을 위한 공간 디자인 계획 세우기</vt:lpstr>
      <vt:lpstr>[활동2] 실제 제작을 위한 공간 디자인 계획 세우기</vt:lpstr>
      <vt:lpstr>[활동2] 실제 제작을 위한 공간 디자인 계획 세우기</vt:lpstr>
      <vt:lpstr>[활동2] 실제 제작을 위한 공간 디자인 계획 세우기</vt:lpstr>
      <vt:lpstr>[활동2] 실제 제작을 위한 공간 디자인 계획 세우기</vt:lpstr>
      <vt:lpstr>정리하기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은찬</cp:lastModifiedBy>
  <cp:revision>13</cp:revision>
  <dcterms:created xsi:type="dcterms:W3CDTF">2026-07-09T22:35:37Z</dcterms:created>
  <dcterms:modified xsi:type="dcterms:W3CDTF">2026-10-24T07:41:30Z</dcterms:modified>
</cp:coreProperties>
</file>