
<file path=[Content_Types].xml><?xml version="1.0" encoding="utf-8"?>
<Types xmlns="http://schemas.openxmlformats.org/package/2006/content-types">
  <Default Extension="bmp" ContentType="image/bmp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6" r:id="rId2"/>
  </p:sldMasterIdLst>
  <p:notesMasterIdLst>
    <p:notesMasterId r:id="rId29"/>
  </p:notesMasterIdLst>
  <p:sldIdLst>
    <p:sldId id="256" r:id="rId3"/>
    <p:sldId id="265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8" r:id="rId12"/>
    <p:sldId id="286" r:id="rId13"/>
    <p:sldId id="289" r:id="rId14"/>
    <p:sldId id="278" r:id="rId15"/>
    <p:sldId id="266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270" r:id="rId28"/>
  </p:sldIdLst>
  <p:sldSz cx="12192000" cy="6858000"/>
  <p:notesSz cx="6858000" cy="12192000"/>
  <p:embeddedFontLst>
    <p:embeddedFont>
      <p:font typeface="Noto Sans KR Black" panose="020B0200000000000000" pitchFamily="50" charset="-127"/>
      <p:bold r:id="rId30"/>
    </p:embeddedFont>
    <p:embeddedFont>
      <p:font typeface="Noto Sans KR Medium" panose="020B0200000000000000" pitchFamily="50" charset="-127"/>
      <p:regular r:id="rId31"/>
    </p:embeddedFont>
    <p:embeddedFont>
      <p:font typeface="나눔스퀘어 ExtraBold" panose="020B0600000101010101" pitchFamily="50" charset="-127"/>
      <p:bold r:id="rId32"/>
    </p:embeddedFont>
    <p:embeddedFont>
      <p:font typeface="땅스부대찌개 Bold" panose="02020603020101020101" pitchFamily="18" charset="-127"/>
      <p:bold r:id="rId33"/>
    </p:embeddedFont>
    <p:embeddedFont>
      <p:font typeface="에스코어 드림 8 Heavy" panose="020B0903030302020204" pitchFamily="34" charset="-127"/>
      <p:bold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8">
          <p15:clr>
            <a:srgbClr val="A4A3A4"/>
          </p15:clr>
        </p15:guide>
        <p15:guide id="2" pos="38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4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3.fntdata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font" Target="fonts/font1.fntdata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b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bmp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bmp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나무가 예술이네</a:t>
            </a:r>
            <a:r>
              <a:rPr lang="en-US" altLang="ko-KR" sz="3200" b="1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동네에는 어떤 나무들이 있을까요</a:t>
            </a:r>
            <a:r>
              <a:rPr lang="en-US" altLang="ko-KR" sz="2800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14</a:t>
            </a:r>
            <a:r>
              <a:rPr lang="ko-KR" altLang="en-US" sz="3703" dirty="0" err="1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5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나뭇잎 그림을 보고 어떤 나무인지 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204" y="2251209"/>
            <a:ext cx="2843528" cy="351259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34003" y="2633574"/>
            <a:ext cx="7323993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주목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보통 원추형 모양이고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선홍빛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열매가 달려있다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037" y="3940190"/>
            <a:ext cx="1192916" cy="1491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4680" y="2240242"/>
            <a:ext cx="4231302" cy="34311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3862" y="2512195"/>
            <a:ext cx="9404275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플라타너스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 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나무라고 부르기도 하는데 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정식 명칭은 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양버즘나무이다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공해에 강하고 오염 물질 흡수 능력이 뛰어나다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011" y="2435450"/>
            <a:ext cx="3623977" cy="333322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3709915" y="544550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23703" y="3141406"/>
            <a:ext cx="6157135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상수리나무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참나무의 일종으로 도토리가 열린다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915" y="2147775"/>
            <a:ext cx="4217707" cy="350301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75180" y="2910574"/>
            <a:ext cx="805419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능수버들은 가지가 치렁치렁 늘어지지만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버드나무는 보통의 나무처럼 곧은 형태로 자란다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9097" y="2188869"/>
            <a:ext cx="4797768" cy="324486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36519" y="2910574"/>
            <a:ext cx="833151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사과나무는 주로 과수원에서 전문적으로 키우지만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가끔 동네에서 미니사과나무를 발견할 수 있다</a:t>
            </a:r>
            <a:r>
              <a:rPr lang="en-US" altLang="ko-KR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94560" y="2606992"/>
            <a:ext cx="7802880" cy="164401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3400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나무의 종류와 특징을 탐색</a:t>
            </a: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하여 </a:t>
            </a:r>
            <a:endParaRPr lang="ko-KR" altLang="en-US" sz="3400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400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관심</a:t>
            </a: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높이고</a:t>
            </a:r>
            <a:r>
              <a:rPr lang="en-US" altLang="ko-KR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</a:p>
          <a:p>
            <a:pPr lvl="0" algn="ctr">
              <a:defRPr/>
            </a:pP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관찰한 내용을 그림과 글로 표현할 수 있다</a:t>
            </a:r>
            <a:r>
              <a:rPr lang="en-US" altLang="ko-KR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‘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!’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 탐색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9" t="6601" r="5543" b="8315"/>
          <a:stretch/>
        </p:blipFill>
        <p:spPr>
          <a:xfrm>
            <a:off x="380144" y="1359869"/>
            <a:ext cx="6976154" cy="492791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8009026" y="2433027"/>
            <a:ext cx="3597286" cy="175432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동영상 시청 후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‘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나무가 예술이네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!’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지도에서 본 나무 중 기억나는 나무를 발표해볼까요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386245" y="596461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</a:t>
            </a:r>
            <a:r>
              <a:rPr lang="en-US" altLang="ko-KR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방법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19758" y="2230843"/>
            <a:ext cx="911739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교실 밖으로 나가 학교에 있는 나무를 천천히 관찰합니다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나무를 골라 사진으로 촬영합니다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촬영한 사진 중 한 장을 선택하여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디지털 도구를 활용해 사진 위에 자유롭게 덧그리기를 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덧그리기 작업을 마친 후에는 나무의 특징과 나무에게 하고 싶은 말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나무를 어떻게 돌볼지에 대한 다짐을 글로 작성합니다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완성한 작품을 친구들과 서로 공유하고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친구들의 작품을 함께 감상하며 의견을 나눕니다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053" name="그림 205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94198" y="1249140"/>
            <a:ext cx="9179164" cy="516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1746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pic>
        <p:nvPicPr>
          <p:cNvPr id="3075" name="그림 307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2695" y="1311422"/>
            <a:ext cx="9087900" cy="511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185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7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식물의 사진을 보고 어떤 식물인지  맞혀 보세요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8" name="Picture 2" descr="C:\Users\user\Downloads\20260913_112956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15"/>
          <a:stretch/>
        </p:blipFill>
        <p:spPr bwMode="auto">
          <a:xfrm rot="5400000">
            <a:off x="4251427" y="1984144"/>
            <a:ext cx="3689144" cy="398769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3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은행나무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6" name="Picture 2" descr="C:\Users\user\Downloads\20260913_112319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89" r="11508"/>
          <a:stretch/>
        </p:blipFill>
        <p:spPr bwMode="auto">
          <a:xfrm rot="5400000">
            <a:off x="4329316" y="1975587"/>
            <a:ext cx="3533367" cy="426720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6065" y="3464706"/>
            <a:ext cx="85549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4" name="Picture 2" descr="C:\Users\user\Downloads\20260913_112001 (1)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0" b="15557"/>
          <a:stretch/>
        </p:blipFill>
        <p:spPr bwMode="auto">
          <a:xfrm>
            <a:off x="3853150" y="2157572"/>
            <a:ext cx="4485700" cy="36473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4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519757" y="1696749"/>
            <a:ext cx="911739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두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동네  식물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우리에게 어떤 이야기를 들려줄까요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 descr="C:\Users\user\Downloads\20260913_121106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6" t="7398" r="22360" b="7519"/>
          <a:stretch/>
        </p:blipFill>
        <p:spPr bwMode="auto">
          <a:xfrm rot="5400000">
            <a:off x="8147593" y="2804656"/>
            <a:ext cx="3458406" cy="2986174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9915" y="5377797"/>
            <a:ext cx="1072793" cy="1072793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8837827" y="6129254"/>
            <a:ext cx="2077941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</Words>
  <Application>Microsoft Office PowerPoint</Application>
  <PresentationFormat>와이드스크린</PresentationFormat>
  <Paragraphs>86</Paragraphs>
  <Slides>26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HeadingPairs>
  <TitlesOfParts>
    <vt:vector size="36" baseType="lpstr">
      <vt:lpstr>에스코어 드림 8 Heavy</vt:lpstr>
      <vt:lpstr>나눔스퀘어 ExtraBold</vt:lpstr>
      <vt:lpstr>땅스부대찌개 Bold</vt:lpstr>
      <vt:lpstr>Noto Sans KR Black</vt:lpstr>
      <vt:lpstr>Arial</vt:lpstr>
      <vt:lpstr>굴림</vt:lpstr>
      <vt:lpstr>Noto Sans KR Medium</vt:lpstr>
      <vt:lpstr>Calibri</vt:lpstr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‘나무가 예술이네!’ 지도 탐색</vt:lpstr>
      <vt:lpstr>활동 2. 나무 관찰 및 표현하기</vt:lpstr>
      <vt:lpstr>활동 2. 나무 관찰 및 표현하기_활동지, 활동 예시</vt:lpstr>
      <vt:lpstr>활동 2. 나무 관찰 및 표현하기_활동지, 활동 예시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33</cp:revision>
  <dcterms:created xsi:type="dcterms:W3CDTF">2026-07-09T22:35:37Z</dcterms:created>
  <dcterms:modified xsi:type="dcterms:W3CDTF">2026-10-27T16:02:08Z</dcterms:modified>
  <cp:version/>
</cp:coreProperties>
</file>