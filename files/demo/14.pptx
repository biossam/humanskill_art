
<file path=[Content_Types].xml><?xml version="1.0" encoding="utf-8"?>
<Types xmlns="http://schemas.openxmlformats.org/package/2006/content-types">
  <Default Extension="bmp" ContentType="image/bmp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 ?><Relationships xmlns="http://schemas.openxmlformats.org/package/2006/relationships"><Relationship Id="rId1" Type="http://schemas.openxmlformats.org/officeDocument/2006/relationships/officeDocument" Target="ppt/presentation.xml"  /><Relationship Id="rId2" Type="http://schemas.openxmlformats.org/package/2006/relationships/metadata/thumbnail" Target="docProps/thumbnail.jpeg"  /><Relationship Id="rId3" Type="http://schemas.openxmlformats.org/package/2006/relationships/metadata/core-properties" Target="docProps/core.xml"  /><Relationship Id="rId4" Type="http://schemas.openxmlformats.org/officeDocument/2006/relationships/extended-properties" Target="docProps/app.xml"  /><Relationship Id="rId5" Type="http://schemas.openxmlformats.org/officeDocument/2006/relationships/custom-properties" Target="docProps/custom.xml"  /></Relationships>
</file>

<file path=ppt/presentation.xml><?xml version="1.0" encoding="utf-8"?>
<p:presentation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 autoCompressPictures="0">
  <p:sldMasterIdLst>
    <p:sldMasterId id="2147483648" r:id="rId1"/>
    <p:sldMasterId id="2147483656" r:id="rId2"/>
  </p:sldMasterIdLst>
  <p:notesMasterIdLst>
    <p:notesMasterId r:id="rId3"/>
  </p:notesMasterIdLst>
  <p:sldIdLst>
    <p:sldId id="256" r:id="rId4"/>
    <p:sldId id="265" r:id="rId5"/>
    <p:sldId id="279" r:id="rId6"/>
    <p:sldId id="280" r:id="rId7"/>
    <p:sldId id="281" r:id="rId8"/>
    <p:sldId id="282" r:id="rId9"/>
    <p:sldId id="283" r:id="rId10"/>
    <p:sldId id="284" r:id="rId11"/>
    <p:sldId id="285" r:id="rId12"/>
    <p:sldId id="288" r:id="rId13"/>
    <p:sldId id="286" r:id="rId14"/>
    <p:sldId id="289" r:id="rId15"/>
    <p:sldId id="278" r:id="rId16"/>
    <p:sldId id="266" r:id="rId17"/>
    <p:sldId id="290" r:id="rId18"/>
    <p:sldId id="291" r:id="rId19"/>
    <p:sldId id="292" r:id="rId20"/>
    <p:sldId id="293" r:id="rId21"/>
    <p:sldId id="294" r:id="rId22"/>
    <p:sldId id="295" r:id="rId23"/>
    <p:sldId id="296" r:id="rId24"/>
    <p:sldId id="297" r:id="rId25"/>
    <p:sldId id="298" r:id="rId26"/>
    <p:sldId id="299" r:id="rId27"/>
    <p:sldId id="300" r:id="rId28"/>
    <p:sldId id="270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showPr showNarration="1">
    <p:present/>
    <p:sldAll/>
    <p:penClr>
      <a:prstClr val="red"/>
    </p:penClr>
    <p:extLst>
      <p:ext uri="{2FDB2607-1784-4EEB-B798-7EB5836EED8A}">
        <p14:showMediaCtrls xmlns:p14="http://schemas.microsoft.com/office/powerpoint/2010/main" val="1"/>
      </p:ext>
    </p:extLst>
  </p:showPr>
</p:presentationPr>
</file>

<file path=ppt/tableStyles.xml><?xml version="1.0" encoding="utf-8"?>
<a:tblStyleLst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def="{5C22544A-7EE6-4342-B048-85BDC9FD1C3A}"/>
</file>

<file path=ppt/viewProps.xml><?xml version="1.0" encoding="utf-8"?>
<p:viewP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0" d="100"/>
          <a:sy n="100" d="100"/>
        </p:scale>
        <p:origin x="-1232" y="-420"/>
      </p:cViewPr>
      <p:guideLst>
        <p:guide orient="horz" pos="2158"/>
        <p:guide pos="3838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 ?><Relationships xmlns="http://schemas.openxmlformats.org/package/2006/relationships"><Relationship Id="rId1" Type="http://schemas.openxmlformats.org/officeDocument/2006/relationships/slideMaster" Target="slideMasters/slideMaster1.xml"  /><Relationship Id="rId10" Type="http://schemas.openxmlformats.org/officeDocument/2006/relationships/slide" Target="slides/slide7.xml"  /><Relationship Id="rId11" Type="http://schemas.openxmlformats.org/officeDocument/2006/relationships/slide" Target="slides/slide8.xml"  /><Relationship Id="rId12" Type="http://schemas.openxmlformats.org/officeDocument/2006/relationships/slide" Target="slides/slide9.xml"  /><Relationship Id="rId13" Type="http://schemas.openxmlformats.org/officeDocument/2006/relationships/slide" Target="slides/slide10.xml"  /><Relationship Id="rId14" Type="http://schemas.openxmlformats.org/officeDocument/2006/relationships/slide" Target="slides/slide11.xml"  /><Relationship Id="rId15" Type="http://schemas.openxmlformats.org/officeDocument/2006/relationships/slide" Target="slides/slide12.xml"  /><Relationship Id="rId16" Type="http://schemas.openxmlformats.org/officeDocument/2006/relationships/slide" Target="slides/slide13.xml"  /><Relationship Id="rId17" Type="http://schemas.openxmlformats.org/officeDocument/2006/relationships/slide" Target="slides/slide14.xml"  /><Relationship Id="rId18" Type="http://schemas.openxmlformats.org/officeDocument/2006/relationships/slide" Target="slides/slide15.xml"  /><Relationship Id="rId19" Type="http://schemas.openxmlformats.org/officeDocument/2006/relationships/slide" Target="slides/slide16.xml"  /><Relationship Id="rId2" Type="http://schemas.openxmlformats.org/officeDocument/2006/relationships/slideMaster" Target="slideMasters/slideMaster2.xml"  /><Relationship Id="rId20" Type="http://schemas.openxmlformats.org/officeDocument/2006/relationships/slide" Target="slides/slide17.xml"  /><Relationship Id="rId21" Type="http://schemas.openxmlformats.org/officeDocument/2006/relationships/slide" Target="slides/slide18.xml"  /><Relationship Id="rId22" Type="http://schemas.openxmlformats.org/officeDocument/2006/relationships/slide" Target="slides/slide19.xml"  /><Relationship Id="rId23" Type="http://schemas.openxmlformats.org/officeDocument/2006/relationships/slide" Target="slides/slide20.xml"  /><Relationship Id="rId24" Type="http://schemas.openxmlformats.org/officeDocument/2006/relationships/slide" Target="slides/slide21.xml"  /><Relationship Id="rId25" Type="http://schemas.openxmlformats.org/officeDocument/2006/relationships/slide" Target="slides/slide22.xml"  /><Relationship Id="rId26" Type="http://schemas.openxmlformats.org/officeDocument/2006/relationships/slide" Target="slides/slide23.xml"  /><Relationship Id="rId27" Type="http://schemas.openxmlformats.org/officeDocument/2006/relationships/slide" Target="slides/slide24.xml"  /><Relationship Id="rId28" Type="http://schemas.openxmlformats.org/officeDocument/2006/relationships/slide" Target="slides/slide25.xml"  /><Relationship Id="rId29" Type="http://schemas.openxmlformats.org/officeDocument/2006/relationships/slide" Target="slides/slide26.xml"  /><Relationship Id="rId3" Type="http://schemas.openxmlformats.org/officeDocument/2006/relationships/notesMaster" Target="notesMasters/notesMaster1.xml"  /><Relationship Id="rId30" Type="http://schemas.openxmlformats.org/officeDocument/2006/relationships/presProps" Target="presProps.xml"  /><Relationship Id="rId31" Type="http://schemas.openxmlformats.org/officeDocument/2006/relationships/viewProps" Target="viewProps.xml"  /><Relationship Id="rId32" Type="http://schemas.openxmlformats.org/officeDocument/2006/relationships/theme" Target="theme/theme1.xml"  /><Relationship Id="rId33" Type="http://schemas.openxmlformats.org/officeDocument/2006/relationships/tableStyles" Target="tableStyles.xml"  /><Relationship Id="rId4" Type="http://schemas.openxmlformats.org/officeDocument/2006/relationships/slide" Target="slides/slide1.xml"  /><Relationship Id="rId5" Type="http://schemas.openxmlformats.org/officeDocument/2006/relationships/slide" Target="slides/slide2.xml"  /><Relationship Id="rId6" Type="http://schemas.openxmlformats.org/officeDocument/2006/relationships/slide" Target="slides/slide3.xml"  /><Relationship Id="rId7" Type="http://schemas.openxmlformats.org/officeDocument/2006/relationships/slide" Target="slides/slide4.xml"  /><Relationship Id="rId8" Type="http://schemas.openxmlformats.org/officeDocument/2006/relationships/slide" Target="slides/slide5.xml"  /><Relationship Id="rId9" Type="http://schemas.openxmlformats.org/officeDocument/2006/relationships/slide" Target="slides/slide6.xml"  /></Relationships>
</file>

<file path=ppt/notesMasters/_rels/notesMaster1.xml.rels><?xml version="1.0" encoding="UTF-8" standalone="yes" ?><Relationships xmlns="http://schemas.openxmlformats.org/package/2006/relationships"><Relationship Id="rId1" Type="http://schemas.openxmlformats.org/officeDocument/2006/relationships/theme" Target="../theme/theme3.xml"  /></Relationships>
</file>

<file path=ppt/notesMasters/notesMaster1.xml><?xml version="1.0" encoding="utf-8"?>
<p:notesMaster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661348126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4.xml"  /></Relationships>
</file>

<file path=ppt/notesSlides/_rels/notesSlide2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5.xml"  /></Relationships>
</file>

<file path=ppt/notesSlides/_rels/notesSlide3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6.xml"  /></Relationships>
</file>

<file path=ppt/notesSlides/_rels/notesSlide4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17.xml"  /></Relationships>
</file>

<file path=ppt/notesSlides/_rels/notesSlide5.xml.rels><?xml version="1.0" encoding="UTF-8" standalone="yes" ?><Relationships xmlns="http://schemas.openxmlformats.org/package/2006/relationships"><Relationship Id="rId1" Type="http://schemas.openxmlformats.org/officeDocument/2006/relationships/notesMaster" Target="../notesMasters/notesMaster1.xml"  /><Relationship Id="rId2" Type="http://schemas.openxmlformats.org/officeDocument/2006/relationships/slide" Target="../slides/slide25.xml" 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669DCDE-839F-45A5-BBBA-002CD9F8819F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>
          <a:xfrm>
            <a:off x="-635000" y="914400"/>
            <a:ext cx="8128000" cy="4572000"/>
          </a:xfrm>
          <a:prstGeom prst="rect">
            <a:avLst/>
          </a:prstGeom>
        </p:spPr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>
          <a:xfrm>
            <a:off x="685800" y="5791200"/>
            <a:ext cx="5486400" cy="5486400"/>
          </a:xfrm>
          <a:prstGeom prst="rect">
            <a:avLst/>
          </a:prstGeom>
        </p:spPr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>
          <a:xfrm>
            <a:off x="3884613" y="11580813"/>
            <a:ext cx="2971800" cy="609600"/>
          </a:xfrm>
          <a:prstGeom prst="rect">
            <a:avLst/>
          </a:prstGeom>
        </p:spPr>
        <p:txBody>
          <a:bodyPr/>
          <a:lstStyle/>
          <a:p>
            <a:fld id="{6669DCDE-839F-45A5-BBBA-002CD9F8819F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7042964"/>
      </p:ext>
    </p:extLst>
  </p:cSld>
  <p:clrMapOvr>
    <a:masterClrMapping/>
  </p:clrMapOvr>
</p:notes>
</file>

<file path=ppt/slideLayouts/_rels/slideLayout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/Relationships>
</file>

<file path=ppt/slideLayouts/_rels/slideLayout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Layouts/_rels/slideLayout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/Relationships>
</file>

<file path=ppt/slideLayouts/_rels/slideLayout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1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5.png"  /></Relationships>
</file>

<file path=ppt/slideLayouts/_rels/slideLayout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7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8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9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0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1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2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3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4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5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/Relationships>
</file>

<file path=ppt/slideLayouts/_rels/slideLayout16.xml.rels><?xml version="1.0" encoding="UTF-8" standalone="yes" ?><Relationships xmlns="http://schemas.openxmlformats.org/package/2006/relationships"><Relationship Id="rId1" Type="http://schemas.openxmlformats.org/officeDocument/2006/relationships/slideMaster" Target="../slideMasters/slideMaster2.xml"  /><Relationship Id="rId2" Type="http://schemas.openxmlformats.org/officeDocument/2006/relationships/image" Target="../media/image1.jpeg"  /><Relationship Id="rId3" Type="http://schemas.openxmlformats.org/officeDocument/2006/relationships/image" Target="../media/image2.png"  /><Relationship Id="rId4" Type="http://schemas.openxmlformats.org/officeDocument/2006/relationships/image" Target="../media/image3.png"  /><Relationship Id="rId5" Type="http://schemas.openxmlformats.org/officeDocument/2006/relationships/image" Target="../media/image4.png"  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6366167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1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그림 13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직사각형 1"/>
          <p:cNvSpPr/>
          <p:nvPr userDrawn="1"/>
        </p:nvSpPr>
        <p:spPr>
          <a:xfrm>
            <a:off x="0" y="1134884"/>
            <a:ext cx="12192000" cy="536645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2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9185109" y="6499821"/>
            <a:ext cx="2844800" cy="36618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marL="0" algn="r" defTabSz="1219170" rtl="0" eaLnBrk="1" latinLnBrk="1" hangingPunct="1">
              <a:defRPr lang="ko-KR" altLang="en-US" sz="1067" b="1" kern="120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lt"/>
                <a:ea typeface="G마켓 산스 TTF Medium" panose="02000000000000000000" pitchFamily="2" charset="-127"/>
                <a:cs typeface="+mn-cs"/>
              </a:defRPr>
            </a:lvl1pPr>
          </a:lstStyle>
          <a:p>
            <a:fld id="{A73DE1A5-A26C-4936-9EB7-341AE0E9F7ED}" type="slidenum">
              <a:rPr lang="en-US" altLang="ko-KR" smtClean="0"/>
              <a:pPr/>
              <a:t>‹#›</a:t>
            </a:fld>
            <a:endParaRPr lang="en-US" dirty="0"/>
          </a:p>
        </p:txBody>
      </p:sp>
      <p:sp>
        <p:nvSpPr>
          <p:cNvPr id="5" name="제목 1"/>
          <p:cNvSpPr>
            <a:spLocks noGrp="1"/>
          </p:cNvSpPr>
          <p:nvPr>
            <p:ph type="title"/>
          </p:nvPr>
        </p:nvSpPr>
        <p:spPr>
          <a:xfrm>
            <a:off x="519761" y="409647"/>
            <a:ext cx="9525376" cy="641085"/>
          </a:xfrm>
          <a:prstGeom prst="rect">
            <a:avLst/>
          </a:prstGeom>
        </p:spPr>
        <p:txBody>
          <a:bodyPr anchor="ctr"/>
          <a:lstStyle>
            <a:lvl1pPr marL="0" algn="l" defTabSz="1219170" rtl="0" eaLnBrk="1" latinLnBrk="1" hangingPunct="1">
              <a:spcBef>
                <a:spcPct val="0"/>
              </a:spcBef>
              <a:buNone/>
              <a:defRPr lang="ko-KR" altLang="en-US" sz="3733" kern="1200" spc="-147" baseline="0" dirty="0">
                <a:solidFill>
                  <a:schemeClr val="tx1">
                    <a:lumMod val="85000"/>
                    <a:lumOff val="15000"/>
                    <a:alpha val="99000"/>
                  </a:schemeClr>
                </a:solidFill>
                <a:latin typeface="땅스부대찌개 Bold" panose="02020603020101020101" pitchFamily="18" charset="-127"/>
                <a:ea typeface="땅스부대찌개 Bold" panose="02020603020101020101" pitchFamily="18" charset="-127"/>
                <a:cs typeface="+mn-cs"/>
              </a:defRPr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15" name="모서리가 둥근 직사각형 14"/>
          <p:cNvSpPr/>
          <p:nvPr userDrawn="1"/>
        </p:nvSpPr>
        <p:spPr>
          <a:xfrm>
            <a:off x="431371" y="1083243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11" name="그림 10"/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403"/>
          <a:stretch/>
        </p:blipFill>
        <p:spPr>
          <a:xfrm>
            <a:off x="10180896" y="468166"/>
            <a:ext cx="1579734" cy="5168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492240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pSp>
        <p:nvGrpSpPr>
          <p:cNvPr id="12" name="Google Shape;22;p37"/>
          <p:cNvGrpSpPr/>
          <p:nvPr userDrawn="1"/>
        </p:nvGrpSpPr>
        <p:grpSpPr>
          <a:xfrm>
            <a:off x="335361" y="487206"/>
            <a:ext cx="3834759" cy="722645"/>
            <a:chOff x="0" y="-699"/>
            <a:chExt cx="2876068" cy="541982"/>
          </a:xfrm>
        </p:grpSpPr>
        <p:sp>
          <p:nvSpPr>
            <p:cNvPr id="13" name="Google Shape;23;p37"/>
            <p:cNvSpPr/>
            <p:nvPr/>
          </p:nvSpPr>
          <p:spPr>
            <a:xfrm>
              <a:off x="0" y="0"/>
              <a:ext cx="2876068" cy="541283"/>
            </a:xfrm>
            <a:custGeom>
              <a:avLst/>
              <a:gdLst/>
              <a:ahLst/>
              <a:cxnLst/>
              <a:rect l="l" t="t" r="r" b="b"/>
              <a:pathLst>
                <a:path w="21600" h="21600" extrusionOk="0">
                  <a:moveTo>
                    <a:pt x="18493" y="0"/>
                  </a:moveTo>
                  <a:lnTo>
                    <a:pt x="3107" y="0"/>
                  </a:lnTo>
                  <a:cubicBezTo>
                    <a:pt x="2222" y="0"/>
                    <a:pt x="1691" y="0"/>
                    <a:pt x="1337" y="651"/>
                  </a:cubicBezTo>
                  <a:cubicBezTo>
                    <a:pt x="773" y="1743"/>
                    <a:pt x="328" y="4106"/>
                    <a:pt x="123" y="7106"/>
                  </a:cubicBezTo>
                  <a:cubicBezTo>
                    <a:pt x="41" y="8290"/>
                    <a:pt x="0" y="9540"/>
                    <a:pt x="0" y="10800"/>
                  </a:cubicBezTo>
                  <a:cubicBezTo>
                    <a:pt x="0" y="12060"/>
                    <a:pt x="41" y="13310"/>
                    <a:pt x="123" y="14494"/>
                  </a:cubicBezTo>
                  <a:cubicBezTo>
                    <a:pt x="328" y="17494"/>
                    <a:pt x="773" y="19857"/>
                    <a:pt x="1337" y="20949"/>
                  </a:cubicBezTo>
                  <a:cubicBezTo>
                    <a:pt x="1691" y="21600"/>
                    <a:pt x="2222" y="21600"/>
                    <a:pt x="3107" y="21600"/>
                  </a:cubicBezTo>
                  <a:lnTo>
                    <a:pt x="18493" y="21600"/>
                  </a:lnTo>
                  <a:cubicBezTo>
                    <a:pt x="19378" y="21600"/>
                    <a:pt x="19909" y="21600"/>
                    <a:pt x="20263" y="20949"/>
                  </a:cubicBezTo>
                  <a:cubicBezTo>
                    <a:pt x="20827" y="19857"/>
                    <a:pt x="21272" y="17494"/>
                    <a:pt x="21477" y="14494"/>
                  </a:cubicBezTo>
                  <a:cubicBezTo>
                    <a:pt x="21559" y="13310"/>
                    <a:pt x="21600" y="12060"/>
                    <a:pt x="21600" y="10800"/>
                  </a:cubicBezTo>
                  <a:cubicBezTo>
                    <a:pt x="21600" y="9540"/>
                    <a:pt x="21559" y="8290"/>
                    <a:pt x="21477" y="7106"/>
                  </a:cubicBezTo>
                  <a:cubicBezTo>
                    <a:pt x="21272" y="4106"/>
                    <a:pt x="20827" y="1743"/>
                    <a:pt x="20263" y="651"/>
                  </a:cubicBezTo>
                  <a:cubicBezTo>
                    <a:pt x="19909" y="0"/>
                    <a:pt x="19378" y="0"/>
                    <a:pt x="18493" y="0"/>
                  </a:cubicBezTo>
                  <a:close/>
                </a:path>
              </a:pathLst>
            </a:custGeom>
            <a:solidFill>
              <a:srgbClr val="F6877E"/>
            </a:solidFill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 dirty="0">
                <a:solidFill>
                  <a:schemeClr val="dk1"/>
                </a:solidFill>
                <a:latin typeface="나눔스퀘어 ExtraBold" panose="020B0600000101010101" pitchFamily="50" charset="-127"/>
                <a:ea typeface="나눔스퀘어 ExtraBold" panose="020B0600000101010101" pitchFamily="50" charset="-127"/>
                <a:cs typeface="Arial"/>
                <a:sym typeface="Arial"/>
              </a:endParaRPr>
            </a:p>
          </p:txBody>
        </p:sp>
        <p:sp>
          <p:nvSpPr>
            <p:cNvPr id="14" name="Google Shape;24;p37"/>
            <p:cNvSpPr txBox="1"/>
            <p:nvPr/>
          </p:nvSpPr>
          <p:spPr>
            <a:xfrm>
              <a:off x="243287" y="-699"/>
              <a:ext cx="2389494" cy="535667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45700" tIns="45700" rIns="45700" bIns="45700" anchor="ctr" anchorCtr="0">
              <a:noAutofit/>
            </a:bodyPr>
            <a:lstStyle/>
            <a:p>
              <a:pPr marL="0" marR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ko-KR" altLang="en-US" sz="3333" b="1" dirty="0">
                  <a:solidFill>
                    <a:srgbClr val="FFFFFF"/>
                  </a:solidFill>
                  <a:latin typeface="+mj-ea"/>
                  <a:ea typeface="+mj-ea"/>
                  <a:cs typeface="Arial"/>
                  <a:sym typeface="Arial"/>
                </a:rPr>
                <a:t>초등 미술</a:t>
              </a:r>
              <a:endParaRPr sz="2400" dirty="0">
                <a:latin typeface="+mj-ea"/>
                <a:ea typeface="+mj-ea"/>
              </a:endParaRPr>
            </a:p>
          </p:txBody>
        </p:sp>
      </p:grpSp>
      <p:pic>
        <p:nvPicPr>
          <p:cNvPr id="15" name="그림 14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5158" r="34094" b="5158"/>
          <a:stretch/>
        </p:blipFill>
        <p:spPr>
          <a:xfrm>
            <a:off x="4804125" y="5883883"/>
            <a:ext cx="2346484" cy="764099"/>
          </a:xfrm>
          <a:prstGeom prst="rect">
            <a:avLst/>
          </a:prstGeom>
        </p:spPr>
      </p:pic>
      <p:sp>
        <p:nvSpPr>
          <p:cNvPr id="17" name="모서리가 둥근 직사각형 16"/>
          <p:cNvSpPr/>
          <p:nvPr userDrawn="1"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18" name="Google Shape;125;p45"/>
          <p:cNvSpPr txBox="1"/>
          <p:nvPr userDrawn="1"/>
        </p:nvSpPr>
        <p:spPr>
          <a:xfrm>
            <a:off x="2927648" y="3591209"/>
            <a:ext cx="6387312" cy="320082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60933" rIns="121900" bIns="60933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ko-KR" altLang="en-US" sz="10000" b="1" dirty="0">
                <a:latin typeface="+mj-ea"/>
                <a:ea typeface="+mj-ea"/>
                <a:cs typeface="Arial"/>
                <a:sym typeface="Arial"/>
              </a:rPr>
              <a:t>감사합니다</a:t>
            </a:r>
            <a:endParaRPr sz="10000" b="1" dirty="0">
              <a:latin typeface="+mj-ea"/>
              <a:ea typeface="+mj-ea"/>
              <a:cs typeface="Arial"/>
              <a:sym typeface="Arial"/>
            </a:endParaRPr>
          </a:p>
        </p:txBody>
      </p:sp>
      <p:pic>
        <p:nvPicPr>
          <p:cNvPr id="19" name="그림 18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6758" y="1079178"/>
            <a:ext cx="4500000" cy="25337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0600200"/>
      </p:ext>
    </p:extLst>
  </p:cSld>
  <p:clrMapOvr>
    <a:masterClrMapping/>
  </p:clrMapOvr>
  <p:extLst>
    <p:ext uri="{DCECCB84-F9BA-43D5-87BE-67443E8EF086}">
      <p15:sldGuideLst xmlns="" xmlns:p15="http://schemas.microsoft.com/office/powerpoint/2012/main">
        <p15:guide id="1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1CDAB1-A1E7-CFB5-4C4F-BF381DEE01E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405" y="1123143"/>
            <a:ext cx="9145191" cy="2386082"/>
          </a:xfrm>
        </p:spPr>
        <p:txBody>
          <a:bodyPr anchor="b"/>
          <a:lstStyle>
            <a:lvl1pPr algn="ctr"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="" xmlns:a16="http://schemas.microsoft.com/office/drawing/2014/main" id="{1D3C9FB5-648E-6CF3-980F-C9A15A1260E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3405" y="3601363"/>
            <a:ext cx="9145191" cy="1656913"/>
          </a:xfrm>
        </p:spPr>
        <p:txBody>
          <a:bodyPr/>
          <a:lstStyle>
            <a:lvl1pPr marL="0" indent="0" algn="ctr">
              <a:buNone/>
              <a:defRPr sz="2402"/>
            </a:lvl1pPr>
            <a:lvl2pPr marL="457520" indent="0" algn="ctr">
              <a:buNone/>
              <a:defRPr sz="2001"/>
            </a:lvl2pPr>
            <a:lvl3pPr marL="915040" indent="0" algn="ctr">
              <a:buNone/>
              <a:defRPr sz="1801"/>
            </a:lvl3pPr>
            <a:lvl4pPr marL="1372560" indent="0" algn="ctr">
              <a:buNone/>
              <a:defRPr sz="1601"/>
            </a:lvl4pPr>
            <a:lvl5pPr marL="1830080" indent="0" algn="ctr">
              <a:buNone/>
              <a:defRPr sz="1601"/>
            </a:lvl5pPr>
            <a:lvl6pPr marL="2287600" indent="0" algn="ctr">
              <a:buNone/>
              <a:defRPr sz="1601"/>
            </a:lvl6pPr>
            <a:lvl7pPr marL="2745120" indent="0" algn="ctr">
              <a:buNone/>
              <a:defRPr sz="1601"/>
            </a:lvl7pPr>
            <a:lvl8pPr marL="3202640" indent="0" algn="ctr">
              <a:buNone/>
              <a:defRPr sz="1601"/>
            </a:lvl8pPr>
            <a:lvl9pPr marL="3660160" indent="0" algn="ctr">
              <a:buNone/>
              <a:defRPr sz="1601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B91B6F74-0D6F-ABA8-D595-2CD7CC7DB4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C1D5DA0-514B-F0F0-C432-A801FB7C0E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DBB9A905-7FA9-41B4-5F76-78E42BB7DF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5756695-5394-4275-AF82-FA73A9257D02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5778572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BFECD42-BBEC-BA18-F276-0C29741A9F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2E264433-1D5A-9D26-6525-F6F65273E7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CE1AA174-3A58-A6C7-3483-1D27A2111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4B7142F9-B37A-147F-0542-12429285CE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9525B876-F97A-60F2-3F5C-558F22E099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B158258-C0FB-4AF9-9D0A-918F61B6CCAB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52842728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D715B40E-BA87-9913-53EB-EEB027AB42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2392" y="1709337"/>
            <a:ext cx="10514508" cy="2853131"/>
          </a:xfrm>
        </p:spPr>
        <p:txBody>
          <a:bodyPr anchor="b"/>
          <a:lstStyle>
            <a:lvl1pPr>
              <a:defRPr sz="6004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F8CDE29B-3827-5235-AF37-A40AE7E8F0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2392" y="4589475"/>
            <a:ext cx="10514508" cy="1499641"/>
          </a:xfrm>
        </p:spPr>
        <p:txBody>
          <a:bodyPr/>
          <a:lstStyle>
            <a:lvl1pPr marL="0" indent="0">
              <a:buNone/>
              <a:defRPr sz="2402"/>
            </a:lvl1pPr>
            <a:lvl2pPr marL="457520" indent="0">
              <a:buNone/>
              <a:defRPr sz="2001"/>
            </a:lvl2pPr>
            <a:lvl3pPr marL="915040" indent="0">
              <a:buNone/>
              <a:defRPr sz="1801"/>
            </a:lvl3pPr>
            <a:lvl4pPr marL="1372560" indent="0">
              <a:buNone/>
              <a:defRPr sz="1601"/>
            </a:lvl4pPr>
            <a:lvl5pPr marL="1830080" indent="0">
              <a:buNone/>
              <a:defRPr sz="1601"/>
            </a:lvl5pPr>
            <a:lvl6pPr marL="2287600" indent="0">
              <a:buNone/>
              <a:defRPr sz="1601"/>
            </a:lvl6pPr>
            <a:lvl7pPr marL="2745120" indent="0">
              <a:buNone/>
              <a:defRPr sz="1601"/>
            </a:lvl7pPr>
            <a:lvl8pPr marL="3202640" indent="0">
              <a:buNone/>
              <a:defRPr sz="1601"/>
            </a:lvl8pPr>
            <a:lvl9pPr marL="3660160" indent="0">
              <a:buNone/>
              <a:defRPr sz="16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E9798EE9-CD2C-BD64-87E5-6C1E702D72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0DEA3FBA-BE90-B7EA-0105-0D8B8386D5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EE71DD27-E0B9-7FE1-95D6-B332B7E731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FEC5E722-5858-45F9-A34C-5F87E08EBAB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0741782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9C16D3E1-F662-D11D-0505-3DA26CC4CF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90722868-4B73-3B60-65D7-CF2BF52D0FC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08409" y="1599724"/>
            <a:ext cx="2616315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C356467C-B32D-43B9-07BA-240716F0D68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377224" y="1599724"/>
            <a:ext cx="2616316" cy="21970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45C927F1-1827-6F0E-7240-107E54AFD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AEE12205-14A7-B898-1F38-7BD2FCE1A2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BFFF28D1-9CF2-C697-7120-4B8A73472EE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A33BC6E1-510F-40DF-A1EA-766B6895277C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4628413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06D98272-7063-4BA0-AC57-96D4E9DAD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365379"/>
            <a:ext cx="10514507" cy="1324895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="" xmlns:a16="http://schemas.microsoft.com/office/drawing/2014/main" id="{53CC4135-A4EB-0628-35DA-8164B9B01AD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40335" y="1680743"/>
            <a:ext cx="5157970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="" xmlns:a16="http://schemas.microsoft.com/office/drawing/2014/main" id="{9D09DDED-7EFB-31B3-2A2B-C2413239A85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40335" y="2505228"/>
            <a:ext cx="5157970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="" xmlns:a16="http://schemas.microsoft.com/office/drawing/2014/main" id="{DEF58742-B27A-258B-DCE5-DCC59C1366F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1456" y="1680743"/>
            <a:ext cx="5183386" cy="824485"/>
          </a:xfrm>
        </p:spPr>
        <p:txBody>
          <a:bodyPr anchor="b"/>
          <a:lstStyle>
            <a:lvl1pPr marL="0" indent="0">
              <a:buNone/>
              <a:defRPr sz="2402" b="1"/>
            </a:lvl1pPr>
            <a:lvl2pPr marL="457520" indent="0">
              <a:buNone/>
              <a:defRPr sz="2001" b="1"/>
            </a:lvl2pPr>
            <a:lvl3pPr marL="915040" indent="0">
              <a:buNone/>
              <a:defRPr sz="1801" b="1"/>
            </a:lvl3pPr>
            <a:lvl4pPr marL="1372560" indent="0">
              <a:buNone/>
              <a:defRPr sz="1601" b="1"/>
            </a:lvl4pPr>
            <a:lvl5pPr marL="1830080" indent="0">
              <a:buNone/>
              <a:defRPr sz="1601" b="1"/>
            </a:lvl5pPr>
            <a:lvl6pPr marL="2287600" indent="0">
              <a:buNone/>
              <a:defRPr sz="1601" b="1"/>
            </a:lvl6pPr>
            <a:lvl7pPr marL="2745120" indent="0">
              <a:buNone/>
              <a:defRPr sz="1601" b="1"/>
            </a:lvl7pPr>
            <a:lvl8pPr marL="3202640" indent="0">
              <a:buNone/>
              <a:defRPr sz="1601" b="1"/>
            </a:lvl8pPr>
            <a:lvl9pPr marL="3660160" indent="0">
              <a:buNone/>
              <a:defRPr sz="1601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="" xmlns:a16="http://schemas.microsoft.com/office/drawing/2014/main" id="{1920D058-40BB-A002-D824-9FF3CAA6F37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1456" y="2505228"/>
            <a:ext cx="5183386" cy="3683970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="" xmlns:a16="http://schemas.microsoft.com/office/drawing/2014/main" id="{864B24A5-03AC-3BDE-E94E-2B5431C085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8" name="바닥글 개체 틀 7">
            <a:extLst>
              <a:ext uri="{FF2B5EF4-FFF2-40B4-BE49-F238E27FC236}">
                <a16:creationId xmlns="" xmlns:a16="http://schemas.microsoft.com/office/drawing/2014/main" id="{C969DFF8-FE80-5EB1-6D45-E4B2EA906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="" xmlns:a16="http://schemas.microsoft.com/office/drawing/2014/main" id="{DE9598D5-1D63-CEF9-BA95-0ED5CBD3B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DBF8083-CC21-4651-B783-250056FB9B21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18282293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56D719E-E86B-447A-B095-8CD1AE2C21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="" xmlns:a16="http://schemas.microsoft.com/office/drawing/2014/main" id="{6890DFBA-38A4-A561-EDC6-E2BC226560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바닥글 개체 틀 3">
            <a:extLst>
              <a:ext uri="{FF2B5EF4-FFF2-40B4-BE49-F238E27FC236}">
                <a16:creationId xmlns="" xmlns:a16="http://schemas.microsoft.com/office/drawing/2014/main" id="{33647364-AE8F-47A1-48B2-40823D135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="" xmlns:a16="http://schemas.microsoft.com/office/drawing/2014/main" id="{F1D35064-9D56-52BC-3117-C5220E5AD5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10D04C5-F145-4DCF-8EA1-D7A522ACD60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0364835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="" xmlns:a16="http://schemas.microsoft.com/office/drawing/2014/main" id="{58F17AE2-D83D-83A0-8625-1C34768329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3" name="바닥글 개체 틀 2">
            <a:extLst>
              <a:ext uri="{FF2B5EF4-FFF2-40B4-BE49-F238E27FC236}">
                <a16:creationId xmlns="" xmlns:a16="http://schemas.microsoft.com/office/drawing/2014/main" id="{CF447AD5-D2D2-FABD-3736-5CD210C19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="" xmlns:a16="http://schemas.microsoft.com/office/drawing/2014/main" id="{016B1909-34F9-6D84-5A6B-4272D99C43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39891738-9939-40EF-AC85-9DF4769D5E9A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2473630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AE497DF7-573E-B3C5-268A-FCD1D3DA08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="" xmlns:a16="http://schemas.microsoft.com/office/drawing/2014/main" id="{1276EDD3-5CFA-9762-521B-F923DEB39F7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>
              <a:defRPr sz="3202"/>
            </a:lvl1pPr>
            <a:lvl2pPr>
              <a:defRPr sz="2802"/>
            </a:lvl2pPr>
            <a:lvl3pPr>
              <a:defRPr sz="2402"/>
            </a:lvl3pPr>
            <a:lvl4pPr>
              <a:defRPr sz="2001"/>
            </a:lvl4pPr>
            <a:lvl5pPr>
              <a:defRPr sz="2001"/>
            </a:lvl5pPr>
            <a:lvl6pPr>
              <a:defRPr sz="2001"/>
            </a:lvl6pPr>
            <a:lvl7pPr>
              <a:defRPr sz="2001"/>
            </a:lvl7pPr>
            <a:lvl8pPr>
              <a:defRPr sz="2001"/>
            </a:lvl8pPr>
            <a:lvl9pPr>
              <a:defRPr sz="2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050851AA-136C-BA18-02A8-8F2D6868BBF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BE85B4B8-ABDE-E4F0-CAA4-F44D4E6FDB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83A696BA-A4EE-E190-1A29-040E12EA12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E10B71B5-75D1-6E16-68E0-8894E1F2CC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87CE856-5433-40C8-9C6D-BC48ED4C97AF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11248587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5BF684A9-E232-B337-2528-346F015A5D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40335" y="457518"/>
            <a:ext cx="3931621" cy="1599724"/>
          </a:xfrm>
        </p:spPr>
        <p:txBody>
          <a:bodyPr anchor="b"/>
          <a:lstStyle>
            <a:lvl1pPr>
              <a:defRPr sz="3202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="" xmlns:a16="http://schemas.microsoft.com/office/drawing/2014/main" id="{A962ADAD-6943-ADCC-3953-D34B72A6768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388" y="988112"/>
            <a:ext cx="6171455" cy="4872246"/>
          </a:xfrm>
        </p:spPr>
        <p:txBody>
          <a:bodyPr/>
          <a:lstStyle>
            <a:lvl1pPr marL="0" indent="0">
              <a:buNone/>
              <a:defRPr sz="3202"/>
            </a:lvl1pPr>
            <a:lvl2pPr marL="457520" indent="0">
              <a:buNone/>
              <a:defRPr sz="2802"/>
            </a:lvl2pPr>
            <a:lvl3pPr marL="915040" indent="0">
              <a:buNone/>
              <a:defRPr sz="2402"/>
            </a:lvl3pPr>
            <a:lvl4pPr marL="1372560" indent="0">
              <a:buNone/>
              <a:defRPr sz="2001"/>
            </a:lvl4pPr>
            <a:lvl5pPr marL="1830080" indent="0">
              <a:buNone/>
              <a:defRPr sz="2001"/>
            </a:lvl5pPr>
            <a:lvl6pPr marL="2287600" indent="0">
              <a:buNone/>
              <a:defRPr sz="2001"/>
            </a:lvl6pPr>
            <a:lvl7pPr marL="2745120" indent="0">
              <a:buNone/>
              <a:defRPr sz="2001"/>
            </a:lvl7pPr>
            <a:lvl8pPr marL="3202640" indent="0">
              <a:buNone/>
              <a:defRPr sz="2001"/>
            </a:lvl8pPr>
            <a:lvl9pPr marL="3660160" indent="0">
              <a:buNone/>
              <a:defRPr sz="2001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="" xmlns:a16="http://schemas.microsoft.com/office/drawing/2014/main" id="{9EE1501E-95EF-AFA3-9C02-167A68D86D1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40335" y="2057242"/>
            <a:ext cx="3931621" cy="3811058"/>
          </a:xfrm>
        </p:spPr>
        <p:txBody>
          <a:bodyPr/>
          <a:lstStyle>
            <a:lvl1pPr marL="0" indent="0">
              <a:buNone/>
              <a:defRPr sz="1601"/>
            </a:lvl1pPr>
            <a:lvl2pPr marL="457520" indent="0">
              <a:buNone/>
              <a:defRPr sz="1401"/>
            </a:lvl2pPr>
            <a:lvl3pPr marL="915040" indent="0">
              <a:buNone/>
              <a:defRPr sz="1201"/>
            </a:lvl3pPr>
            <a:lvl4pPr marL="1372560" indent="0">
              <a:buNone/>
              <a:defRPr sz="1001"/>
            </a:lvl4pPr>
            <a:lvl5pPr marL="1830080" indent="0">
              <a:buNone/>
              <a:defRPr sz="1001"/>
            </a:lvl5pPr>
            <a:lvl6pPr marL="2287600" indent="0">
              <a:buNone/>
              <a:defRPr sz="1001"/>
            </a:lvl6pPr>
            <a:lvl7pPr marL="2745120" indent="0">
              <a:buNone/>
              <a:defRPr sz="1001"/>
            </a:lvl7pPr>
            <a:lvl8pPr marL="3202640" indent="0">
              <a:buNone/>
              <a:defRPr sz="1001"/>
            </a:lvl8pPr>
            <a:lvl9pPr marL="3660160" indent="0">
              <a:buNone/>
              <a:defRPr sz="100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="" xmlns:a16="http://schemas.microsoft.com/office/drawing/2014/main" id="{0A17F6C4-0FC7-A46B-D0FB-1CAF0D8D3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바닥글 개체 틀 5">
            <a:extLst>
              <a:ext uri="{FF2B5EF4-FFF2-40B4-BE49-F238E27FC236}">
                <a16:creationId xmlns="" xmlns:a16="http://schemas.microsoft.com/office/drawing/2014/main" id="{F5BD54F7-8351-1CDE-2D37-AE460D1345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="" xmlns:a16="http://schemas.microsoft.com/office/drawing/2014/main" id="{44BB495D-5428-AB12-2AE7-E43C7E6EA7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CDA364-5BD8-4C76-A283-8A7FC9654CD8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1183876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="" xmlns:a16="http://schemas.microsoft.com/office/drawing/2014/main" id="{E06F7A77-3B4E-2174-200F-BC2D851BDC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0CC89926-D218-79F0-9FEE-71DA4CCDBB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84609930-B442-232D-09B6-131172C60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53F5D24B-8A66-D353-9B5E-D60E566EAA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5B2B18C8-2516-7B04-B1B7-9C8287B60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2D7A391-17EC-49D3-95B9-11521C4E911E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6977834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="" xmlns:a16="http://schemas.microsoft.com/office/drawing/2014/main" id="{D725621E-9C4E-3696-479D-F3B491B6095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838604" y="273240"/>
            <a:ext cx="2743399" cy="3523522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="" xmlns:a16="http://schemas.microsoft.com/office/drawing/2014/main" id="{2C77EF1E-7894-D54F-901D-249F822FB88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608409" y="273240"/>
            <a:ext cx="8077696" cy="3523522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="" xmlns:a16="http://schemas.microsoft.com/office/drawing/2014/main" id="{5BD991E3-09E1-87FA-3E7A-D7A9AC2E99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5" name="바닥글 개체 틀 4">
            <a:extLst>
              <a:ext uri="{FF2B5EF4-FFF2-40B4-BE49-F238E27FC236}">
                <a16:creationId xmlns="" xmlns:a16="http://schemas.microsoft.com/office/drawing/2014/main" id="{B8FFAB18-B2BE-C620-D5AF-59366FEFB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endParaRPr lang="en-US" alt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="" xmlns:a16="http://schemas.microsoft.com/office/drawing/2014/main" id="{4D704E59-04E4-56AC-E32E-51EE67685E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F1935ED-A419-4E3E-A01D-307B835363B5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357907486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8" name="타원 7"/>
          <p:cNvSpPr/>
          <p:nvPr userDrawn="1"/>
        </p:nvSpPr>
        <p:spPr>
          <a:xfrm>
            <a:off x="1314979" y="932723"/>
            <a:ext cx="9562043" cy="5195428"/>
          </a:xfrm>
          <a:prstGeom prst="ellipse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pic>
        <p:nvPicPr>
          <p:cNvPr id="4" name="그림 3"/>
          <p:cNvPicPr>
            <a:picLocks noChangeAspect="1"/>
          </p:cNvPicPr>
          <p:nvPr userDrawn="1"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3774"/>
          <a:stretch/>
        </p:blipFill>
        <p:spPr>
          <a:xfrm>
            <a:off x="5232685" y="6213310"/>
            <a:ext cx="1726629" cy="559532"/>
          </a:xfrm>
          <a:prstGeom prst="rect">
            <a:avLst/>
          </a:prstGeom>
        </p:spPr>
      </p:pic>
      <p:grpSp>
        <p:nvGrpSpPr>
          <p:cNvPr id="3" name="그룹 2"/>
          <p:cNvGrpSpPr/>
          <p:nvPr userDrawn="1"/>
        </p:nvGrpSpPr>
        <p:grpSpPr>
          <a:xfrm>
            <a:off x="8380207" y="4128700"/>
            <a:ext cx="3810915" cy="2740004"/>
            <a:chOff x="8380207" y="4128700"/>
            <a:chExt cx="3810915" cy="2740004"/>
          </a:xfrm>
        </p:grpSpPr>
        <p:pic>
          <p:nvPicPr>
            <p:cNvPr id="5" name="그림 4"/>
            <p:cNvPicPr>
              <a:picLocks noChangeAspect="1"/>
            </p:cNvPicPr>
            <p:nvPr userDrawn="1"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0207" y="4139458"/>
              <a:ext cx="3806750" cy="2729246"/>
            </a:xfrm>
            <a:prstGeom prst="rect">
              <a:avLst/>
            </a:prstGeom>
          </p:spPr>
        </p:pic>
        <p:pic>
          <p:nvPicPr>
            <p:cNvPr id="2" name="그림 1"/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385922" y="4128700"/>
              <a:ext cx="3805200" cy="2731858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904475150"/>
      </p:ext>
    </p:extLst>
  </p:cSld>
  <p:clrMapOvr>
    <a:masterClrMapping/>
  </p:clrMapOvr>
</p:sldLayout>
</file>

<file path=ppt/slideMasters/_rels/slideMaster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.xml"  /><Relationship Id="rId2" Type="http://schemas.openxmlformats.org/officeDocument/2006/relationships/slideLayout" Target="../slideLayouts/slideLayout2.xml"  /><Relationship Id="rId3" Type="http://schemas.openxmlformats.org/officeDocument/2006/relationships/slideLayout" Target="../slideLayouts/slideLayout3.xml"  /><Relationship Id="rId4" Type="http://schemas.openxmlformats.org/officeDocument/2006/relationships/slideLayout" Target="../slideLayouts/slideLayout4.xml"  /><Relationship Id="rId5" Type="http://schemas.openxmlformats.org/officeDocument/2006/relationships/theme" Target="../theme/theme1.xml"  /></Relationships>
</file>

<file path=ppt/slideMasters/_rels/slideMaster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5.xml"  /><Relationship Id="rId10" Type="http://schemas.openxmlformats.org/officeDocument/2006/relationships/slideLayout" Target="../slideLayouts/slideLayout14.xml"  /><Relationship Id="rId11" Type="http://schemas.openxmlformats.org/officeDocument/2006/relationships/slideLayout" Target="../slideLayouts/slideLayout15.xml"  /><Relationship Id="rId12" Type="http://schemas.openxmlformats.org/officeDocument/2006/relationships/slideLayout" Target="../slideLayouts/slideLayout16.xml"  /><Relationship Id="rId13" Type="http://schemas.openxmlformats.org/officeDocument/2006/relationships/theme" Target="../theme/theme2.xml"  /><Relationship Id="rId14" Type="http://schemas.openxmlformats.org/officeDocument/2006/relationships/image" Target="../media/image6.jpeg"  /><Relationship Id="rId15" Type="http://schemas.openxmlformats.org/officeDocument/2006/relationships/image" Target="../media/image7.png"  /><Relationship Id="rId16" Type="http://schemas.openxmlformats.org/officeDocument/2006/relationships/image" Target="../media/image8.png"  /><Relationship Id="rId2" Type="http://schemas.openxmlformats.org/officeDocument/2006/relationships/slideLayout" Target="../slideLayouts/slideLayout6.xml"  /><Relationship Id="rId3" Type="http://schemas.openxmlformats.org/officeDocument/2006/relationships/slideLayout" Target="../slideLayouts/slideLayout7.xml"  /><Relationship Id="rId4" Type="http://schemas.openxmlformats.org/officeDocument/2006/relationships/slideLayout" Target="../slideLayouts/slideLayout8.xml"  /><Relationship Id="rId5" Type="http://schemas.openxmlformats.org/officeDocument/2006/relationships/slideLayout" Target="../slideLayouts/slideLayout9.xml"  /><Relationship Id="rId6" Type="http://schemas.openxmlformats.org/officeDocument/2006/relationships/slideLayout" Target="../slideLayouts/slideLayout10.xml"  /><Relationship Id="rId7" Type="http://schemas.openxmlformats.org/officeDocument/2006/relationships/slideLayout" Target="../slideLayouts/slideLayout11.xml"  /><Relationship Id="rId8" Type="http://schemas.openxmlformats.org/officeDocument/2006/relationships/slideLayout" Target="../slideLayouts/slideLayout12.xml"  /><Relationship Id="rId9" Type="http://schemas.openxmlformats.org/officeDocument/2006/relationships/slideLayout" Target="../slideLayouts/slideLayout13.xml"  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5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2" name="Picture 4">
            <a:extLst>
              <a:ext uri="{FF2B5EF4-FFF2-40B4-BE49-F238E27FC236}">
                <a16:creationId xmlns="" xmlns:a16="http://schemas.microsoft.com/office/drawing/2014/main" id="{EB9F5CC1-E0ED-A544-3125-1CAF1AA09F7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" y="0"/>
            <a:ext cx="12192000" cy="6858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3" name="AutoShape 5">
            <a:extLst>
              <a:ext uri="{FF2B5EF4-FFF2-40B4-BE49-F238E27FC236}">
                <a16:creationId xmlns="" xmlns:a16="http://schemas.microsoft.com/office/drawing/2014/main" id="{294D9355-B288-864E-754C-2E4780AC0F58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4" y="4114482"/>
            <a:ext cx="11332603" cy="101671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4" name="Picture 6">
            <a:extLst>
              <a:ext uri="{FF2B5EF4-FFF2-40B4-BE49-F238E27FC236}">
                <a16:creationId xmlns="" xmlns:a16="http://schemas.microsoft.com/office/drawing/2014/main" id="{DB030153-312A-A6B7-EF4D-5FC29B8035E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34979"/>
          <a:stretch>
            <a:fillRect/>
          </a:stretch>
        </p:blipFill>
        <p:spPr bwMode="auto">
          <a:xfrm>
            <a:off x="4938754" y="5906427"/>
            <a:ext cx="2314494" cy="7657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5" name="Freeform 7">
            <a:extLst>
              <a:ext uri="{FF2B5EF4-FFF2-40B4-BE49-F238E27FC236}">
                <a16:creationId xmlns="" xmlns:a16="http://schemas.microsoft.com/office/drawing/2014/main" id="{0761C8CC-20DE-0035-8449-92E31252D49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3593" y="486113"/>
            <a:ext cx="3836310" cy="722815"/>
          </a:xfrm>
          <a:custGeom>
            <a:avLst/>
            <a:gdLst>
              <a:gd name="T0" fmla="*/ 2066 w 2414"/>
              <a:gd name="T1" fmla="*/ 0 h 454"/>
              <a:gd name="T2" fmla="*/ 346 w 2414"/>
              <a:gd name="T3" fmla="*/ 0 h 454"/>
              <a:gd name="T4" fmla="*/ 148 w 2414"/>
              <a:gd name="T5" fmla="*/ 13 h 454"/>
              <a:gd name="T6" fmla="*/ 13 w 2414"/>
              <a:gd name="T7" fmla="*/ 149 h 454"/>
              <a:gd name="T8" fmla="*/ 0 w 2414"/>
              <a:gd name="T9" fmla="*/ 227 h 454"/>
              <a:gd name="T10" fmla="*/ 13 w 2414"/>
              <a:gd name="T11" fmla="*/ 305 h 454"/>
              <a:gd name="T12" fmla="*/ 148 w 2414"/>
              <a:gd name="T13" fmla="*/ 440 h 454"/>
              <a:gd name="T14" fmla="*/ 346 w 2414"/>
              <a:gd name="T15" fmla="*/ 454 h 454"/>
              <a:gd name="T16" fmla="*/ 2066 w 2414"/>
              <a:gd name="T17" fmla="*/ 454 h 454"/>
              <a:gd name="T18" fmla="*/ 2264 w 2414"/>
              <a:gd name="T19" fmla="*/ 440 h 454"/>
              <a:gd name="T20" fmla="*/ 2400 w 2414"/>
              <a:gd name="T21" fmla="*/ 305 h 454"/>
              <a:gd name="T22" fmla="*/ 2414 w 2414"/>
              <a:gd name="T23" fmla="*/ 227 h 454"/>
              <a:gd name="T24" fmla="*/ 2400 w 2414"/>
              <a:gd name="T25" fmla="*/ 149 h 454"/>
              <a:gd name="T26" fmla="*/ 2264 w 2414"/>
              <a:gd name="T27" fmla="*/ 13 h 454"/>
              <a:gd name="T28" fmla="*/ 2066 w 2414"/>
              <a:gd name="T29" fmla="*/ 0 h 454"/>
              <a:gd name="T30" fmla="*/ 2066 w 2414"/>
              <a:gd name="T31" fmla="*/ 0 h 454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  <a:cxn ang="0">
                <a:pos x="T10" y="T11"/>
              </a:cxn>
              <a:cxn ang="0">
                <a:pos x="T12" y="T13"/>
              </a:cxn>
              <a:cxn ang="0">
                <a:pos x="T14" y="T15"/>
              </a:cxn>
              <a:cxn ang="0">
                <a:pos x="T16" y="T17"/>
              </a:cxn>
              <a:cxn ang="0">
                <a:pos x="T18" y="T19"/>
              </a:cxn>
              <a:cxn ang="0">
                <a:pos x="T20" y="T21"/>
              </a:cxn>
              <a:cxn ang="0">
                <a:pos x="T22" y="T23"/>
              </a:cxn>
              <a:cxn ang="0">
                <a:pos x="T24" y="T25"/>
              </a:cxn>
              <a:cxn ang="0">
                <a:pos x="T26" y="T27"/>
              </a:cxn>
              <a:cxn ang="0">
                <a:pos x="T28" y="T29"/>
              </a:cxn>
              <a:cxn ang="0">
                <a:pos x="T30" y="T31"/>
              </a:cxn>
            </a:cxnLst>
            <a:rect l="0" t="0" r="r" b="b"/>
            <a:pathLst>
              <a:path w="2414" h="454">
                <a:moveTo>
                  <a:pt x="2066" y="0"/>
                </a:moveTo>
                <a:lnTo>
                  <a:pt x="346" y="0"/>
                </a:lnTo>
                <a:cubicBezTo>
                  <a:pt x="247" y="0"/>
                  <a:pt x="188" y="0"/>
                  <a:pt x="148" y="13"/>
                </a:cubicBezTo>
                <a:cubicBezTo>
                  <a:pt x="85" y="36"/>
                  <a:pt x="35" y="86"/>
                  <a:pt x="13" y="149"/>
                </a:cubicBezTo>
                <a:cubicBezTo>
                  <a:pt x="4" y="174"/>
                  <a:pt x="0" y="200"/>
                  <a:pt x="0" y="227"/>
                </a:cubicBezTo>
                <a:cubicBezTo>
                  <a:pt x="0" y="253"/>
                  <a:pt x="4" y="280"/>
                  <a:pt x="13" y="305"/>
                </a:cubicBezTo>
                <a:cubicBezTo>
                  <a:pt x="35" y="368"/>
                  <a:pt x="85" y="417"/>
                  <a:pt x="148" y="440"/>
                </a:cubicBezTo>
                <a:cubicBezTo>
                  <a:pt x="188" y="454"/>
                  <a:pt x="247" y="454"/>
                  <a:pt x="346" y="454"/>
                </a:cubicBezTo>
                <a:lnTo>
                  <a:pt x="2066" y="454"/>
                </a:lnTo>
                <a:cubicBezTo>
                  <a:pt x="2165" y="454"/>
                  <a:pt x="2225" y="454"/>
                  <a:pt x="2264" y="440"/>
                </a:cubicBezTo>
                <a:cubicBezTo>
                  <a:pt x="2327" y="417"/>
                  <a:pt x="2377" y="368"/>
                  <a:pt x="2400" y="305"/>
                </a:cubicBezTo>
                <a:cubicBezTo>
                  <a:pt x="2409" y="280"/>
                  <a:pt x="2414" y="253"/>
                  <a:pt x="2414" y="227"/>
                </a:cubicBezTo>
                <a:cubicBezTo>
                  <a:pt x="2414" y="200"/>
                  <a:pt x="2409" y="174"/>
                  <a:pt x="2400" y="149"/>
                </a:cubicBezTo>
                <a:cubicBezTo>
                  <a:pt x="2377" y="86"/>
                  <a:pt x="2327" y="36"/>
                  <a:pt x="2264" y="13"/>
                </a:cubicBezTo>
                <a:cubicBezTo>
                  <a:pt x="2225" y="0"/>
                  <a:pt x="2165" y="0"/>
                  <a:pt x="2066" y="0"/>
                </a:cubicBezTo>
                <a:lnTo>
                  <a:pt x="2066" y="0"/>
                </a:lnTo>
                <a:close/>
              </a:path>
            </a:pathLst>
          </a:cu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eaLnBrk="1" hangingPunct="1"/>
            <a:endParaRPr lang="ko-KR" altLang="en-US" sz="1801">
              <a:ea typeface="굴림" panose="020B0600000101010101" pitchFamily="50" charset="-127"/>
            </a:endParaRPr>
          </a:p>
        </p:txBody>
      </p:sp>
      <p:pic>
        <p:nvPicPr>
          <p:cNvPr id="2056" name="Picture 8">
            <a:extLst>
              <a:ext uri="{FF2B5EF4-FFF2-40B4-BE49-F238E27FC236}">
                <a16:creationId xmlns="" xmlns:a16="http://schemas.microsoft.com/office/drawing/2014/main" id="{C49B39F2-B4F0-8C62-04EA-2F57BF601B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94472" y="1688685"/>
            <a:ext cx="4500317" cy="253541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2057" name="Rectangle 9">
            <a:extLst>
              <a:ext uri="{FF2B5EF4-FFF2-40B4-BE49-F238E27FC236}">
                <a16:creationId xmlns="" xmlns:a16="http://schemas.microsoft.com/office/drawing/2014/main" id="{177CB117-7ACD-B139-5737-349E427734AE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 bwMode="auto">
          <a:xfrm>
            <a:off x="608409" y="273240"/>
            <a:ext cx="10973594" cy="114379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>
                <a:sym typeface="Calibri" panose="020F0502020204030204" pitchFamily="34" charset="0"/>
              </a:rPr>
              <a:t>마스터 제목 스타일 편집</a:t>
            </a:r>
          </a:p>
        </p:txBody>
      </p:sp>
      <p:sp>
        <p:nvSpPr>
          <p:cNvPr id="2058" name="Rectangle 10">
            <a:extLst>
              <a:ext uri="{FF2B5EF4-FFF2-40B4-BE49-F238E27FC236}">
                <a16:creationId xmlns="" xmlns:a16="http://schemas.microsoft.com/office/drawing/2014/main" id="{94ECE46E-4976-294C-DCC9-56FDD9833CC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8409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59" name="Rectangle 11">
            <a:extLst>
              <a:ext uri="{FF2B5EF4-FFF2-40B4-BE49-F238E27FC236}">
                <a16:creationId xmlns="" xmlns:a16="http://schemas.microsoft.com/office/drawing/2014/main" id="{5C5D9B19-6509-C2CA-89C4-AD117DAD12C8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6873" y="1599724"/>
            <a:ext cx="5385131" cy="21970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0" name="Rectangle 12">
            <a:extLst>
              <a:ext uri="{FF2B5EF4-FFF2-40B4-BE49-F238E27FC236}">
                <a16:creationId xmlns="" xmlns:a16="http://schemas.microsoft.com/office/drawing/2014/main" id="{54D9330A-64FB-2915-ED72-0BCFF0DD70EA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06820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1" name="Rectangle 13">
            <a:extLst>
              <a:ext uri="{FF2B5EF4-FFF2-40B4-BE49-F238E27FC236}">
                <a16:creationId xmlns="" xmlns:a16="http://schemas.microsoft.com/office/drawing/2014/main" id="{61F98E27-46FE-6344-3655-160E078A86B9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 bwMode="auto">
          <a:xfrm>
            <a:off x="6195283" y="3984217"/>
            <a:ext cx="5385131" cy="219544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0"/>
            <a:r>
              <a:rPr lang="ko-KR" altLang="en-US"/>
              <a:t>둘째 수준</a:t>
            </a:r>
          </a:p>
          <a:p>
            <a:pPr lvl="0"/>
            <a:r>
              <a:rPr lang="ko-KR" altLang="en-US"/>
              <a:t>셋째 수준</a:t>
            </a:r>
          </a:p>
          <a:p>
            <a:pPr lvl="0"/>
            <a:r>
              <a:rPr lang="ko-KR" altLang="en-US"/>
              <a:t>넷째 수준</a:t>
            </a:r>
          </a:p>
          <a:p>
            <a:pPr lvl="0"/>
            <a:r>
              <a:rPr lang="ko-KR" altLang="en-US"/>
              <a:t>다섯째 수준</a:t>
            </a:r>
          </a:p>
        </p:txBody>
      </p:sp>
      <p:sp>
        <p:nvSpPr>
          <p:cNvPr id="2062" name="Rectangle 14">
            <a:extLst>
              <a:ext uri="{FF2B5EF4-FFF2-40B4-BE49-F238E27FC236}">
                <a16:creationId xmlns="" xmlns:a16="http://schemas.microsoft.com/office/drawing/2014/main" id="{00B43360-9002-164A-F3C6-781E213D665F}"/>
              </a:ext>
            </a:extLst>
          </p:cNvPr>
          <p:cNvSpPr>
            <a:spLocks noGrp="1" noChangeArrowheads="1"/>
          </p:cNvSpPr>
          <p:nvPr>
            <p:ph type="dt" sz="half" idx="4294967295"/>
          </p:nvPr>
        </p:nvSpPr>
        <p:spPr bwMode="auto">
          <a:xfrm>
            <a:off x="608409" y="6356002"/>
            <a:ext cx="2845064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3" name="Rectangle 15">
            <a:extLst>
              <a:ext uri="{FF2B5EF4-FFF2-40B4-BE49-F238E27FC236}">
                <a16:creationId xmlns="" xmlns:a16="http://schemas.microsoft.com/office/drawing/2014/main" id="{CBCEF685-BCA5-236B-5C95-7362F4A18E09}"/>
              </a:ext>
            </a:extLst>
          </p:cNvPr>
          <p:cNvSpPr>
            <a:spLocks noGrp="1" noChangeArrowheads="1"/>
          </p:cNvSpPr>
          <p:nvPr>
            <p:ph type="ftr" sz="quarter" idx="4294967295"/>
          </p:nvPr>
        </p:nvSpPr>
        <p:spPr bwMode="auto">
          <a:xfrm>
            <a:off x="4165137" y="6356002"/>
            <a:ext cx="3861727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endParaRPr lang="en-US" altLang="ko-KR"/>
          </a:p>
        </p:txBody>
      </p:sp>
      <p:sp>
        <p:nvSpPr>
          <p:cNvPr id="2064" name="Rectangle 16">
            <a:extLst>
              <a:ext uri="{FF2B5EF4-FFF2-40B4-BE49-F238E27FC236}">
                <a16:creationId xmlns="" xmlns:a16="http://schemas.microsoft.com/office/drawing/2014/main" id="{0B33B43C-2695-E705-B601-2C22DA2E2EA0}"/>
              </a:ext>
            </a:extLst>
          </p:cNvPr>
          <p:cNvSpPr>
            <a:spLocks noGrp="1" noChangeArrowheads="1"/>
          </p:cNvSpPr>
          <p:nvPr>
            <p:ph type="sldNum" sz="quarter" idx="4294967295"/>
          </p:nvPr>
        </p:nvSpPr>
        <p:spPr bwMode="auto">
          <a:xfrm>
            <a:off x="8736938" y="6356002"/>
            <a:ext cx="2845065" cy="3653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>
                <a:ea typeface="굴림" panose="020B0600000101010101" pitchFamily="50" charset="-127"/>
              </a:defRPr>
            </a:lvl1pPr>
          </a:lstStyle>
          <a:p>
            <a:fld id="{E3279B45-B293-4B0A-AE23-BF94EF1E2586}" type="slidenum">
              <a:rPr lang="en-US" altLang="ko-KR"/>
              <a:pPr/>
              <a:t>‹#›</a:t>
            </a:fld>
            <a:endParaRPr lang="en-US" altLang="ko-KR"/>
          </a:p>
        </p:txBody>
      </p:sp>
    </p:spTree>
    <p:extLst>
      <p:ext uri="{BB962C8B-B14F-4D97-AF65-F5344CB8AC3E}">
        <p14:creationId xmlns:p14="http://schemas.microsoft.com/office/powerpoint/2010/main" val="2445153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8" r:id="rId2"/>
    <p:sldLayoutId id="2147483659" r:id="rId3"/>
    <p:sldLayoutId id="2147483660" r:id="rId4"/>
    <p:sldLayoutId id="2147483661" r:id="rId5"/>
    <p:sldLayoutId id="2147483662" r:id="rId6"/>
    <p:sldLayoutId id="2147483663" r:id="rId7"/>
    <p:sldLayoutId id="2147483664" r:id="rId8"/>
    <p:sldLayoutId id="2147483665" r:id="rId9"/>
    <p:sldLayoutId id="2147483666" r:id="rId10"/>
    <p:sldLayoutId id="2147483667" r:id="rId11"/>
    <p:sldLayoutId id="2147483668" r:id="rId12"/>
  </p:sldLayoutIdLst>
  <p:txStyles>
    <p:titleStyle>
      <a:lvl1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 kern="1200">
          <a:solidFill>
            <a:schemeClr val="tx2"/>
          </a:solidFill>
          <a:latin typeface="+mj-lt"/>
          <a:ea typeface="+mj-ea"/>
          <a:cs typeface="+mj-cs"/>
          <a:sym typeface="Calibri" panose="020F0502020204030204" pitchFamily="34" charset="0"/>
        </a:defRPr>
      </a:lvl1pPr>
      <a:lvl2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2pPr>
      <a:lvl3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3pPr>
      <a:lvl4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4pPr>
      <a:lvl5pPr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5pPr>
      <a:lvl6pPr marL="45752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6pPr>
      <a:lvl7pPr marL="91504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7pPr>
      <a:lvl8pPr marL="137256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8pPr>
      <a:lvl9pPr marL="1830080" algn="ctr" rtl="0" fontAlgn="base" latinLnBrk="1">
        <a:lnSpc>
          <a:spcPct val="110000"/>
        </a:lnSpc>
        <a:spcBef>
          <a:spcPct val="0"/>
        </a:spcBef>
        <a:spcAft>
          <a:spcPct val="0"/>
        </a:spcAft>
        <a:defRPr sz="4403">
          <a:solidFill>
            <a:schemeClr val="tx2"/>
          </a:solidFill>
          <a:latin typeface="Calibri" panose="020F0502020204030204" pitchFamily="34" charset="0"/>
          <a:cs typeface="Calibri" panose="020F0502020204030204" pitchFamily="34" charset="0"/>
          <a:sym typeface="Calibri" panose="020F0502020204030204" pitchFamily="34" charset="0"/>
        </a:defRPr>
      </a:lvl9pPr>
    </p:titleStyle>
    <p:bodyStyle>
      <a:lvl1pPr marL="343140" indent="-34314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Arial" panose="020B0604020202020204" pitchFamily="34" charset="0"/>
        <a:buChar char="•"/>
        <a:defRPr sz="32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1pPr>
      <a:lvl2pPr marL="743470" indent="-28595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8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2pPr>
      <a:lvl3pPr marL="114380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Clr>
          <a:schemeClr val="tx1"/>
        </a:buClr>
        <a:buFont typeface="Calibri" panose="020F0502020204030204" pitchFamily="34" charset="0"/>
        <a:buChar char="•"/>
        <a:defRPr sz="2402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3pPr>
      <a:lvl4pPr marL="160132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–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4pPr>
      <a:lvl5pPr marL="2058840" indent="-228760" algn="l" rtl="0" fontAlgn="base" latinLnBrk="1">
        <a:lnSpc>
          <a:spcPct val="110000"/>
        </a:lnSpc>
        <a:spcBef>
          <a:spcPct val="0"/>
        </a:spcBef>
        <a:spcAft>
          <a:spcPct val="0"/>
        </a:spcAft>
        <a:buFont typeface="Calibri" panose="020F0502020204030204" pitchFamily="34" charset="0"/>
        <a:buChar char="»"/>
        <a:defRPr sz="2001" kern="1200">
          <a:solidFill>
            <a:schemeClr val="tx1"/>
          </a:solidFill>
          <a:latin typeface="+mn-lt"/>
          <a:ea typeface="+mn-ea"/>
          <a:cs typeface="+mn-cs"/>
          <a:sym typeface="Calibri" panose="020F0502020204030204" pitchFamily="34" charset="0"/>
        </a:defRPr>
      </a:lvl5pPr>
      <a:lvl6pPr marL="251636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388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3140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8920" indent="-228760" algn="l" defTabSz="91504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5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50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25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3008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760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512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264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60160" algn="l" defTabSz="915040" rtl="0" eaLnBrk="1" latinLnBrk="1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1.xml"  /><Relationship Id="rId2" Type="http://schemas.openxmlformats.org/officeDocument/2006/relationships/image" Target="../media/image9.png"  /></Relationships>
</file>

<file path=ppt/slides/_rels/slide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0.bmp"  /></Relationships>
</file>

<file path=ppt/slides/_rels/slide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1.png"  /></Relationships>
</file>

<file path=ppt/slides/_rels/slide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2.bmp"  /></Relationships>
</file>

<file path=ppt/slides/_rels/slide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7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3.bmp"  /></Relationships>
</file>

<file path=ppt/slides/_rels/slide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4.bmp"  /></Relationships>
</file>

<file path=ppt/slides/_rels/slide1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Relationship Id="rId2" Type="http://schemas.openxmlformats.org/officeDocument/2006/relationships/image" Target="../media/image15.bmp"  /></Relationships>
</file>

<file path=ppt/slides/_rels/slide1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16.xml"  /></Relationships>
</file>

<file path=ppt/slides/_rels/slide1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1.xml"  /><Relationship Id="rId3" Type="http://schemas.openxmlformats.org/officeDocument/2006/relationships/image" Target="../media/image16.jpeg"  /></Relationships>
</file>

<file path=ppt/slides/_rels/slide1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2.xml"  /></Relationships>
</file>

<file path=ppt/slides/_rels/slide16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3.xml"  /><Relationship Id="rId2" Type="http://schemas.openxmlformats.org/officeDocument/2006/relationships/slideLayout" Target="../slideLayouts/slideLayout3.xml"  /><Relationship Id="rId3" Type="http://schemas.openxmlformats.org/officeDocument/2006/relationships/image" Target="../media/image17.jpeg"  /></Relationships>
</file>

<file path=ppt/slides/_rels/slide17.xml.rels><?xml version="1.0" encoding="UTF-8" standalone="yes" ?><Relationships xmlns="http://schemas.openxmlformats.org/package/2006/relationships"><Relationship Id="rId1" Type="http://schemas.openxmlformats.org/officeDocument/2006/relationships/notesSlide" Target="../notesSlides/notesSlide4.xml"  /><Relationship Id="rId2" Type="http://schemas.openxmlformats.org/officeDocument/2006/relationships/slideLayout" Target="../slideLayouts/slideLayout3.xml"  /><Relationship Id="rId3" Type="http://schemas.openxmlformats.org/officeDocument/2006/relationships/image" Target="../media/image18.jpeg"  /></Relationships>
</file>

<file path=ppt/slides/_rels/slide18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19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19.jpeg"  /></Relationships>
</file>

<file path=ppt/slides/_rels/slide20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1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0.jpeg"  /></Relationships>
</file>

<file path=ppt/slides/_rels/slide22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3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Relationship Id="rId2" Type="http://schemas.openxmlformats.org/officeDocument/2006/relationships/image" Target="../media/image21.jpeg"  /></Relationships>
</file>

<file path=ppt/slides/_rels/slide24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2.xml"  /></Relationships>
</file>

<file path=ppt/slides/_rels/slide25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3.xml"  /><Relationship Id="rId2" Type="http://schemas.openxmlformats.org/officeDocument/2006/relationships/notesSlide" Target="../notesSlides/notesSlide5.xml"  /><Relationship Id="rId3" Type="http://schemas.openxmlformats.org/officeDocument/2006/relationships/image" Target="../media/image22.jpeg"  /><Relationship Id="rId4" Type="http://schemas.openxmlformats.org/officeDocument/2006/relationships/image" Target="../media/image23.jpeg"  /></Relationships>
</file>

<file path=ppt/slides/_rels/slide26.xml.rels><?xml version="1.0" encoding="UTF-8" standalone="yes" ?><Relationships xmlns="http://schemas.openxmlformats.org/package/2006/relationships"><Relationship Id="rId1" Type="http://schemas.openxmlformats.org/officeDocument/2006/relationships/slideLayout" Target="../slideLayouts/slideLayout4.xml" 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96" name="Rectangle 4">
            <a:extLst>
              <a:ext uri="{FF2B5EF4-FFF2-40B4-BE49-F238E27FC236}">
                <a16:creationId xmlns="" xmlns:a16="http://schemas.microsoft.com/office/drawing/2014/main" id="{DB1A1CBF-78F6-04CE-032B-84F018621AA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9846" y="3028834"/>
            <a:ext cx="8902146" cy="10156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>
            <a:spAutoFit/>
          </a:bodyPr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나무가 예술이네</a:t>
            </a:r>
            <a:r>
              <a:rPr lang="en-US" altLang="ko-KR" sz="3200" b="1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!</a:t>
            </a:r>
          </a:p>
          <a:p>
            <a:pPr defTabSz="393976" fontAlgn="base">
              <a:spcBef>
                <a:spcPct val="0"/>
              </a:spcBef>
              <a:spcAft>
                <a:spcPct val="0"/>
              </a:spcAft>
            </a:pPr>
            <a:r>
              <a:rPr lang="ko-KR" altLang="en-US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우리 동네에는 어떤 나무들이 있을까요</a:t>
            </a:r>
            <a:r>
              <a:rPr lang="en-US" altLang="ko-KR" sz="2800" dirty="0" smtClean="0">
                <a:solidFill>
                  <a:srgbClr val="F6877E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?</a:t>
            </a:r>
            <a:endParaRPr lang="en-US" altLang="ko-KR" sz="2800" dirty="0">
              <a:solidFill>
                <a:srgbClr val="F6877E"/>
              </a:solidFill>
              <a:latin typeface="에스코어 드림 8 Heavy" panose="020B0903030302020204" pitchFamily="34" charset="-127"/>
              <a:ea typeface="에스코어 드림 8 Heavy" panose="020B0903030302020204" pitchFamily="34" charset="-127"/>
            </a:endParaRPr>
          </a:p>
        </p:txBody>
      </p:sp>
      <p:sp>
        <p:nvSpPr>
          <p:cNvPr id="8197" name="AutoShape 5">
            <a:extLst>
              <a:ext uri="{FF2B5EF4-FFF2-40B4-BE49-F238E27FC236}">
                <a16:creationId xmlns="" xmlns:a16="http://schemas.microsoft.com/office/drawing/2014/main" id="{D30265AA-F044-ED79-BF49-9BCB13CB075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4114452"/>
            <a:ext cx="11332603" cy="101666"/>
          </a:xfrm>
          <a:prstGeom prst="roundRect">
            <a:avLst>
              <a:gd name="adj" fmla="val 49995"/>
            </a:avLst>
          </a:prstGeom>
          <a:solidFill>
            <a:srgbClr val="F6877E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19050" cmpd="sng">
                <a:solidFill>
                  <a:srgbClr val="000000"/>
                </a:solidFill>
                <a:round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none"/>
          <a:lstStyle/>
          <a:p>
            <a:pPr defTabSz="915040" fontAlgn="base" latinLnBrk="1">
              <a:spcBef>
                <a:spcPct val="30000"/>
              </a:spcBef>
              <a:spcAft>
                <a:spcPct val="0"/>
              </a:spcAft>
            </a:pPr>
            <a:endParaRPr kumimoji="1" lang="ko-KR" altLang="en-US" sz="1201">
              <a:solidFill>
                <a:srgbClr val="000000"/>
              </a:solidFill>
              <a:latin typeface="Calibri" panose="020F0502020204030204" pitchFamily="34" charset="0"/>
              <a:ea typeface="굴림" panose="020B0600000101010101" pitchFamily="50" charset="-127"/>
              <a:cs typeface="Calibri" panose="020F0502020204030204" pitchFamily="34" charset="0"/>
            </a:endParaRPr>
          </a:p>
        </p:txBody>
      </p:sp>
      <p:sp>
        <p:nvSpPr>
          <p:cNvPr id="8198" name="Rectangle 6">
            <a:extLst>
              <a:ext uri="{FF2B5EF4-FFF2-40B4-BE49-F238E27FC236}">
                <a16:creationId xmlns="" xmlns:a16="http://schemas.microsoft.com/office/drawing/2014/main" id="{FF65134C-B580-CD8E-1141-8D952638404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905" y="575198"/>
            <a:ext cx="3555140" cy="5480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99" tIns="61000" rIns="121999" bIns="61000" anchor="b"/>
          <a:lstStyle>
            <a:lvl1pPr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ko-KR" altLang="en-US" sz="2602" dirty="0">
                <a:solidFill>
                  <a:srgbClr val="FFFFFF"/>
                </a:solidFill>
                <a:latin typeface="에스코어 드림 8 Heavy" panose="020B0903030302020204" pitchFamily="34" charset="-127"/>
                <a:ea typeface="에스코어 드림 8 Heavy" panose="020B0903030302020204" pitchFamily="34" charset="-127"/>
              </a:rPr>
              <a:t>초등 미술</a:t>
            </a:r>
          </a:p>
        </p:txBody>
      </p:sp>
      <p:pic>
        <p:nvPicPr>
          <p:cNvPr id="8199" name="Picture 7" descr="이미지">
            <a:extLst>
              <a:ext uri="{FF2B5EF4-FFF2-40B4-BE49-F238E27FC236}">
                <a16:creationId xmlns="" xmlns:a16="http://schemas.microsoft.com/office/drawing/2014/main" id="{255EE14A-AD27-01D3-95C7-BE84703BE0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3256" y="1639516"/>
            <a:ext cx="2068272" cy="138520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sp>
        <p:nvSpPr>
          <p:cNvPr id="8200" name="Rectangle 8">
            <a:extLst>
              <a:ext uri="{FF2B5EF4-FFF2-40B4-BE49-F238E27FC236}">
                <a16:creationId xmlns="" xmlns:a16="http://schemas.microsoft.com/office/drawing/2014/main" id="{4AA4FEAA-717A-5DDD-146C-2C87F832153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184976" y="2017587"/>
            <a:ext cx="2543244" cy="64176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 cmpd="sng">
                <a:solidFill>
                  <a:srgbClr val="000000"/>
                </a:solidFill>
                <a:miter lim="800000"/>
                <a:headEnd type="none" w="med" len="med"/>
                <a:tailEnd type="none" w="med" len="med"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21979" tIns="60973" rIns="121979" bIns="60973"/>
          <a:lstStyle>
            <a:lvl1pPr marL="225425" indent="-225425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1pPr>
            <a:lvl2pPr marL="9890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2pPr>
            <a:lvl3pPr marL="152876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3pPr>
            <a:lvl4pPr marL="2068513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4pPr>
            <a:lvl5pPr marL="2609850" defTabSz="393700"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5pPr>
            <a:lvl6pPr marL="30670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6pPr>
            <a:lvl7pPr marL="35242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7pPr>
            <a:lvl8pPr marL="39814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8pPr>
            <a:lvl9pPr marL="4438650" defTabSz="393700" fontAlgn="base">
              <a:spcBef>
                <a:spcPct val="30000"/>
              </a:spcBef>
              <a:spcAft>
                <a:spcPct val="0"/>
              </a:spcAft>
              <a:defRPr kumimoji="1" sz="12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defRPr>
            </a:lvl9pPr>
          </a:lstStyle>
          <a:p>
            <a:pPr marL="225583" indent="-225583" algn="ctr" defTabSz="393976" fontAlgn="base" latin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r>
              <a:rPr lang="en-US" altLang="ko-KR" sz="3703" dirty="0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14</a:t>
            </a:r>
            <a:r>
              <a:rPr lang="ko-KR" altLang="en-US" sz="3703" dirty="0" err="1" smtClean="0">
                <a:solidFill>
                  <a:srgbClr val="FFFFFF"/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endParaRPr lang="ko-KR" altLang="en-US" sz="3703" dirty="0">
              <a:solidFill>
                <a:srgbClr val="FFFFFF"/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</p:spTree>
  </p:cSld>
  <p:clrMapOvr>
    <a:masterClrMapping/>
  </p:clrMapOvr>
  <p:transition/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Quiz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7725" y="2956740"/>
            <a:ext cx="8609088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나뭇잎 그림을 보고 어떤 나무인지  맞혀 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5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8283569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1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546204" y="2251209"/>
            <a:ext cx="2843528" cy="3512593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434003" y="2633574"/>
            <a:ext cx="7323993" cy="1015663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주목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보통 원추형 모양이고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선홍빛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열매가 달려있다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28037" y="3940190"/>
            <a:ext cx="1192916" cy="149114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37327945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2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834680" y="2240242"/>
            <a:ext cx="4231302" cy="343114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직사각형 8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8831740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393862" y="2512195"/>
            <a:ext cx="9404275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양버즘나</a:t>
            </a:r>
            <a:r>
              <a:rPr lang="ko-KR" altLang="en-US" sz="3000" spc="-147" dirty="0" err="1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(‘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플라타너스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’ 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나무라고 부르기도 하는데 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정식 명칭은 </a:t>
            </a:r>
            <a:r>
              <a:rPr lang="ko-KR" altLang="en-US" sz="3000" spc="-147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양버즘나무이다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 </a:t>
            </a: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공해에 강하고 오염 물질 흡수 능력이 뛰어나다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1089124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12" name="Picture 4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4284011" y="2435450"/>
            <a:ext cx="3623977" cy="333322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9" name="직사각형 8"/>
          <p:cNvSpPr/>
          <p:nvPr/>
        </p:nvSpPr>
        <p:spPr>
          <a:xfrm>
            <a:off x="3709915" y="544550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86034939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923703" y="3141406"/>
            <a:ext cx="6157135" cy="1015663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상수리나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참나무의 일종으로 도토리가 열린다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67184618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4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5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709915" y="2147775"/>
            <a:ext cx="4217707" cy="3503012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975180" y="2910574"/>
            <a:ext cx="8054193" cy="147732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버드나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능수버들은 가지가 치렁치렁 늘어지지만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버드나무는 보통의 나무처럼 곧은 형태로 자란다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5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9" name="Picture 7"/>
          <p:cNvPicPr>
            <a:picLocks noChangeAspect="1"/>
          </p:cNvPicPr>
          <p:nvPr/>
        </p:nvPicPr>
        <p:blipFill>
          <a:blip r:embed="rId2">
            <a:extLst/>
          </a:blip>
          <a:stretch>
            <a:fillRect/>
          </a:stretch>
        </p:blipFill>
        <p:spPr>
          <a:xfrm>
            <a:off x="3889097" y="2188869"/>
            <a:ext cx="4797768" cy="3244867"/>
          </a:xfrm>
          <a:prstGeom prst="rect">
            <a:avLst/>
          </a:prstGeom>
          <a:noFill/>
          <a:ln>
            <a:noFill/>
          </a:ln>
          <a:effectLst/>
        </p:spPr>
      </p:pic>
      <p:sp>
        <p:nvSpPr>
          <p:cNvPr id="12" name="직사각형 11"/>
          <p:cNvSpPr/>
          <p:nvPr/>
        </p:nvSpPr>
        <p:spPr>
          <a:xfrm>
            <a:off x="6344324" y="544063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56726811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836519" y="2910574"/>
            <a:ext cx="8331513" cy="147732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사과나무</a:t>
            </a:r>
            <a:endParaRPr lang="en-US" altLang="ko-KR" sz="30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(</a:t>
            </a:r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사과나무는 주로 과수원에서 전문적으로 키우지만</a:t>
            </a:r>
            <a:endParaRPr lang="en-US" altLang="ko-KR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가끔 동네에서 미니사과나무를 발견할 수 있다</a:t>
            </a:r>
            <a:r>
              <a:rPr lang="en-US" altLang="ko-KR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.)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86829508"/>
      </p:ext>
    </p:extLst>
  </p:cSld>
  <p:clrMapOvr>
    <a:masterClrMapping/>
  </p:clrMapOvr>
</p:sld>
</file>

<file path=ppt/slides/slide13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학습목표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2194560" y="2606992"/>
            <a:ext cx="7802880" cy="164401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lvl="0" algn="ctr">
              <a:defRPr/>
            </a:pP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</a:t>
            </a:r>
            <a:r>
              <a:rPr lang="ko-KR" altLang="en-US" sz="3400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나무의 종류와 특징을 탐색</a:t>
            </a: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하여 </a:t>
            </a:r>
            <a:endParaRPr lang="ko-KR" altLang="en-US" sz="3400" u="sng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400" u="sng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자연에 대한 관심</a:t>
            </a: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을 높이고</a:t>
            </a:r>
            <a:r>
              <a:rPr lang="en-US" altLang="ko-KR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</a:t>
            </a:r>
            <a:endParaRPr lang="en-US" altLang="ko-KR" sz="3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lvl="0" algn="ctr">
              <a:defRPr/>
            </a:pPr>
            <a:r>
              <a:rPr lang="ko-KR" altLang="en-US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관찰한 내용을 그림과 글로 표현할 수 있다</a:t>
            </a:r>
            <a:r>
              <a:rPr lang="en-US" altLang="ko-KR" sz="3400" spc="-147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3400" spc="-147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68920958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14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1. ‘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나무가 예술이네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!’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지도 탐색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영상 시청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119" t="6601" r="5543" b="8315"/>
          <a:stretch/>
        </p:blipFill>
        <p:spPr>
          <a:xfrm>
            <a:off x="380144" y="1359869"/>
            <a:ext cx="6976154" cy="4927913"/>
          </a:xfrm>
          <a:prstGeom prst="rect">
            <a:avLst/>
          </a:prstGeom>
        </p:spPr>
      </p:pic>
      <p:sp>
        <p:nvSpPr>
          <p:cNvPr id="33" name="직사각형 32"/>
          <p:cNvSpPr/>
          <p:nvPr/>
        </p:nvSpPr>
        <p:spPr>
          <a:xfrm>
            <a:off x="8009026" y="2433027"/>
            <a:ext cx="3597286" cy="1754326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ctr"/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동영상 시청 후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‘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나무가 예술이네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!’ </a:t>
            </a:r>
            <a:r>
              <a:rPr lang="ko-KR" altLang="en-US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지도에서 본 나무 중 기억나는 나무를 발표해볼까요</a:t>
            </a:r>
            <a:r>
              <a:rPr lang="en-US" altLang="ko-KR" sz="27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?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7386245" y="5964617"/>
            <a:ext cx="2525949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안양문화예술재단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683179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endParaRPr lang="ko-KR" altLang="en-US" sz="38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 </a:t>
            </a:r>
            <a:r>
              <a:rPr lang="en-US" altLang="ko-KR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방법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33" name="직사각형 32"/>
          <p:cNvSpPr/>
          <p:nvPr/>
        </p:nvSpPr>
        <p:spPr>
          <a:xfrm>
            <a:off x="519758" y="2230843"/>
            <a:ext cx="9117399" cy="3046988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교실 밖으로 나가 학교에 있는 나무를 천천히 관찰합니다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마음에 드는 나무를 골라 사진으로 촬영합니다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촬영한 사진 중 한 장을 선택하여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디지털 도구를 활용해 사진 위에 자유롭게 덧그리기를 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덧그리기 작업을 마친 후에는 나무의 특징과 나무에게 하고 싶은 말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앞으로 나무를 어떻게 돌볼지에 대한 다짐을 글로 작성합니다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marL="457200" indent="-457200" algn="just">
              <a:buAutoNum type="arabicPeriod"/>
            </a:pP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완성한 작품을 친구들과 서로 공유하고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친구들의 작품을 함께 감상하며 의견을 나눕니다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019011624"/>
      </p:ext>
    </p:extLst>
  </p:cSld>
  <p:clrMapOvr>
    <a:masterClrMapping/>
  </p:clrMapOvr>
</p:sld>
</file>

<file path=ppt/slides/slide16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16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_</a:t>
            </a:r>
            <a:r>
              <a:rPr lang="ko-KR" altLang="en-US" sz="27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활동지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예시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활동지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2053" name="그림 2052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194198" y="1249140"/>
            <a:ext cx="9179164" cy="5163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1174646"/>
      </p:ext>
    </p:extLst>
  </p:cSld>
  <p:clrMapOvr>
    <a:masterClrMapping/>
  </p:clrMapOvr>
</p:sld>
</file>

<file path=ppt/slides/slide17.xml><?xml version="1.0" encoding="utf-8"?>
<p:sld xmlns:r="http://schemas.openxmlformats.org/officeDocument/2006/relationships" xmlns:c="http://schemas.openxmlformats.org/drawingml/2006/chart" xmlns:a="http://schemas.openxmlformats.org/drawingml/2006/main" xmlns:dgm="http://schemas.openxmlformats.org/drawingml/2006/diagram" xmlns:dsp="http://schemas.microsoft.com/office/drawing/2008/diagram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17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 fontScale="90000"/>
          </a:bodyPr>
          <a:lstStyle/>
          <a:p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2. </a:t>
            </a:r>
            <a:r>
              <a:rPr lang="ko-KR" altLang="en-US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나무 관찰 및 표현하기</a:t>
            </a:r>
            <a:r>
              <a:rPr lang="en-US" altLang="ko-KR" sz="38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_</a:t>
            </a:r>
            <a:r>
              <a:rPr lang="ko-KR" altLang="en-US" sz="2700" b="1" dirty="0" err="1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활동지</a:t>
            </a:r>
            <a:r>
              <a:rPr lang="en-US" altLang="ko-KR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, </a:t>
            </a:r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활동 예시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예시 작품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pic>
        <p:nvPicPr>
          <p:cNvPr id="3075" name="그림 3074"/>
          <p:cNvPicPr>
            <a:picLocks noChangeAspect="1"/>
          </p:cNvPicPr>
          <p:nvPr/>
        </p:nvPicPr>
        <p:blipFill rotWithShape="1">
          <a:blip r:embed="rId3"/>
          <a:stretch>
            <a:fillRect/>
          </a:stretch>
        </p:blipFill>
        <p:spPr>
          <a:xfrm>
            <a:off x="212695" y="1311422"/>
            <a:ext cx="9087900" cy="51119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91851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형성평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가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1697727" y="2956740"/>
            <a:ext cx="8609088" cy="138499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다음에 나오는 식물의 사진을 보고 어떤 식물인지  맞혀 보세요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모두 </a:t>
            </a:r>
            <a:r>
              <a:rPr lang="en-US" altLang="ko-KR" sz="28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3</a:t>
            </a:r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문제 준비되어 있습니다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ctr"/>
            <a:r>
              <a:rPr lang="ko-KR" altLang="en-US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재미있게 참여해주세요</a:t>
            </a:r>
            <a:r>
              <a:rPr lang="en-US" altLang="ko-KR" sz="28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8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424214809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1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4098" name="Picture 2" descr="C:\Users\user\Downloads\20260913_112956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0615"/>
          <a:stretch/>
        </p:blipFill>
        <p:spPr bwMode="auto">
          <a:xfrm rot="5400000">
            <a:off x="4251427" y="1984144"/>
            <a:ext cx="3689144" cy="3987691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6588919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30653" y="3464706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은행나무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755754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2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6146" name="Picture 2" descr="C:\Users\user\Downloads\20260913_112319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389" r="11508"/>
          <a:stretch/>
        </p:blipFill>
        <p:spPr bwMode="auto">
          <a:xfrm rot="5400000">
            <a:off x="4329316" y="1975587"/>
            <a:ext cx="3533367" cy="426720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9577877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666065" y="3464706"/>
            <a:ext cx="855492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수</a:t>
            </a:r>
            <a:r>
              <a:rPr lang="ko-KR" altLang="en-US" sz="30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국</a:t>
            </a:r>
          </a:p>
        </p:txBody>
      </p:sp>
    </p:spTree>
    <p:extLst>
      <p:ext uri="{BB962C8B-B14F-4D97-AF65-F5344CB8AC3E}">
        <p14:creationId xmlns:p14="http://schemas.microsoft.com/office/powerpoint/2010/main" val="53024264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문제 </a:t>
              </a:r>
              <a:r>
                <a:rPr lang="en-US" altLang="ko-KR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3</a:t>
              </a:r>
              <a:endParaRPr lang="ko-KR" altLang="en-US" sz="5867" spc="-200" dirty="0">
                <a:solidFill>
                  <a:schemeClr val="bg1"/>
                </a:solidFill>
                <a:latin typeface="+mj-ea"/>
                <a:ea typeface="+mj-ea"/>
              </a:endParaRPr>
            </a:p>
          </p:txBody>
        </p:sp>
      </p:grpSp>
      <p:pic>
        <p:nvPicPr>
          <p:cNvPr id="8194" name="Picture 2" descr="C:\Users\user\Downloads\20260913_112001 (1).jpg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110" b="15557"/>
          <a:stretch/>
        </p:blipFill>
        <p:spPr bwMode="auto">
          <a:xfrm>
            <a:off x="3853150" y="2157572"/>
            <a:ext cx="4485700" cy="36473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2211046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그룹 10"/>
          <p:cNvGrpSpPr/>
          <p:nvPr/>
        </p:nvGrpSpPr>
        <p:grpSpPr>
          <a:xfrm>
            <a:off x="3709915" y="836713"/>
            <a:ext cx="4772171" cy="1209013"/>
            <a:chOff x="2699792" y="627534"/>
            <a:chExt cx="3579128" cy="906760"/>
          </a:xfrm>
        </p:grpSpPr>
        <p:sp>
          <p:nvSpPr>
            <p:cNvPr id="10" name="타원 9"/>
            <p:cNvSpPr/>
            <p:nvPr/>
          </p:nvSpPr>
          <p:spPr>
            <a:xfrm>
              <a:off x="30598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5" name="타원 54"/>
            <p:cNvSpPr/>
            <p:nvPr/>
          </p:nvSpPr>
          <p:spPr>
            <a:xfrm>
              <a:off x="37265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6" name="타원 55"/>
            <p:cNvSpPr/>
            <p:nvPr/>
          </p:nvSpPr>
          <p:spPr>
            <a:xfrm>
              <a:off x="439333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7" name="타원 56"/>
            <p:cNvSpPr/>
            <p:nvPr/>
          </p:nvSpPr>
          <p:spPr>
            <a:xfrm>
              <a:off x="5060082" y="627534"/>
              <a:ext cx="906760" cy="906760"/>
            </a:xfrm>
            <a:prstGeom prst="ellipse">
              <a:avLst/>
            </a:prstGeom>
            <a:solidFill>
              <a:srgbClr val="F6877E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sz="2400"/>
            </a:p>
          </p:txBody>
        </p:sp>
        <p:sp>
          <p:nvSpPr>
            <p:cNvPr id="58" name="직사각형 57"/>
            <p:cNvSpPr/>
            <p:nvPr/>
          </p:nvSpPr>
          <p:spPr>
            <a:xfrm>
              <a:off x="2699792" y="699542"/>
              <a:ext cx="3579128" cy="746407"/>
            </a:xfrm>
            <a:prstGeom prst="rect">
              <a:avLst/>
            </a:prstGeom>
          </p:spPr>
          <p:txBody>
            <a:bodyPr wrap="square">
              <a:spAutoFit/>
            </a:bodyPr>
            <a:lstStyle/>
            <a:p>
              <a:pPr algn="ctr"/>
              <a:r>
                <a:rPr lang="ko-KR" altLang="en-US" sz="5867" spc="-200" dirty="0" smtClean="0">
                  <a:solidFill>
                    <a:schemeClr val="bg1"/>
                  </a:solidFill>
                  <a:latin typeface="+mj-ea"/>
                  <a:ea typeface="+mj-ea"/>
                </a:rPr>
                <a:t>정</a:t>
              </a:r>
              <a:r>
                <a:rPr lang="ko-KR" altLang="en-US" sz="5867" spc="-200" dirty="0">
                  <a:solidFill>
                    <a:schemeClr val="bg1"/>
                  </a:solidFill>
                  <a:latin typeface="+mj-ea"/>
                  <a:ea typeface="+mj-ea"/>
                </a:rPr>
                <a:t>답</a:t>
              </a:r>
            </a:p>
          </p:txBody>
        </p:sp>
      </p:grpSp>
      <p:sp>
        <p:nvSpPr>
          <p:cNvPr id="59" name="직사각형 58"/>
          <p:cNvSpPr/>
          <p:nvPr/>
        </p:nvSpPr>
        <p:spPr>
          <a:xfrm>
            <a:off x="5330654" y="3464706"/>
            <a:ext cx="1526316" cy="553998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30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단풍나무</a:t>
            </a:r>
            <a:endParaRPr lang="ko-KR" altLang="en-US" sz="30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149848176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양쪽 모서리가 둥근 사각형 2"/>
          <p:cNvSpPr/>
          <p:nvPr/>
        </p:nvSpPr>
        <p:spPr>
          <a:xfrm rot="10800000">
            <a:off x="10045137" y="1151708"/>
            <a:ext cx="1580852" cy="545041"/>
          </a:xfrm>
          <a:prstGeom prst="round2SameRect">
            <a:avLst>
              <a:gd name="adj1" fmla="val 50000"/>
              <a:gd name="adj2" fmla="val 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A73DE1A5-A26C-4936-9EB7-341AE0E9F7ED}" type="slidenum">
              <a:rPr lang="en-US" altLang="ko-KR" smtClean="0"/>
              <a:pPr/>
              <a:t>25</a:t>
            </a:fld>
            <a:endParaRPr lang="en-US" dirty="0"/>
          </a:p>
        </p:txBody>
      </p:sp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519761" y="452670"/>
            <a:ext cx="9525376" cy="641085"/>
          </a:xfrm>
        </p:spPr>
        <p:txBody>
          <a:bodyPr>
            <a:normAutofit/>
          </a:bodyPr>
          <a:lstStyle/>
          <a:p>
            <a:r>
              <a:rPr lang="ko-KR" altLang="en-US" sz="2700" b="1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j-ea"/>
                <a:ea typeface="+mj-ea"/>
              </a:rPr>
              <a:t>다음 수업 안내</a:t>
            </a:r>
            <a:endParaRPr lang="ko-KR" altLang="en-US" sz="2700" b="1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j-ea"/>
              <a:ea typeface="+mj-ea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10045136" y="1208366"/>
            <a:ext cx="156117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spc="-147" dirty="0" err="1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차시</a:t>
            </a:r>
            <a:r>
              <a:rPr lang="ko-KR" altLang="en-US" sz="2400" spc="-147" dirty="0" smtClean="0">
                <a:solidFill>
                  <a:schemeClr val="bg1">
                    <a:alpha val="99000"/>
                  </a:schemeClr>
                </a:solidFill>
                <a:latin typeface="Noto Sans KR Black" panose="020B0200000000000000" pitchFamily="50" charset="-127"/>
                <a:ea typeface="Noto Sans KR Black" panose="020B0200000000000000" pitchFamily="50" charset="-127"/>
              </a:rPr>
              <a:t> 예고</a:t>
            </a:r>
            <a:endParaRPr lang="ko-KR" altLang="en-US" sz="2400" spc="-147" dirty="0">
              <a:solidFill>
                <a:schemeClr val="bg1">
                  <a:alpha val="99000"/>
                </a:schemeClr>
              </a:solidFill>
              <a:latin typeface="Noto Sans KR Black" panose="020B0200000000000000" pitchFamily="50" charset="-127"/>
              <a:ea typeface="Noto Sans KR Black" panose="020B0200000000000000" pitchFamily="50" charset="-127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519757" y="1696749"/>
            <a:ext cx="9117399" cy="1938992"/>
          </a:xfrm>
          <a:prstGeom prst="rect">
            <a:avLst/>
          </a:prstGeom>
        </p:spPr>
        <p:txBody>
          <a:bodyPr wrap="square" anchor="ctr" anchorCtr="0">
            <a:spAutoFit/>
          </a:bodyPr>
          <a:lstStyle/>
          <a:p>
            <a:pPr algn="just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시간에는 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&lt;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지역 미술 여행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</a:t>
            </a:r>
            <a:r>
              <a:rPr lang="ko-KR" altLang="en-US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공공미술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&gt;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단원의 두 번째</a:t>
            </a:r>
            <a:r>
              <a:rPr lang="en-US" altLang="ko-KR" sz="2400" spc="-147" dirty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시간으로 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‘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동네  식물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우리에게 어떤 이야기를 들려줄까요</a:t>
            </a:r>
            <a:r>
              <a:rPr lang="en-US" altLang="ko-KR" sz="2400" spc="-147" dirty="0" smtClean="0">
                <a:solidFill>
                  <a:srgbClr val="FF0000">
                    <a:alpha val="99000"/>
                  </a:srgbClr>
                </a:solidFill>
                <a:latin typeface="+mn-ea"/>
              </a:rPr>
              <a:t>?’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를 주제로 수업을 진행합니다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just"/>
            <a:endParaRPr lang="en-US" altLang="ko-KR" sz="2400" spc="-147" dirty="0" smtClean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  <a:p>
            <a:pPr algn="just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편안한 마음으로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, </a:t>
            </a:r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열린 자세로 수업에 참여해 주세요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.</a:t>
            </a:r>
          </a:p>
          <a:p>
            <a:pPr algn="just"/>
            <a:r>
              <a:rPr lang="ko-KR" altLang="en-US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다음 시간에 만나요</a:t>
            </a:r>
            <a:r>
              <a:rPr lang="en-US" altLang="ko-KR" sz="24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!</a:t>
            </a:r>
            <a:endParaRPr lang="ko-KR" altLang="en-US" sz="24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  <p:pic>
        <p:nvPicPr>
          <p:cNvPr id="10242" name="Picture 2" descr="C:\Users\user\Downloads\20260913_121106.jp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736" t="7398" r="22360" b="7519"/>
          <a:stretch/>
        </p:blipFill>
        <p:spPr bwMode="auto">
          <a:xfrm rot="5400000">
            <a:off x="8147593" y="2804656"/>
            <a:ext cx="3458406" cy="2986174"/>
          </a:xfrm>
          <a:prstGeom prst="ellipse">
            <a:avLst/>
          </a:prstGeom>
          <a:ln>
            <a:noFill/>
          </a:ln>
          <a:effectLst>
            <a:softEdge rad="112500"/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069915" y="5377797"/>
            <a:ext cx="1072793" cy="1072793"/>
          </a:xfrm>
          <a:prstGeom prst="rect">
            <a:avLst/>
          </a:prstGeom>
        </p:spPr>
      </p:pic>
      <p:sp>
        <p:nvSpPr>
          <p:cNvPr id="10" name="직사각형 9"/>
          <p:cNvSpPr/>
          <p:nvPr/>
        </p:nvSpPr>
        <p:spPr>
          <a:xfrm>
            <a:off x="8837827" y="6129254"/>
            <a:ext cx="2077941" cy="323165"/>
          </a:xfrm>
          <a:prstGeom prst="rect">
            <a:avLst/>
          </a:prstGeom>
        </p:spPr>
        <p:txBody>
          <a:bodyPr wrap="none" anchor="ctr" anchorCtr="0">
            <a:spAutoFit/>
          </a:bodyPr>
          <a:lstStyle/>
          <a:p>
            <a:pPr algn="ctr"/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그림 출처 </a:t>
            </a:r>
            <a:r>
              <a:rPr lang="en-US" altLang="ko-KR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: </a:t>
            </a:r>
            <a:r>
              <a:rPr lang="ko-KR" altLang="en-US" sz="1500" spc="-147" dirty="0" smtClean="0">
                <a:solidFill>
                  <a:schemeClr val="tx1">
                    <a:lumMod val="75000"/>
                    <a:lumOff val="25000"/>
                    <a:alpha val="99000"/>
                  </a:schemeClr>
                </a:solidFill>
                <a:latin typeface="+mn-ea"/>
              </a:rPr>
              <a:t>안도연 작가 제공</a:t>
            </a:r>
            <a:endParaRPr lang="ko-KR" altLang="en-US" sz="1500" spc="-147" dirty="0">
              <a:solidFill>
                <a:schemeClr val="tx1">
                  <a:lumMod val="75000"/>
                  <a:lumOff val="25000"/>
                  <a:alpha val="99000"/>
                </a:schemeClr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299899486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1"/>
          <p:cNvSpPr/>
          <p:nvPr/>
        </p:nvSpPr>
        <p:spPr>
          <a:xfrm>
            <a:off x="431371" y="3500604"/>
            <a:ext cx="11329259" cy="101600"/>
          </a:xfrm>
          <a:prstGeom prst="roundRect">
            <a:avLst>
              <a:gd name="adj" fmla="val 50000"/>
            </a:avLst>
          </a:prstGeom>
          <a:solidFill>
            <a:srgbClr val="F6877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2400"/>
          </a:p>
        </p:txBody>
      </p:sp>
    </p:spTree>
    <p:extLst>
      <p:ext uri="{BB962C8B-B14F-4D97-AF65-F5344CB8AC3E}">
        <p14:creationId xmlns:p14="http://schemas.microsoft.com/office/powerpoint/2010/main" val="2661022117"/>
      </p:ext>
    </p:extLst>
  </p:cSld>
  <p:clrMapOvr>
    <a:masterClrMapping/>
  </p:clrMapOvr>
</p:sld>
</file>

<file path=ppt/theme/theme1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사용자 지정 10">
      <a:majorFont>
        <a:latin typeface="에스코어 드림 8 Heavy"/>
        <a:ea typeface="에스코어 드림 8 Heavy"/>
        <a:cs typeface=""/>
      </a:majorFont>
      <a:minorFont>
        <a:latin typeface="Noto Sans KR Medium"/>
        <a:ea typeface="Noto Sans KR Medium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내용 4개">
  <a:themeElements>
    <a:clrScheme name="">
      <a:dk1>
        <a:srgbClr val="000000"/>
      </a:dk1>
      <a:lt1>
        <a:srgbClr val="ffffff"/>
      </a:lt1>
      <a:dk2>
        <a:srgbClr val="000000"/>
      </a:dk2>
      <a:lt2>
        <a:srgbClr val="e7e6e6"/>
      </a:lt2>
      <a:accent1>
        <a:srgbClr val="4472c4"/>
      </a:accent1>
      <a:accent2>
        <a:srgbClr val="ed7d31"/>
      </a:accent2>
      <a:accent3>
        <a:srgbClr val="ffffff"/>
      </a:accent3>
      <a:accent4>
        <a:srgbClr val="000000"/>
      </a:accent4>
      <a:accent5>
        <a:srgbClr val="b0bcde"/>
      </a:accent5>
      <a:accent6>
        <a:srgbClr val="d7712b"/>
      </a:accent6>
      <a:hlink>
        <a:srgbClr val="0563c1"/>
      </a:hlink>
      <a:folHlink>
        <a:srgbClr val="954f72"/>
      </a:folHlink>
    </a:clrScheme>
    <a:fontScheme name="내용 4개">
      <a:majorFont>
        <a:latin typeface="Calibri"/>
        <a:ea typeface=""/>
        <a:cs typeface="Calibri"/>
      </a:majorFont>
      <a:minorFont>
        <a:latin typeface="Calibri"/>
        <a:ea typeface=""/>
        <a:cs typeface="Calibr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spDef>
    <a:lnDef>
      <a:spPr>
        <a:solidFill>
          <a:schemeClr val="accent1"/>
        </a:solidFill>
        <a:ln w="9525" cap="flat" cmpd="sng" algn="ctr">
          <a:solidFill>
            <a:schemeClr val="tx1"/>
          </a:solidFill>
          <a:prstDash val="solid"/>
          <a:round/>
          <a:headEnd w="med" len="med"/>
          <a:tailEnd w="med" len="med"/>
        </a:ln>
        <a:effectLst/>
      </a:spPr>
      <a:bodyPr vert="horz" wrap="squar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0" fontAlgn="base" latinLnBrk="1" hangingPunct="0">
          <a:lnSpc>
            <a:spcPct val="100000"/>
          </a:lnSpc>
          <a:spcBef>
            <a:spcPct val="30000"/>
          </a:spcBef>
          <a:spcAft>
            <a:spcPct val="0"/>
          </a:spcAft>
          <a:buClrTx/>
          <a:buFontTx/>
          <a:buNone/>
          <a:defRPr kumimoji="1" lang="ko-KR" altLang="en-US" sz="1200" b="0" i="0" u="none" strike="noStrike" cap="none" normalizeH="0" baseline="0" smtClean="0">
            <a:solidFill>
              <a:schemeClr val="tx1"/>
            </a:solidFill>
            <a:effectLst/>
            <a:latin typeface="Calibri"/>
            <a:cs typeface="Calibri"/>
          </a:defRPr>
        </a:defPPr>
      </a:lstStyle>
    </a:lnDef>
    <a:txDef>
      <a:spPr/>
      <a:bodyPr/>
      <a:lstStyle/>
    </a:txDef>
  </a:objectDefaults>
</a:theme>
</file>

<file path=ppt/theme/theme3.xml><?xml version="1.0" encoding="utf-8"?>
<a:theme xmlns:r="http://schemas.openxmlformats.org/officeDocument/2006/relationships" xmlns:c="http://schemas.openxmlformats.org/drawingml/2006/chart" xmlns:dgm="http://schemas.openxmlformats.org/drawingml/2006/diagram" xmlns:dsp="http://schemas.microsoft.com/office/drawing/2008/diagram" xmlns:a="http://schemas.openxmlformats.org/drawingml/2006/main" xmlns:pic="http://schemas.openxmlformats.org/drawingml/2006/picture" xmlns:wp="http://schemas.openxmlformats.org/drawingml/2006/wordprocessingDrawing" xmlns:xdr="http://schemas.openxmlformats.org/drawingml/2006/spreadsheetDrawing" xmlns:lc="http://schemas.openxmlformats.org/drawingml/2006/lockedCanvas" xmlns:p="http://schemas.openxmlformats.org/presentation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Yu Gothic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Yu Gothic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/>
        </a:ln>
        <a:ln w="12700" cap="flat" cmpd="sng" algn="ctr">
          <a:solidFill>
            <a:schemeClr val="phClr"/>
          </a:solidFill>
          <a:prstDash val="solid"/>
          <a:miter/>
        </a:ln>
        <a:ln w="1905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ep:Properties xmlns:r="http://schemas.openxmlformats.org/officeDocument/2006/relationships" xmlns:ep="http://schemas.openxmlformats.org/officeDocument/2006/extended-properties" xmlns:vt="http://schemas.openxmlformats.org/officeDocument/2006/docPropsVTypes">
  <ep:Manager/>
  <ep:Company>PptxGenJS</ep:Company>
  <ep:Words>296</ep:Words>
  <ep:PresentationFormat>사용자 지정</ep:PresentationFormat>
  <ep:Paragraphs>69</ep:Paragraphs>
  <ep:Slides>26</ep:Slides>
  <ep:Notes>5</ep:Notes>
  <ep:TotalTime>0</ep:TotalTime>
  <ep:HiddenSlides>0</ep:HiddenSlides>
  <ep:MMClips>0</ep:MMClips>
  <ep:HeadingPairs>
    <vt:vector size="4" baseType="variant">
      <vt:variant>
        <vt:lpstr>테마</vt:lpstr>
      </vt:variant>
      <vt:variant>
        <vt:i4>2</vt:i4>
      </vt:variant>
      <vt:variant>
        <vt:lpstr>슬라이드 제목</vt:lpstr>
      </vt:variant>
      <vt:variant>
        <vt:i4>26</vt:i4>
      </vt:variant>
    </vt:vector>
  </ep:HeadingPairs>
  <ep:TitlesOfParts>
    <vt:vector size="28" baseType="lpstr">
      <vt:lpstr>Office Theme</vt:lpstr>
      <vt:lpstr>내용 4개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활동 1. ‘나무가 예술이네!’ 지도 탐색</vt:lpstr>
      <vt:lpstr>활동 2. 나무 관찰 및 표현하기</vt:lpstr>
      <vt:lpstr>활동 2. 나무 관찰 및 표현하기_활동지, 활동 예시</vt:lpstr>
      <vt:lpstr>활동 2. 나무 관찰 및 표현하기_활동지, 활동 예시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다음 수업 안내</vt:lpstr>
      <vt:lpstr>슬라이드 26</vt:lpstr>
    </vt:vector>
  </ep:TitlesOfParts>
  <ep:HyperlinkBase/>
  <ep:Application>Show</ep:Application>
  <ep:AppVersion>12.0000</ep:AppVersion>
</ep:Properties>
</file>

<file path=docProps/core.xml><?xml version="1.0" encoding="utf-8"?>
<cp:coreProperties xmlns:r="http://schemas.openxmlformats.org/officeDocument/2006/relationships"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2026-07-09T22:35:37.000</dcterms:created>
  <dc:creator>PptxGenJS</dc:creator>
  <cp:lastModifiedBy>user</cp:lastModifiedBy>
  <dcterms:modified xsi:type="dcterms:W3CDTF">2026-10-22T05:33:03.441</dcterms:modified>
  <cp:revision>32</cp:revision>
  <dc:subject>PptxGenJS Presentation</dc:subject>
  <dc:title>PptxGenJS Presentation</dc:title>
  <cp:version/>
</cp:coreProperties>
</file>

<file path=docProps/custom.xml><?xml version="1.0" encoding="utf-8"?>
<cfp:Properties xmlns:r="http://schemas.openxmlformats.org/officeDocument/2006/relationships" xmlns:cfp="http://schemas.openxmlformats.org/officeDocument/2006/custom-properties" xmlns:vt="http://schemas.openxmlformats.org/officeDocument/2006/docPropsVTypes"/>
</file>