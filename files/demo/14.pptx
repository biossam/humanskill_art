
<file path=[Content_Types].xml><?xml version="1.0" encoding="utf-8"?>
<Types xmlns="http://schemas.openxmlformats.org/package/2006/content-types">
  <Default Extension="bmp" ContentType="image/bmp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  <p:sldMasterId id="2147483656" r:id="rId2"/>
  </p:sldMasterIdLst>
  <p:notesMasterIdLst>
    <p:notesMasterId r:id="rId29"/>
  </p:notesMasterIdLst>
  <p:sldIdLst>
    <p:sldId id="256" r:id="rId3"/>
    <p:sldId id="265" r:id="rId4"/>
    <p:sldId id="279" r:id="rId5"/>
    <p:sldId id="280" r:id="rId6"/>
    <p:sldId id="281" r:id="rId7"/>
    <p:sldId id="282" r:id="rId8"/>
    <p:sldId id="283" r:id="rId9"/>
    <p:sldId id="284" r:id="rId10"/>
    <p:sldId id="285" r:id="rId11"/>
    <p:sldId id="288" r:id="rId12"/>
    <p:sldId id="286" r:id="rId13"/>
    <p:sldId id="289" r:id="rId14"/>
    <p:sldId id="278" r:id="rId15"/>
    <p:sldId id="266" r:id="rId16"/>
    <p:sldId id="290" r:id="rId17"/>
    <p:sldId id="291" r:id="rId18"/>
    <p:sldId id="292" r:id="rId19"/>
    <p:sldId id="293" r:id="rId20"/>
    <p:sldId id="294" r:id="rId21"/>
    <p:sldId id="295" r:id="rId22"/>
    <p:sldId id="296" r:id="rId23"/>
    <p:sldId id="297" r:id="rId24"/>
    <p:sldId id="298" r:id="rId25"/>
    <p:sldId id="299" r:id="rId26"/>
    <p:sldId id="300" r:id="rId27"/>
    <p:sldId id="270" r:id="rId28"/>
  </p:sldIdLst>
  <p:sldSz cx="12192000" cy="6858000"/>
  <p:notesSz cx="6858000" cy="12192000"/>
  <p:embeddedFontLst>
    <p:embeddedFont>
      <p:font typeface="Noto Sans KR Black" panose="020B0200000000000000" pitchFamily="50" charset="-127"/>
      <p:bold r:id="rId30"/>
    </p:embeddedFont>
    <p:embeddedFont>
      <p:font typeface="Noto Sans KR Medium" panose="020B0200000000000000" pitchFamily="50" charset="-127"/>
      <p:regular r:id="rId31"/>
    </p:embeddedFont>
    <p:embeddedFont>
      <p:font typeface="나눔스퀘어 ExtraBold" panose="020B0600000101010101" pitchFamily="50" charset="-127"/>
      <p:bold r:id="rId32"/>
    </p:embeddedFont>
    <p:embeddedFont>
      <p:font typeface="땅스부대찌개 Bold" panose="02020603020101020101" pitchFamily="18" charset="-127"/>
      <p:bold r:id="rId33"/>
    </p:embeddedFont>
    <p:embeddedFont>
      <p:font typeface="에스코어 드림 8 Heavy" panose="020B0903030302020204" pitchFamily="34" charset="-127"/>
      <p:bold r:id="rId34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8">
          <p15:clr>
            <a:srgbClr val="A4A3A4"/>
          </p15:clr>
        </p15:guide>
        <p15:guide id="2" pos="3838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8" d="100"/>
          <a:sy n="68" d="100"/>
        </p:scale>
        <p:origin x="425" y="41"/>
      </p:cViewPr>
      <p:guideLst>
        <p:guide orient="horz" pos="2158"/>
        <p:guide pos="3838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34" Type="http://schemas.openxmlformats.org/officeDocument/2006/relationships/font" Target="fonts/font5.fntdata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font" Target="fonts/font4.fntdata"/><Relationship Id="rId38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font" Target="fonts/font3.fntdata"/><Relationship Id="rId37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font" Target="fonts/font2.fnt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font" Target="fonts/font1.fntdata"/><Relationship Id="rId35" Type="http://schemas.openxmlformats.org/officeDocument/2006/relationships/presProps" Target="presProps.xml"/><Relationship Id="rId8" Type="http://schemas.openxmlformats.org/officeDocument/2006/relationships/slide" Target="slides/slide6.xml"/><Relationship Id="rId3" Type="http://schemas.openxmlformats.org/officeDocument/2006/relationships/slide" Target="slides/slid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134812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66167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1" name="그림 10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9224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2" name="Google Shape;22;p37"/>
          <p:cNvGrpSpPr/>
          <p:nvPr userDrawn="1"/>
        </p:nvGrpSpPr>
        <p:grpSpPr>
          <a:xfrm>
            <a:off x="335361" y="487206"/>
            <a:ext cx="3834759" cy="722645"/>
            <a:chOff x="0" y="-699"/>
            <a:chExt cx="2876068" cy="541982"/>
          </a:xfrm>
        </p:grpSpPr>
        <p:sp>
          <p:nvSpPr>
            <p:cNvPr id="13" name="Google Shape;23;p37"/>
            <p:cNvSpPr/>
            <p:nvPr/>
          </p:nvSpPr>
          <p:spPr>
            <a:xfrm>
              <a:off x="0" y="0"/>
              <a:ext cx="2876068" cy="541283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18493" y="0"/>
                  </a:moveTo>
                  <a:lnTo>
                    <a:pt x="3107" y="0"/>
                  </a:lnTo>
                  <a:cubicBezTo>
                    <a:pt x="2222" y="0"/>
                    <a:pt x="1691" y="0"/>
                    <a:pt x="1337" y="651"/>
                  </a:cubicBezTo>
                  <a:cubicBezTo>
                    <a:pt x="773" y="1743"/>
                    <a:pt x="328" y="4106"/>
                    <a:pt x="123" y="7106"/>
                  </a:cubicBezTo>
                  <a:cubicBezTo>
                    <a:pt x="41" y="8290"/>
                    <a:pt x="0" y="9540"/>
                    <a:pt x="0" y="10800"/>
                  </a:cubicBezTo>
                  <a:cubicBezTo>
                    <a:pt x="0" y="12060"/>
                    <a:pt x="41" y="13310"/>
                    <a:pt x="123" y="14494"/>
                  </a:cubicBezTo>
                  <a:cubicBezTo>
                    <a:pt x="328" y="17494"/>
                    <a:pt x="773" y="19857"/>
                    <a:pt x="1337" y="20949"/>
                  </a:cubicBezTo>
                  <a:cubicBezTo>
                    <a:pt x="1691" y="21600"/>
                    <a:pt x="2222" y="21600"/>
                    <a:pt x="3107" y="21600"/>
                  </a:cubicBezTo>
                  <a:lnTo>
                    <a:pt x="18493" y="21600"/>
                  </a:lnTo>
                  <a:cubicBezTo>
                    <a:pt x="19378" y="21600"/>
                    <a:pt x="19909" y="21600"/>
                    <a:pt x="20263" y="20949"/>
                  </a:cubicBezTo>
                  <a:cubicBezTo>
                    <a:pt x="20827" y="19857"/>
                    <a:pt x="21272" y="17494"/>
                    <a:pt x="21477" y="14494"/>
                  </a:cubicBezTo>
                  <a:cubicBezTo>
                    <a:pt x="21559" y="13310"/>
                    <a:pt x="21600" y="12060"/>
                    <a:pt x="21600" y="10800"/>
                  </a:cubicBezTo>
                  <a:cubicBezTo>
                    <a:pt x="21600" y="9540"/>
                    <a:pt x="21559" y="8290"/>
                    <a:pt x="21477" y="7106"/>
                  </a:cubicBezTo>
                  <a:cubicBezTo>
                    <a:pt x="21272" y="4106"/>
                    <a:pt x="20827" y="1743"/>
                    <a:pt x="20263" y="651"/>
                  </a:cubicBezTo>
                  <a:cubicBezTo>
                    <a:pt x="19909" y="0"/>
                    <a:pt x="19378" y="0"/>
                    <a:pt x="18493" y="0"/>
                  </a:cubicBezTo>
                  <a:close/>
                </a:path>
              </a:pathLst>
            </a:custGeom>
            <a:solidFill>
              <a:srgbClr val="F6877E"/>
            </a:solidFill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 dirty="0">
                <a:solidFill>
                  <a:schemeClr val="dk1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  <a:cs typeface="Arial"/>
                <a:sym typeface="Arial"/>
              </a:endParaRPr>
            </a:p>
          </p:txBody>
        </p:sp>
        <p:sp>
          <p:nvSpPr>
            <p:cNvPr id="14" name="Google Shape;24;p37"/>
            <p:cNvSpPr txBox="1"/>
            <p:nvPr/>
          </p:nvSpPr>
          <p:spPr>
            <a:xfrm>
              <a:off x="243287" y="-699"/>
              <a:ext cx="2389494" cy="5356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3333" b="1" dirty="0">
                  <a:solidFill>
                    <a:srgbClr val="FFFFFF"/>
                  </a:solidFill>
                  <a:latin typeface="+mj-ea"/>
                  <a:ea typeface="+mj-ea"/>
                  <a:cs typeface="Arial"/>
                  <a:sym typeface="Arial"/>
                </a:rPr>
                <a:t>초등 미술</a:t>
              </a:r>
              <a:endParaRPr sz="2400" dirty="0">
                <a:latin typeface="+mj-ea"/>
                <a:ea typeface="+mj-ea"/>
              </a:endParaRPr>
            </a:p>
          </p:txBody>
        </p:sp>
      </p:grpSp>
      <p:pic>
        <p:nvPicPr>
          <p:cNvPr id="15" name="그림 14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5158" r="34094" b="5158"/>
          <a:stretch/>
        </p:blipFill>
        <p:spPr>
          <a:xfrm>
            <a:off x="4804125" y="5883883"/>
            <a:ext cx="2346484" cy="764099"/>
          </a:xfrm>
          <a:prstGeom prst="rect">
            <a:avLst/>
          </a:prstGeom>
        </p:spPr>
      </p:pic>
      <p:sp>
        <p:nvSpPr>
          <p:cNvPr id="17" name="모서리가 둥근 직사각형 16"/>
          <p:cNvSpPr/>
          <p:nvPr userDrawn="1"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8" name="Google Shape;125;p45"/>
          <p:cNvSpPr txBox="1"/>
          <p:nvPr userDrawn="1"/>
        </p:nvSpPr>
        <p:spPr>
          <a:xfrm>
            <a:off x="2927648" y="3591209"/>
            <a:ext cx="6387312" cy="3200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0" b="1" dirty="0">
                <a:latin typeface="+mj-ea"/>
                <a:ea typeface="+mj-ea"/>
                <a:cs typeface="Arial"/>
                <a:sym typeface="Arial"/>
              </a:rPr>
              <a:t>감사합니다</a:t>
            </a:r>
            <a:endParaRPr sz="10000" b="1" dirty="0">
              <a:latin typeface="+mj-ea"/>
              <a:ea typeface="+mj-ea"/>
              <a:cs typeface="Arial"/>
              <a:sym typeface="Arial"/>
            </a:endParaRPr>
          </a:p>
        </p:txBody>
      </p:sp>
      <p:pic>
        <p:nvPicPr>
          <p:cNvPr id="19" name="그림 1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6758" y="1079178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06002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1CDAB1-A1E7-CFB5-4C4F-BF381DEE01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405" y="1123143"/>
            <a:ext cx="9145191" cy="2386082"/>
          </a:xfrm>
        </p:spPr>
        <p:txBody>
          <a:bodyPr anchor="b"/>
          <a:lstStyle>
            <a:lvl1pPr algn="ctr">
              <a:defRPr sz="6004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D3C9FB5-648E-6CF3-980F-C9A15A1260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405" y="3601363"/>
            <a:ext cx="9145191" cy="1656913"/>
          </a:xfrm>
        </p:spPr>
        <p:txBody>
          <a:bodyPr/>
          <a:lstStyle>
            <a:lvl1pPr marL="0" indent="0" algn="ctr">
              <a:buNone/>
              <a:defRPr sz="2402"/>
            </a:lvl1pPr>
            <a:lvl2pPr marL="457520" indent="0" algn="ctr">
              <a:buNone/>
              <a:defRPr sz="2001"/>
            </a:lvl2pPr>
            <a:lvl3pPr marL="915040" indent="0" algn="ctr">
              <a:buNone/>
              <a:defRPr sz="1801"/>
            </a:lvl3pPr>
            <a:lvl4pPr marL="1372560" indent="0" algn="ctr">
              <a:buNone/>
              <a:defRPr sz="1601"/>
            </a:lvl4pPr>
            <a:lvl5pPr marL="1830080" indent="0" algn="ctr">
              <a:buNone/>
              <a:defRPr sz="1601"/>
            </a:lvl5pPr>
            <a:lvl6pPr marL="2287600" indent="0" algn="ctr">
              <a:buNone/>
              <a:defRPr sz="1601"/>
            </a:lvl6pPr>
            <a:lvl7pPr marL="2745120" indent="0" algn="ctr">
              <a:buNone/>
              <a:defRPr sz="1601"/>
            </a:lvl7pPr>
            <a:lvl8pPr marL="3202640" indent="0" algn="ctr">
              <a:buNone/>
              <a:defRPr sz="1601"/>
            </a:lvl8pPr>
            <a:lvl9pPr marL="3660160" indent="0" algn="ctr">
              <a:buNone/>
              <a:defRPr sz="1601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91B6F74-0D6F-ABA8-D595-2CD7CC7DB4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C1D5DA0-514B-F0F0-C432-A801FB7C0E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BB9A905-7FA9-41B4-5F76-78E42BB7DF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5756695-5394-4275-AF82-FA73A9257D02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5778572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FECD42-BBEC-BA18-F276-0C29741A9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E264433-1D5A-9D26-6525-F6F65273E7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E1AA174-3A58-A6C7-3483-1D27A21116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B7142F9-B37A-147F-0542-12429285CE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525B876-F97A-60F2-3F5C-558F22E09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B158258-C0FB-4AF9-9D0A-918F61B6CCAB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5284272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15B40E-BA87-9913-53EB-EEB027AB42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2392" y="1709337"/>
            <a:ext cx="10514508" cy="2853131"/>
          </a:xfrm>
        </p:spPr>
        <p:txBody>
          <a:bodyPr anchor="b"/>
          <a:lstStyle>
            <a:lvl1pPr>
              <a:defRPr sz="6004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8CDE29B-3827-5235-AF37-A40AE7E8F0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2392" y="4589475"/>
            <a:ext cx="10514508" cy="1499641"/>
          </a:xfrm>
        </p:spPr>
        <p:txBody>
          <a:bodyPr/>
          <a:lstStyle>
            <a:lvl1pPr marL="0" indent="0">
              <a:buNone/>
              <a:defRPr sz="2402"/>
            </a:lvl1pPr>
            <a:lvl2pPr marL="457520" indent="0">
              <a:buNone/>
              <a:defRPr sz="2001"/>
            </a:lvl2pPr>
            <a:lvl3pPr marL="915040" indent="0">
              <a:buNone/>
              <a:defRPr sz="1801"/>
            </a:lvl3pPr>
            <a:lvl4pPr marL="1372560" indent="0">
              <a:buNone/>
              <a:defRPr sz="1601"/>
            </a:lvl4pPr>
            <a:lvl5pPr marL="1830080" indent="0">
              <a:buNone/>
              <a:defRPr sz="1601"/>
            </a:lvl5pPr>
            <a:lvl6pPr marL="2287600" indent="0">
              <a:buNone/>
              <a:defRPr sz="1601"/>
            </a:lvl6pPr>
            <a:lvl7pPr marL="2745120" indent="0">
              <a:buNone/>
              <a:defRPr sz="1601"/>
            </a:lvl7pPr>
            <a:lvl8pPr marL="3202640" indent="0">
              <a:buNone/>
              <a:defRPr sz="1601"/>
            </a:lvl8pPr>
            <a:lvl9pPr marL="3660160" indent="0">
              <a:buNone/>
              <a:defRPr sz="16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9798EE9-CD2C-BD64-87E5-6C1E702D72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DEA3FBA-BE90-B7EA-0105-0D8B8386D5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E71DD27-E0B9-7FE1-95D6-B332B7E73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FEC5E722-5858-45F9-A34C-5F87E08EBAB6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8074178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16D3E1-F662-D11D-0505-3DA26CC4CF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0722868-4B73-3B60-65D7-CF2BF52D0F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8409" y="1599724"/>
            <a:ext cx="2616315" cy="21970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356467C-B32D-43B9-07BA-240716F0D6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377224" y="1599724"/>
            <a:ext cx="2616316" cy="21970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5C927F1-1827-6F0E-7240-107E54AFD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EE12205-14A7-B898-1F38-7BD2FCE1A2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FFF28D1-9CF2-C697-7120-4B8A73472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33BC6E1-510F-40DF-A1EA-766B6895277C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4628413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D98272-7063-4BA0-AC57-96D4E9DAD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35" y="365379"/>
            <a:ext cx="10514507" cy="132489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3CC4135-A4EB-0628-35DA-8164B9B01A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0335" y="1680743"/>
            <a:ext cx="5157970" cy="824485"/>
          </a:xfrm>
        </p:spPr>
        <p:txBody>
          <a:bodyPr anchor="b"/>
          <a:lstStyle>
            <a:lvl1pPr marL="0" indent="0">
              <a:buNone/>
              <a:defRPr sz="2402" b="1"/>
            </a:lvl1pPr>
            <a:lvl2pPr marL="457520" indent="0">
              <a:buNone/>
              <a:defRPr sz="2001" b="1"/>
            </a:lvl2pPr>
            <a:lvl3pPr marL="915040" indent="0">
              <a:buNone/>
              <a:defRPr sz="1801" b="1"/>
            </a:lvl3pPr>
            <a:lvl4pPr marL="1372560" indent="0">
              <a:buNone/>
              <a:defRPr sz="1601" b="1"/>
            </a:lvl4pPr>
            <a:lvl5pPr marL="1830080" indent="0">
              <a:buNone/>
              <a:defRPr sz="1601" b="1"/>
            </a:lvl5pPr>
            <a:lvl6pPr marL="2287600" indent="0">
              <a:buNone/>
              <a:defRPr sz="1601" b="1"/>
            </a:lvl6pPr>
            <a:lvl7pPr marL="2745120" indent="0">
              <a:buNone/>
              <a:defRPr sz="1601" b="1"/>
            </a:lvl7pPr>
            <a:lvl8pPr marL="3202640" indent="0">
              <a:buNone/>
              <a:defRPr sz="1601" b="1"/>
            </a:lvl8pPr>
            <a:lvl9pPr marL="3660160" indent="0">
              <a:buNone/>
              <a:defRPr sz="1601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D09DDED-7EFB-31B3-2A2B-C2413239A8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40335" y="2505228"/>
            <a:ext cx="5157970" cy="368397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EF58742-B27A-258B-DCE5-DCC59C1366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1456" y="1680743"/>
            <a:ext cx="5183386" cy="824485"/>
          </a:xfrm>
        </p:spPr>
        <p:txBody>
          <a:bodyPr anchor="b"/>
          <a:lstStyle>
            <a:lvl1pPr marL="0" indent="0">
              <a:buNone/>
              <a:defRPr sz="2402" b="1"/>
            </a:lvl1pPr>
            <a:lvl2pPr marL="457520" indent="0">
              <a:buNone/>
              <a:defRPr sz="2001" b="1"/>
            </a:lvl2pPr>
            <a:lvl3pPr marL="915040" indent="0">
              <a:buNone/>
              <a:defRPr sz="1801" b="1"/>
            </a:lvl3pPr>
            <a:lvl4pPr marL="1372560" indent="0">
              <a:buNone/>
              <a:defRPr sz="1601" b="1"/>
            </a:lvl4pPr>
            <a:lvl5pPr marL="1830080" indent="0">
              <a:buNone/>
              <a:defRPr sz="1601" b="1"/>
            </a:lvl5pPr>
            <a:lvl6pPr marL="2287600" indent="0">
              <a:buNone/>
              <a:defRPr sz="1601" b="1"/>
            </a:lvl6pPr>
            <a:lvl7pPr marL="2745120" indent="0">
              <a:buNone/>
              <a:defRPr sz="1601" b="1"/>
            </a:lvl7pPr>
            <a:lvl8pPr marL="3202640" indent="0">
              <a:buNone/>
              <a:defRPr sz="1601" b="1"/>
            </a:lvl8pPr>
            <a:lvl9pPr marL="3660160" indent="0">
              <a:buNone/>
              <a:defRPr sz="1601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920D058-40BB-A002-D824-9FF3CAA6F37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1456" y="2505228"/>
            <a:ext cx="5183386" cy="368397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864B24A5-03AC-3BDE-E94E-2B5431C085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969DFF8-FE80-5EB1-6D45-E4B2EA906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E9598D5-1D63-CEF9-BA95-0ED5CBD3B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DBF8083-CC21-4651-B783-250056FB9B21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8282293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6D719E-E86B-447A-B095-8CD1AE2C21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890DFBA-38A4-A561-EDC6-E2BC226560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3647364-AE8F-47A1-48B2-40823D135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1D35064-9D56-52BC-3117-C5220E5AD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10D04C5-F145-4DCF-8EA1-D7A522ACD60A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0364835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8F17AE2-D83D-83A0-8625-1C34768329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F447AD5-D2D2-FABD-3736-5CD210C19C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16B1909-34F9-6D84-5A6B-4272D99C4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39891738-9939-40EF-AC85-9DF4769D5E9A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12473630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497DF7-573E-B3C5-268A-FCD1D3DA0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35" y="457518"/>
            <a:ext cx="3931621" cy="1599724"/>
          </a:xfrm>
        </p:spPr>
        <p:txBody>
          <a:bodyPr anchor="b"/>
          <a:lstStyle>
            <a:lvl1pPr>
              <a:defRPr sz="3202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276EDD3-5CFA-9762-521B-F923DEB39F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388" y="988112"/>
            <a:ext cx="6171455" cy="4872246"/>
          </a:xfrm>
        </p:spPr>
        <p:txBody>
          <a:bodyPr/>
          <a:lstStyle>
            <a:lvl1pPr>
              <a:defRPr sz="3202"/>
            </a:lvl1pPr>
            <a:lvl2pPr>
              <a:defRPr sz="2802"/>
            </a:lvl2pPr>
            <a:lvl3pPr>
              <a:defRPr sz="2402"/>
            </a:lvl3pPr>
            <a:lvl4pPr>
              <a:defRPr sz="2001"/>
            </a:lvl4pPr>
            <a:lvl5pPr>
              <a:defRPr sz="2001"/>
            </a:lvl5pPr>
            <a:lvl6pPr>
              <a:defRPr sz="2001"/>
            </a:lvl6pPr>
            <a:lvl7pPr>
              <a:defRPr sz="2001"/>
            </a:lvl7pPr>
            <a:lvl8pPr>
              <a:defRPr sz="2001"/>
            </a:lvl8pPr>
            <a:lvl9pPr>
              <a:defRPr sz="2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50851AA-136C-BA18-02A8-8F2D6868BB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0335" y="2057242"/>
            <a:ext cx="3931621" cy="3811058"/>
          </a:xfrm>
        </p:spPr>
        <p:txBody>
          <a:bodyPr/>
          <a:lstStyle>
            <a:lvl1pPr marL="0" indent="0">
              <a:buNone/>
              <a:defRPr sz="1601"/>
            </a:lvl1pPr>
            <a:lvl2pPr marL="457520" indent="0">
              <a:buNone/>
              <a:defRPr sz="1401"/>
            </a:lvl2pPr>
            <a:lvl3pPr marL="915040" indent="0">
              <a:buNone/>
              <a:defRPr sz="1201"/>
            </a:lvl3pPr>
            <a:lvl4pPr marL="1372560" indent="0">
              <a:buNone/>
              <a:defRPr sz="1001"/>
            </a:lvl4pPr>
            <a:lvl5pPr marL="1830080" indent="0">
              <a:buNone/>
              <a:defRPr sz="1001"/>
            </a:lvl5pPr>
            <a:lvl6pPr marL="2287600" indent="0">
              <a:buNone/>
              <a:defRPr sz="1001"/>
            </a:lvl6pPr>
            <a:lvl7pPr marL="2745120" indent="0">
              <a:buNone/>
              <a:defRPr sz="1001"/>
            </a:lvl7pPr>
            <a:lvl8pPr marL="3202640" indent="0">
              <a:buNone/>
              <a:defRPr sz="1001"/>
            </a:lvl8pPr>
            <a:lvl9pPr marL="3660160" indent="0">
              <a:buNone/>
              <a:defRPr sz="1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E85B4B8-ABDE-E4F0-CAA4-F44D4E6FDB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3A696BA-A4EE-E190-1A29-040E12EA1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10B71B5-75D1-6E16-68E0-8894E1F2CC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87CE856-5433-40C8-9C6D-BC48ED4C97AF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11248587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F684A9-E232-B337-2528-346F015A5D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35" y="457518"/>
            <a:ext cx="3931621" cy="1599724"/>
          </a:xfrm>
        </p:spPr>
        <p:txBody>
          <a:bodyPr anchor="b"/>
          <a:lstStyle>
            <a:lvl1pPr>
              <a:defRPr sz="3202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A962ADAD-6943-ADCC-3953-D34B72A6768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388" y="988112"/>
            <a:ext cx="6171455" cy="4872246"/>
          </a:xfrm>
        </p:spPr>
        <p:txBody>
          <a:bodyPr/>
          <a:lstStyle>
            <a:lvl1pPr marL="0" indent="0">
              <a:buNone/>
              <a:defRPr sz="3202"/>
            </a:lvl1pPr>
            <a:lvl2pPr marL="457520" indent="0">
              <a:buNone/>
              <a:defRPr sz="2802"/>
            </a:lvl2pPr>
            <a:lvl3pPr marL="915040" indent="0">
              <a:buNone/>
              <a:defRPr sz="2402"/>
            </a:lvl3pPr>
            <a:lvl4pPr marL="1372560" indent="0">
              <a:buNone/>
              <a:defRPr sz="2001"/>
            </a:lvl4pPr>
            <a:lvl5pPr marL="1830080" indent="0">
              <a:buNone/>
              <a:defRPr sz="2001"/>
            </a:lvl5pPr>
            <a:lvl6pPr marL="2287600" indent="0">
              <a:buNone/>
              <a:defRPr sz="2001"/>
            </a:lvl6pPr>
            <a:lvl7pPr marL="2745120" indent="0">
              <a:buNone/>
              <a:defRPr sz="2001"/>
            </a:lvl7pPr>
            <a:lvl8pPr marL="3202640" indent="0">
              <a:buNone/>
              <a:defRPr sz="2001"/>
            </a:lvl8pPr>
            <a:lvl9pPr marL="3660160" indent="0">
              <a:buNone/>
              <a:defRPr sz="2001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EE1501E-95EF-AFA3-9C02-167A68D86D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0335" y="2057242"/>
            <a:ext cx="3931621" cy="3811058"/>
          </a:xfrm>
        </p:spPr>
        <p:txBody>
          <a:bodyPr/>
          <a:lstStyle>
            <a:lvl1pPr marL="0" indent="0">
              <a:buNone/>
              <a:defRPr sz="1601"/>
            </a:lvl1pPr>
            <a:lvl2pPr marL="457520" indent="0">
              <a:buNone/>
              <a:defRPr sz="1401"/>
            </a:lvl2pPr>
            <a:lvl3pPr marL="915040" indent="0">
              <a:buNone/>
              <a:defRPr sz="1201"/>
            </a:lvl3pPr>
            <a:lvl4pPr marL="1372560" indent="0">
              <a:buNone/>
              <a:defRPr sz="1001"/>
            </a:lvl4pPr>
            <a:lvl5pPr marL="1830080" indent="0">
              <a:buNone/>
              <a:defRPr sz="1001"/>
            </a:lvl5pPr>
            <a:lvl6pPr marL="2287600" indent="0">
              <a:buNone/>
              <a:defRPr sz="1001"/>
            </a:lvl6pPr>
            <a:lvl7pPr marL="2745120" indent="0">
              <a:buNone/>
              <a:defRPr sz="1001"/>
            </a:lvl7pPr>
            <a:lvl8pPr marL="3202640" indent="0">
              <a:buNone/>
              <a:defRPr sz="1001"/>
            </a:lvl8pPr>
            <a:lvl9pPr marL="3660160" indent="0">
              <a:buNone/>
              <a:defRPr sz="1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A17F6C4-0FC7-A46B-D0FB-1CAF0D8D37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5BD54F7-8351-1CDE-2D37-AE460D1345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4BB495D-5428-AB12-2AE7-E43C7E6EA7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CDA364-5BD8-4C76-A283-8A7FC9654CD8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1183876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6F7A77-3B4E-2174-200F-BC2D851BDC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CC89926-D218-79F0-9FEE-71DA4CCDBB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4609930-B442-232D-09B6-131172C60D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3F5D24B-8A66-D353-9B5E-D60E566EAA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B2B18C8-2516-7B04-B1B7-9C8287B60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2D7A391-17EC-49D3-95B9-11521C4E911E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6977834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D725621E-9C4E-3696-479D-F3B491B609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838604" y="273240"/>
            <a:ext cx="2743399" cy="3523522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C77EF1E-7894-D54F-901D-249F822FB8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08409" y="273240"/>
            <a:ext cx="8077696" cy="3523522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BD991E3-09E1-87FA-3E7A-D7A9AC2E99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8FFAB18-B2BE-C620-D5AF-59366FEFBE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D704E59-04E4-56AC-E32E-51EE67685E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F1935ED-A419-4E3E-A01D-307B835363B5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57907486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9044751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2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7.xml"/><Relationship Id="rId7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6.xml"/><Relationship Id="rId2" Type="http://schemas.openxmlformats.org/officeDocument/2006/relationships/slideLayout" Target="../slideLayouts/slideLayout6.xml"/><Relationship Id="rId16" Type="http://schemas.openxmlformats.org/officeDocument/2006/relationships/image" Target="../media/image8.png"/><Relationship Id="rId1" Type="http://schemas.openxmlformats.org/officeDocument/2006/relationships/slideLayout" Target="../slideLayouts/slideLayout5.xml"/><Relationship Id="rId6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5.xml"/><Relationship Id="rId5" Type="http://schemas.openxmlformats.org/officeDocument/2006/relationships/slideLayout" Target="../slideLayouts/slideLayout9.xml"/><Relationship Id="rId15" Type="http://schemas.openxmlformats.org/officeDocument/2006/relationships/image" Target="../media/image7.png"/><Relationship Id="rId10" Type="http://schemas.openxmlformats.org/officeDocument/2006/relationships/slideLayout" Target="../slideLayouts/slideLayout14.xml"/><Relationship Id="rId4" Type="http://schemas.openxmlformats.org/officeDocument/2006/relationships/slideLayout" Target="../slideLayouts/slideLayout8.xml"/><Relationship Id="rId9" Type="http://schemas.openxmlformats.org/officeDocument/2006/relationships/slideLayout" Target="../slideLayouts/slideLayout13.xml"/><Relationship Id="rId14" Type="http://schemas.openxmlformats.org/officeDocument/2006/relationships/image" Target="../media/image6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5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>
            <a:extLst>
              <a:ext uri="{FF2B5EF4-FFF2-40B4-BE49-F238E27FC236}">
                <a16:creationId xmlns:a16="http://schemas.microsoft.com/office/drawing/2014/main" id="{EB9F5CC1-E0ED-A544-3125-1CAF1AA09F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0"/>
            <a:ext cx="12192000" cy="6858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053" name="AutoShape 5">
            <a:extLst>
              <a:ext uri="{FF2B5EF4-FFF2-40B4-BE49-F238E27FC236}">
                <a16:creationId xmlns:a16="http://schemas.microsoft.com/office/drawing/2014/main" id="{294D9355-B288-864E-754C-2E4780AC0F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4" y="4114482"/>
            <a:ext cx="11332603" cy="101671"/>
          </a:xfrm>
          <a:prstGeom prst="roundRect">
            <a:avLst>
              <a:gd name="adj" fmla="val 49995"/>
            </a:avLst>
          </a:prstGeom>
          <a:solidFill>
            <a:srgbClr val="F6877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 cmpd="sng">
                <a:solidFill>
                  <a:srgbClr val="000000"/>
                </a:solidFill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eaLnBrk="1" hangingPunct="1"/>
            <a:endParaRPr lang="ko-KR" altLang="en-US" sz="1801">
              <a:ea typeface="굴림" panose="020B0600000101010101" pitchFamily="50" charset="-127"/>
            </a:endParaRPr>
          </a:p>
        </p:txBody>
      </p:sp>
      <p:pic>
        <p:nvPicPr>
          <p:cNvPr id="2054" name="Picture 6">
            <a:extLst>
              <a:ext uri="{FF2B5EF4-FFF2-40B4-BE49-F238E27FC236}">
                <a16:creationId xmlns:a16="http://schemas.microsoft.com/office/drawing/2014/main" id="{DB030153-312A-A6B7-EF4D-5FC29B8035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979"/>
          <a:stretch>
            <a:fillRect/>
          </a:stretch>
        </p:blipFill>
        <p:spPr bwMode="auto">
          <a:xfrm>
            <a:off x="4938754" y="5906427"/>
            <a:ext cx="2314494" cy="7657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055" name="Freeform 7">
            <a:extLst>
              <a:ext uri="{FF2B5EF4-FFF2-40B4-BE49-F238E27FC236}">
                <a16:creationId xmlns:a16="http://schemas.microsoft.com/office/drawing/2014/main" id="{0761C8CC-20DE-0035-8449-92E31252D4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3593" y="486113"/>
            <a:ext cx="3836310" cy="722815"/>
          </a:xfrm>
          <a:custGeom>
            <a:avLst/>
            <a:gdLst>
              <a:gd name="T0" fmla="*/ 2066 w 2414"/>
              <a:gd name="T1" fmla="*/ 0 h 454"/>
              <a:gd name="T2" fmla="*/ 346 w 2414"/>
              <a:gd name="T3" fmla="*/ 0 h 454"/>
              <a:gd name="T4" fmla="*/ 148 w 2414"/>
              <a:gd name="T5" fmla="*/ 13 h 454"/>
              <a:gd name="T6" fmla="*/ 13 w 2414"/>
              <a:gd name="T7" fmla="*/ 149 h 454"/>
              <a:gd name="T8" fmla="*/ 0 w 2414"/>
              <a:gd name="T9" fmla="*/ 227 h 454"/>
              <a:gd name="T10" fmla="*/ 13 w 2414"/>
              <a:gd name="T11" fmla="*/ 305 h 454"/>
              <a:gd name="T12" fmla="*/ 148 w 2414"/>
              <a:gd name="T13" fmla="*/ 440 h 454"/>
              <a:gd name="T14" fmla="*/ 346 w 2414"/>
              <a:gd name="T15" fmla="*/ 454 h 454"/>
              <a:gd name="T16" fmla="*/ 2066 w 2414"/>
              <a:gd name="T17" fmla="*/ 454 h 454"/>
              <a:gd name="T18" fmla="*/ 2264 w 2414"/>
              <a:gd name="T19" fmla="*/ 440 h 454"/>
              <a:gd name="T20" fmla="*/ 2400 w 2414"/>
              <a:gd name="T21" fmla="*/ 305 h 454"/>
              <a:gd name="T22" fmla="*/ 2414 w 2414"/>
              <a:gd name="T23" fmla="*/ 227 h 454"/>
              <a:gd name="T24" fmla="*/ 2400 w 2414"/>
              <a:gd name="T25" fmla="*/ 149 h 454"/>
              <a:gd name="T26" fmla="*/ 2264 w 2414"/>
              <a:gd name="T27" fmla="*/ 13 h 454"/>
              <a:gd name="T28" fmla="*/ 2066 w 2414"/>
              <a:gd name="T29" fmla="*/ 0 h 454"/>
              <a:gd name="T30" fmla="*/ 2066 w 2414"/>
              <a:gd name="T31" fmla="*/ 0 h 45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2414" h="454">
                <a:moveTo>
                  <a:pt x="2066" y="0"/>
                </a:moveTo>
                <a:lnTo>
                  <a:pt x="346" y="0"/>
                </a:lnTo>
                <a:cubicBezTo>
                  <a:pt x="247" y="0"/>
                  <a:pt x="188" y="0"/>
                  <a:pt x="148" y="13"/>
                </a:cubicBezTo>
                <a:cubicBezTo>
                  <a:pt x="85" y="36"/>
                  <a:pt x="35" y="86"/>
                  <a:pt x="13" y="149"/>
                </a:cubicBezTo>
                <a:cubicBezTo>
                  <a:pt x="4" y="174"/>
                  <a:pt x="0" y="200"/>
                  <a:pt x="0" y="227"/>
                </a:cubicBezTo>
                <a:cubicBezTo>
                  <a:pt x="0" y="253"/>
                  <a:pt x="4" y="280"/>
                  <a:pt x="13" y="305"/>
                </a:cubicBezTo>
                <a:cubicBezTo>
                  <a:pt x="35" y="368"/>
                  <a:pt x="85" y="417"/>
                  <a:pt x="148" y="440"/>
                </a:cubicBezTo>
                <a:cubicBezTo>
                  <a:pt x="188" y="454"/>
                  <a:pt x="247" y="454"/>
                  <a:pt x="346" y="454"/>
                </a:cubicBezTo>
                <a:lnTo>
                  <a:pt x="2066" y="454"/>
                </a:lnTo>
                <a:cubicBezTo>
                  <a:pt x="2165" y="454"/>
                  <a:pt x="2225" y="454"/>
                  <a:pt x="2264" y="440"/>
                </a:cubicBezTo>
                <a:cubicBezTo>
                  <a:pt x="2327" y="417"/>
                  <a:pt x="2377" y="368"/>
                  <a:pt x="2400" y="305"/>
                </a:cubicBezTo>
                <a:cubicBezTo>
                  <a:pt x="2409" y="280"/>
                  <a:pt x="2414" y="253"/>
                  <a:pt x="2414" y="227"/>
                </a:cubicBezTo>
                <a:cubicBezTo>
                  <a:pt x="2414" y="200"/>
                  <a:pt x="2409" y="174"/>
                  <a:pt x="2400" y="149"/>
                </a:cubicBezTo>
                <a:cubicBezTo>
                  <a:pt x="2377" y="86"/>
                  <a:pt x="2327" y="36"/>
                  <a:pt x="2264" y="13"/>
                </a:cubicBezTo>
                <a:cubicBezTo>
                  <a:pt x="2225" y="0"/>
                  <a:pt x="2165" y="0"/>
                  <a:pt x="2066" y="0"/>
                </a:cubicBezTo>
                <a:lnTo>
                  <a:pt x="2066" y="0"/>
                </a:lnTo>
                <a:close/>
              </a:path>
            </a:pathLst>
          </a:custGeom>
          <a:solidFill>
            <a:srgbClr val="F6877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 cmpd="sng">
                <a:solidFill>
                  <a:srgbClr val="000000"/>
                </a:solidFill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eaLnBrk="1" hangingPunct="1"/>
            <a:endParaRPr lang="ko-KR" altLang="en-US" sz="1801">
              <a:ea typeface="굴림" panose="020B0600000101010101" pitchFamily="50" charset="-127"/>
            </a:endParaRPr>
          </a:p>
        </p:txBody>
      </p:sp>
      <p:pic>
        <p:nvPicPr>
          <p:cNvPr id="2056" name="Picture 8">
            <a:extLst>
              <a:ext uri="{FF2B5EF4-FFF2-40B4-BE49-F238E27FC236}">
                <a16:creationId xmlns:a16="http://schemas.microsoft.com/office/drawing/2014/main" id="{C49B39F2-B4F0-8C62-04EA-2F57BF601B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94472" y="1688685"/>
            <a:ext cx="4500317" cy="25354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057" name="Rectangle 9">
            <a:extLst>
              <a:ext uri="{FF2B5EF4-FFF2-40B4-BE49-F238E27FC236}">
                <a16:creationId xmlns:a16="http://schemas.microsoft.com/office/drawing/2014/main" id="{177CB117-7ACD-B139-5737-349E427734AE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 bwMode="auto">
          <a:xfrm>
            <a:off x="608409" y="273240"/>
            <a:ext cx="10973594" cy="114379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>
                <a:sym typeface="Calibri" panose="020F0502020204030204" pitchFamily="34" charset="0"/>
              </a:rPr>
              <a:t>마스터 제목 스타일 편집</a:t>
            </a:r>
          </a:p>
        </p:txBody>
      </p:sp>
      <p:sp>
        <p:nvSpPr>
          <p:cNvPr id="2058" name="Rectangle 10">
            <a:extLst>
              <a:ext uri="{FF2B5EF4-FFF2-40B4-BE49-F238E27FC236}">
                <a16:creationId xmlns:a16="http://schemas.microsoft.com/office/drawing/2014/main" id="{94ECE46E-4976-294C-DCC9-56FDD9833CC9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08409" y="1599724"/>
            <a:ext cx="5385131" cy="2197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59" name="Rectangle 11">
            <a:extLst>
              <a:ext uri="{FF2B5EF4-FFF2-40B4-BE49-F238E27FC236}">
                <a16:creationId xmlns:a16="http://schemas.microsoft.com/office/drawing/2014/main" id="{5C5D9B19-6509-C2CA-89C4-AD117DAD12C8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196873" y="1599724"/>
            <a:ext cx="5385131" cy="2197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60" name="Rectangle 12">
            <a:extLst>
              <a:ext uri="{FF2B5EF4-FFF2-40B4-BE49-F238E27FC236}">
                <a16:creationId xmlns:a16="http://schemas.microsoft.com/office/drawing/2014/main" id="{54D9330A-64FB-2915-ED72-0BCFF0DD70EA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06820" y="3984217"/>
            <a:ext cx="5385131" cy="219544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61" name="Rectangle 13">
            <a:extLst>
              <a:ext uri="{FF2B5EF4-FFF2-40B4-BE49-F238E27FC236}">
                <a16:creationId xmlns:a16="http://schemas.microsoft.com/office/drawing/2014/main" id="{61F98E27-46FE-6344-3655-160E078A86B9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195283" y="3984217"/>
            <a:ext cx="5385131" cy="219544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62" name="Rectangle 14">
            <a:extLst>
              <a:ext uri="{FF2B5EF4-FFF2-40B4-BE49-F238E27FC236}">
                <a16:creationId xmlns:a16="http://schemas.microsoft.com/office/drawing/2014/main" id="{00B43360-9002-164A-F3C6-781E213D665F}"/>
              </a:ext>
            </a:extLst>
          </p:cNvPr>
          <p:cNvSpPr>
            <a:spLocks noGrp="1" noChangeArrowheads="1"/>
          </p:cNvSpPr>
          <p:nvPr>
            <p:ph type="dt" sz="half" idx="4294967295"/>
          </p:nvPr>
        </p:nvSpPr>
        <p:spPr bwMode="auto">
          <a:xfrm>
            <a:off x="608409" y="6356002"/>
            <a:ext cx="2845064" cy="3653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굴림" panose="020B0600000101010101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2063" name="Rectangle 15">
            <a:extLst>
              <a:ext uri="{FF2B5EF4-FFF2-40B4-BE49-F238E27FC236}">
                <a16:creationId xmlns:a16="http://schemas.microsoft.com/office/drawing/2014/main" id="{CBCEF685-BCA5-236B-5C95-7362F4A18E09}"/>
              </a:ext>
            </a:extLst>
          </p:cNvPr>
          <p:cNvSpPr>
            <a:spLocks noGrp="1" noChangeArrowheads="1"/>
          </p:cNvSpPr>
          <p:nvPr>
            <p:ph type="ftr" sz="quarter" idx="4294967295"/>
          </p:nvPr>
        </p:nvSpPr>
        <p:spPr bwMode="auto">
          <a:xfrm>
            <a:off x="4165137" y="6356002"/>
            <a:ext cx="3861727" cy="3653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굴림" panose="020B0600000101010101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2064" name="Rectangle 16">
            <a:extLst>
              <a:ext uri="{FF2B5EF4-FFF2-40B4-BE49-F238E27FC236}">
                <a16:creationId xmlns:a16="http://schemas.microsoft.com/office/drawing/2014/main" id="{0B33B43C-2695-E705-B601-2C22DA2E2EA0}"/>
              </a:ext>
            </a:extLst>
          </p:cNvPr>
          <p:cNvSpPr>
            <a:spLocks noGrp="1" noChangeArrowheads="1"/>
          </p:cNvSpPr>
          <p:nvPr>
            <p:ph type="sldNum" sz="quarter" idx="4294967295"/>
          </p:nvPr>
        </p:nvSpPr>
        <p:spPr bwMode="auto">
          <a:xfrm>
            <a:off x="8736938" y="6356002"/>
            <a:ext cx="2845065" cy="3653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굴림" panose="020B0600000101010101" pitchFamily="50" charset="-127"/>
              </a:defRPr>
            </a:lvl1pPr>
          </a:lstStyle>
          <a:p>
            <a:fld id="{E3279B45-B293-4B0A-AE23-BF94EF1E2586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45153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58" r:id="rId2"/>
    <p:sldLayoutId id="2147483659" r:id="rId3"/>
    <p:sldLayoutId id="2147483660" r:id="rId4"/>
    <p:sldLayoutId id="2147483661" r:id="rId5"/>
    <p:sldLayoutId id="2147483662" r:id="rId6"/>
    <p:sldLayoutId id="2147483663" r:id="rId7"/>
    <p:sldLayoutId id="2147483664" r:id="rId8"/>
    <p:sldLayoutId id="2147483665" r:id="rId9"/>
    <p:sldLayoutId id="2147483666" r:id="rId10"/>
    <p:sldLayoutId id="2147483667" r:id="rId11"/>
    <p:sldLayoutId id="2147483668" r:id="rId12"/>
  </p:sldLayoutIdLst>
  <p:txStyles>
    <p:titleStyle>
      <a:lvl1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 kern="1200">
          <a:solidFill>
            <a:schemeClr val="tx2"/>
          </a:solidFill>
          <a:latin typeface="+mj-lt"/>
          <a:ea typeface="+mj-ea"/>
          <a:cs typeface="+mj-cs"/>
          <a:sym typeface="Calibri" panose="020F0502020204030204" pitchFamily="34" charset="0"/>
        </a:defRPr>
      </a:lvl1pPr>
      <a:lvl2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2pPr>
      <a:lvl3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3pPr>
      <a:lvl4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4pPr>
      <a:lvl5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5pPr>
      <a:lvl6pPr marL="45752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6pPr>
      <a:lvl7pPr marL="91504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7pPr>
      <a:lvl8pPr marL="137256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8pPr>
      <a:lvl9pPr marL="183008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9pPr>
    </p:titleStyle>
    <p:bodyStyle>
      <a:lvl1pPr marL="343140" indent="-343140" algn="l" rtl="0" fontAlgn="base" latinLnBrk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Font typeface="Arial" panose="020B0604020202020204" pitchFamily="34" charset="0"/>
        <a:buChar char="•"/>
        <a:defRPr sz="3202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1pPr>
      <a:lvl2pPr marL="743470" indent="-285950" algn="l" rtl="0" fontAlgn="base" latinLnBrk="1">
        <a:lnSpc>
          <a:spcPct val="110000"/>
        </a:lnSpc>
        <a:spcBef>
          <a:spcPct val="0"/>
        </a:spcBef>
        <a:spcAft>
          <a:spcPct val="0"/>
        </a:spcAft>
        <a:buFont typeface="Calibri" panose="020F0502020204030204" pitchFamily="34" charset="0"/>
        <a:buChar char="–"/>
        <a:defRPr sz="2802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2pPr>
      <a:lvl3pPr marL="1143800" indent="-228760" algn="l" rtl="0" fontAlgn="base" latinLnBrk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Font typeface="Calibri" panose="020F0502020204030204" pitchFamily="34" charset="0"/>
        <a:buChar char="•"/>
        <a:defRPr sz="2402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3pPr>
      <a:lvl4pPr marL="1601320" indent="-228760" algn="l" rtl="0" fontAlgn="base" latinLnBrk="1">
        <a:lnSpc>
          <a:spcPct val="110000"/>
        </a:lnSpc>
        <a:spcBef>
          <a:spcPct val="0"/>
        </a:spcBef>
        <a:spcAft>
          <a:spcPct val="0"/>
        </a:spcAft>
        <a:buFont typeface="Calibri" panose="020F0502020204030204" pitchFamily="34" charset="0"/>
        <a:buChar char="–"/>
        <a:defRPr sz="2001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4pPr>
      <a:lvl5pPr marL="2058840" indent="-228760" algn="l" rtl="0" fontAlgn="base" latinLnBrk="1">
        <a:lnSpc>
          <a:spcPct val="110000"/>
        </a:lnSpc>
        <a:spcBef>
          <a:spcPct val="0"/>
        </a:spcBef>
        <a:spcAft>
          <a:spcPct val="0"/>
        </a:spcAft>
        <a:buFont typeface="Calibri" panose="020F0502020204030204" pitchFamily="34" charset="0"/>
        <a:buChar char="»"/>
        <a:defRPr sz="2001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5pPr>
      <a:lvl6pPr marL="251636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97388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43140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88892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1pPr>
      <a:lvl2pPr marL="45752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2pPr>
      <a:lvl3pPr marL="91504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3pPr>
      <a:lvl4pPr marL="137256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183008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28760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74512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20264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66016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bmp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bmp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bmp"/><Relationship Id="rId1" Type="http://schemas.openxmlformats.org/officeDocument/2006/relationships/slideLayout" Target="../slideLayouts/slideLayout1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bmp"/><Relationship Id="rId1" Type="http://schemas.openxmlformats.org/officeDocument/2006/relationships/slideLayout" Target="../slideLayouts/slideLayout1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bmp"/><Relationship Id="rId1" Type="http://schemas.openxmlformats.org/officeDocument/2006/relationships/slideLayout" Target="../slideLayouts/slideLayout1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3.jpe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6" name="Rectangle 4">
            <a:extLst>
              <a:ext uri="{FF2B5EF4-FFF2-40B4-BE49-F238E27FC236}">
                <a16:creationId xmlns:a16="http://schemas.microsoft.com/office/drawing/2014/main" id="{DB1A1CBF-78F6-04CE-032B-84F018621A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9846" y="3028834"/>
            <a:ext cx="8902146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defTabSz="393976" fontAlgn="base">
              <a:spcBef>
                <a:spcPct val="0"/>
              </a:spcBef>
              <a:spcAft>
                <a:spcPct val="0"/>
              </a:spcAft>
            </a:pPr>
            <a:r>
              <a:rPr lang="ko-KR" altLang="en-US" sz="3200" b="1" dirty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나무가 예술이네</a:t>
            </a:r>
            <a:r>
              <a:rPr lang="en-US" altLang="ko-KR" sz="3200" b="1" dirty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!</a:t>
            </a:r>
          </a:p>
          <a:p>
            <a:pPr defTabSz="393976" fontAlgn="base">
              <a:spcBef>
                <a:spcPct val="0"/>
              </a:spcBef>
              <a:spcAft>
                <a:spcPct val="0"/>
              </a:spcAft>
            </a:pPr>
            <a:r>
              <a:rPr lang="ko-KR" altLang="en-US" sz="2800" dirty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우리 동네에는 어떤 나무들이 있을까요</a:t>
            </a:r>
            <a:r>
              <a:rPr lang="en-US" altLang="ko-KR" sz="2800" dirty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?</a:t>
            </a:r>
          </a:p>
        </p:txBody>
      </p:sp>
      <p:sp>
        <p:nvSpPr>
          <p:cNvPr id="8197" name="AutoShape 5">
            <a:extLst>
              <a:ext uri="{FF2B5EF4-FFF2-40B4-BE49-F238E27FC236}">
                <a16:creationId xmlns:a16="http://schemas.microsoft.com/office/drawing/2014/main" id="{D30265AA-F044-ED79-BF49-9BCB13CB07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5" y="4114452"/>
            <a:ext cx="11332603" cy="101666"/>
          </a:xfrm>
          <a:prstGeom prst="roundRect">
            <a:avLst>
              <a:gd name="adj" fmla="val 49995"/>
            </a:avLst>
          </a:prstGeom>
          <a:solidFill>
            <a:srgbClr val="F6877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 cmpd="sng">
                <a:solidFill>
                  <a:srgbClr val="000000"/>
                </a:solidFill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defTabSz="915040" fontAlgn="base" latinLnBrk="1">
              <a:spcBef>
                <a:spcPct val="30000"/>
              </a:spcBef>
              <a:spcAft>
                <a:spcPct val="0"/>
              </a:spcAft>
            </a:pPr>
            <a:endParaRPr kumimoji="1" lang="ko-KR" altLang="en-US" sz="1201">
              <a:solidFill>
                <a:srgbClr val="000000"/>
              </a:solidFill>
              <a:latin typeface="Calibri" panose="020F0502020204030204" pitchFamily="34" charset="0"/>
              <a:ea typeface="굴림" panose="020B0600000101010101" pitchFamily="50" charset="-127"/>
              <a:cs typeface="Calibri" panose="020F0502020204030204" pitchFamily="34" charset="0"/>
            </a:endParaRPr>
          </a:p>
        </p:txBody>
      </p:sp>
      <p:sp>
        <p:nvSpPr>
          <p:cNvPr id="8198" name="Rectangle 6">
            <a:extLst>
              <a:ext uri="{FF2B5EF4-FFF2-40B4-BE49-F238E27FC236}">
                <a16:creationId xmlns:a16="http://schemas.microsoft.com/office/drawing/2014/main" id="{FF65134C-B580-CD8E-1141-8D95263840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5" y="575198"/>
            <a:ext cx="3555140" cy="5480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21999" tIns="61000" rIns="121999" bIns="61000" anchor="b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defTabSz="393976" fontAlgn="base" latin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ko-KR" altLang="en-US" sz="2602" dirty="0">
                <a:solidFill>
                  <a:srgbClr val="FFFFFF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초등 미술</a:t>
            </a:r>
          </a:p>
        </p:txBody>
      </p:sp>
      <p:pic>
        <p:nvPicPr>
          <p:cNvPr id="8199" name="Picture 7" descr="이미지">
            <a:extLst>
              <a:ext uri="{FF2B5EF4-FFF2-40B4-BE49-F238E27FC236}">
                <a16:creationId xmlns:a16="http://schemas.microsoft.com/office/drawing/2014/main" id="{255EE14A-AD27-01D3-95C7-BE84703BE0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23256" y="1639516"/>
            <a:ext cx="2068272" cy="138520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8200" name="Rectangle 8">
            <a:extLst>
              <a:ext uri="{FF2B5EF4-FFF2-40B4-BE49-F238E27FC236}">
                <a16:creationId xmlns:a16="http://schemas.microsoft.com/office/drawing/2014/main" id="{4AA4FEAA-717A-5DDD-146C-2C87F83215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84976" y="2017587"/>
            <a:ext cx="2543244" cy="64176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21979" tIns="60973" rIns="121979" bIns="60973"/>
          <a:lstStyle>
            <a:lvl1pPr marL="225425" indent="-225425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marL="225583" indent="-225583" algn="ctr" defTabSz="393976" fontAlgn="base" latin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ko-KR" sz="3703" dirty="0">
                <a:solidFill>
                  <a:srgbClr val="FFFFFF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14</a:t>
            </a:r>
            <a:r>
              <a:rPr lang="ko-KR" altLang="en-US" sz="3703" dirty="0" err="1">
                <a:solidFill>
                  <a:srgbClr val="FFFFFF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  <a:endParaRPr lang="ko-KR" altLang="en-US" sz="3703" dirty="0">
              <a:solidFill>
                <a:srgbClr val="FFFFFF"/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Quiz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1697725" y="2956740"/>
            <a:ext cx="8609088" cy="1384995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다음에 나오는 나뭇잎 그림을 보고 어떤 나무인지  맞혀 보세요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algn="ctr"/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모두 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5</a:t>
            </a:r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문제 준비되어 있습니다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algn="ctr"/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재미있게 참여해주세요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!</a:t>
            </a:r>
            <a:endParaRPr lang="ko-KR" altLang="en-US" sz="28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8283569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1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9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46204" y="2251209"/>
            <a:ext cx="2843528" cy="3512593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12" name="직사각형 11"/>
          <p:cNvSpPr/>
          <p:nvPr/>
        </p:nvSpPr>
        <p:spPr>
          <a:xfrm>
            <a:off x="6344324" y="5440637"/>
            <a:ext cx="2525949" cy="323165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15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그림 출처 </a:t>
            </a:r>
            <a:r>
              <a:rPr lang="en-US" altLang="ko-KR" sz="15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: </a:t>
            </a:r>
            <a:r>
              <a:rPr lang="ko-KR" altLang="en-US" sz="15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안양문화예술재단 제공</a:t>
            </a:r>
          </a:p>
        </p:txBody>
      </p:sp>
    </p:spTree>
    <p:extLst>
      <p:ext uri="{BB962C8B-B14F-4D97-AF65-F5344CB8AC3E}">
        <p14:creationId xmlns:p14="http://schemas.microsoft.com/office/powerpoint/2010/main" val="23732794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2434003" y="2633574"/>
            <a:ext cx="7323993" cy="1015663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주목</a:t>
            </a:r>
            <a:endParaRPr lang="en-US" altLang="ko-KR" sz="30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algn="ctr"/>
            <a:r>
              <a:rPr lang="en-US" altLang="ko-KR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(</a:t>
            </a:r>
            <a:r>
              <a:rPr lang="ko-KR" altLang="en-US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보통 원추형 모양이고</a:t>
            </a:r>
            <a:r>
              <a:rPr lang="en-US" altLang="ko-KR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3000" spc="-147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선홍빛</a:t>
            </a:r>
            <a:r>
              <a:rPr lang="ko-KR" altLang="en-US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열매가 달려있다</a:t>
            </a:r>
            <a:r>
              <a:rPr lang="en-US" altLang="ko-KR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.)</a:t>
            </a:r>
            <a:endParaRPr lang="ko-KR" altLang="en-US" sz="30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28037" y="3940190"/>
            <a:ext cx="1192916" cy="14911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3732794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2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1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4680" y="2240242"/>
            <a:ext cx="4231302" cy="3431142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9" name="직사각형 8"/>
          <p:cNvSpPr/>
          <p:nvPr/>
        </p:nvSpPr>
        <p:spPr>
          <a:xfrm>
            <a:off x="6344324" y="5440637"/>
            <a:ext cx="2525949" cy="323165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15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그림 출처 </a:t>
            </a:r>
            <a:r>
              <a:rPr lang="en-US" altLang="ko-KR" sz="15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: </a:t>
            </a:r>
            <a:r>
              <a:rPr lang="ko-KR" altLang="en-US" sz="15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안양문화예술재단 제공</a:t>
            </a:r>
          </a:p>
        </p:txBody>
      </p:sp>
    </p:spTree>
    <p:extLst>
      <p:ext uri="{BB962C8B-B14F-4D97-AF65-F5344CB8AC3E}">
        <p14:creationId xmlns:p14="http://schemas.microsoft.com/office/powerpoint/2010/main" val="8831740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1393862" y="2512195"/>
            <a:ext cx="9404275" cy="1938992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3000" spc="-147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양버즘나무</a:t>
            </a:r>
            <a:endParaRPr lang="en-US" altLang="ko-KR" sz="30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algn="ctr"/>
            <a:r>
              <a:rPr lang="en-US" altLang="ko-KR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(‘</a:t>
            </a:r>
            <a:r>
              <a:rPr lang="ko-KR" altLang="en-US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플라타너스</a:t>
            </a:r>
            <a:r>
              <a:rPr lang="en-US" altLang="ko-KR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’ </a:t>
            </a:r>
            <a:r>
              <a:rPr lang="ko-KR" altLang="en-US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나무라고 부르기도 하는데 </a:t>
            </a:r>
            <a:endParaRPr lang="en-US" altLang="ko-KR" sz="30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algn="ctr"/>
            <a:r>
              <a:rPr lang="ko-KR" altLang="en-US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정식 명칭은 </a:t>
            </a:r>
            <a:r>
              <a:rPr lang="ko-KR" altLang="en-US" sz="3000" spc="-147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양버즘나무이다</a:t>
            </a:r>
            <a:r>
              <a:rPr lang="en-US" altLang="ko-KR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 </a:t>
            </a:r>
          </a:p>
          <a:p>
            <a:pPr algn="ctr"/>
            <a:r>
              <a:rPr lang="ko-KR" altLang="en-US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공해에 강하고 오염 물질 흡수 능력이 뛰어나다</a:t>
            </a:r>
            <a:r>
              <a:rPr lang="en-US" altLang="ko-KR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.)</a:t>
            </a:r>
            <a:endParaRPr lang="ko-KR" altLang="en-US" sz="30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1089124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3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12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4011" y="2435450"/>
            <a:ext cx="3623977" cy="3333222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9" name="직사각형 8"/>
          <p:cNvSpPr/>
          <p:nvPr/>
        </p:nvSpPr>
        <p:spPr>
          <a:xfrm>
            <a:off x="3709915" y="5445507"/>
            <a:ext cx="2525949" cy="323165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15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그림 출처 </a:t>
            </a:r>
            <a:r>
              <a:rPr lang="en-US" altLang="ko-KR" sz="15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: </a:t>
            </a:r>
            <a:r>
              <a:rPr lang="ko-KR" altLang="en-US" sz="15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안양문화예술재단 제공</a:t>
            </a:r>
          </a:p>
        </p:txBody>
      </p:sp>
    </p:spTree>
    <p:extLst>
      <p:ext uri="{BB962C8B-B14F-4D97-AF65-F5344CB8AC3E}">
        <p14:creationId xmlns:p14="http://schemas.microsoft.com/office/powerpoint/2010/main" val="28603493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2923703" y="3141406"/>
            <a:ext cx="6157135" cy="1015663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상수리나무</a:t>
            </a:r>
            <a:endParaRPr lang="en-US" altLang="ko-KR" sz="30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algn="ctr"/>
            <a:r>
              <a:rPr lang="en-US" altLang="ko-KR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(</a:t>
            </a:r>
            <a:r>
              <a:rPr lang="ko-KR" altLang="en-US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참나무의 일종으로 도토리가 열린다</a:t>
            </a:r>
            <a:r>
              <a:rPr lang="en-US" altLang="ko-KR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)</a:t>
            </a:r>
            <a:endParaRPr lang="ko-KR" altLang="en-US" sz="30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6718461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4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9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9915" y="2147775"/>
            <a:ext cx="4217707" cy="3503012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12" name="직사각형 11"/>
          <p:cNvSpPr/>
          <p:nvPr/>
        </p:nvSpPr>
        <p:spPr>
          <a:xfrm>
            <a:off x="6344324" y="5440637"/>
            <a:ext cx="2525949" cy="323165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15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그림 출처 </a:t>
            </a:r>
            <a:r>
              <a:rPr lang="en-US" altLang="ko-KR" sz="15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: </a:t>
            </a:r>
            <a:r>
              <a:rPr lang="ko-KR" altLang="en-US" sz="15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안양문화예술재단 제공</a:t>
            </a:r>
          </a:p>
        </p:txBody>
      </p:sp>
    </p:spTree>
    <p:extLst>
      <p:ext uri="{BB962C8B-B14F-4D97-AF65-F5344CB8AC3E}">
        <p14:creationId xmlns:p14="http://schemas.microsoft.com/office/powerpoint/2010/main" val="5672681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1975180" y="2910574"/>
            <a:ext cx="8054193" cy="1477328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버드나무</a:t>
            </a:r>
            <a:endParaRPr lang="en-US" altLang="ko-KR" sz="30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algn="ctr"/>
            <a:r>
              <a:rPr lang="en-US" altLang="ko-KR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(</a:t>
            </a:r>
            <a:r>
              <a:rPr lang="ko-KR" altLang="en-US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능수버들은 가지가 치렁치렁 늘어지지만</a:t>
            </a:r>
            <a:endParaRPr lang="en-US" altLang="ko-KR" sz="30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algn="ctr"/>
            <a:r>
              <a:rPr lang="ko-KR" altLang="en-US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버드나무는 보통의 나무처럼 곧은 형태로 자란다</a:t>
            </a:r>
            <a:r>
              <a:rPr lang="en-US" altLang="ko-KR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)</a:t>
            </a:r>
            <a:endParaRPr lang="ko-KR" altLang="en-US" sz="30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2868295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5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9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9097" y="2188869"/>
            <a:ext cx="4797768" cy="3244867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12" name="직사각형 11"/>
          <p:cNvSpPr/>
          <p:nvPr/>
        </p:nvSpPr>
        <p:spPr>
          <a:xfrm>
            <a:off x="6344324" y="5440637"/>
            <a:ext cx="2525949" cy="323165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15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그림 출처 </a:t>
            </a:r>
            <a:r>
              <a:rPr lang="en-US" altLang="ko-KR" sz="15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: </a:t>
            </a:r>
            <a:r>
              <a:rPr lang="ko-KR" altLang="en-US" sz="15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안양문화예술재단 제공</a:t>
            </a:r>
          </a:p>
        </p:txBody>
      </p:sp>
    </p:spTree>
    <p:extLst>
      <p:ext uri="{BB962C8B-B14F-4D97-AF65-F5344CB8AC3E}">
        <p14:creationId xmlns:p14="http://schemas.microsoft.com/office/powerpoint/2010/main" val="5672681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1836519" y="2910574"/>
            <a:ext cx="8331513" cy="1477328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사과나무</a:t>
            </a:r>
            <a:endParaRPr lang="en-US" altLang="ko-KR" sz="30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algn="ctr"/>
            <a:r>
              <a:rPr lang="en-US" altLang="ko-KR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(</a:t>
            </a:r>
            <a:r>
              <a:rPr lang="ko-KR" altLang="en-US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사과나무는 주로 과수원에서 전문적으로 키우지만</a:t>
            </a:r>
            <a:endParaRPr lang="en-US" altLang="ko-KR" sz="30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algn="ctr"/>
            <a:r>
              <a:rPr lang="ko-KR" altLang="en-US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가끔 동네에서 미니사과나무를 발견할 수 있다</a:t>
            </a:r>
            <a:r>
              <a:rPr lang="en-US" altLang="ko-KR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.)</a:t>
            </a:r>
            <a:endParaRPr lang="ko-KR" altLang="en-US" sz="30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2868295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학습목표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2194560" y="2606992"/>
            <a:ext cx="7802880" cy="1644015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lvl="0" algn="ctr">
              <a:defRPr/>
            </a:pPr>
            <a:r>
              <a:rPr lang="ko-KR" altLang="en-US" sz="3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지역 </a:t>
            </a:r>
            <a:r>
              <a:rPr lang="ko-KR" altLang="en-US" sz="3400" u="sng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나무의 종류와 특징을 탐색</a:t>
            </a:r>
            <a:r>
              <a:rPr lang="ko-KR" altLang="en-US" sz="3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하여 </a:t>
            </a:r>
            <a:endParaRPr lang="ko-KR" altLang="en-US" sz="3400" u="sng" spc="-147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ctr">
              <a:defRPr/>
            </a:pPr>
            <a:r>
              <a:rPr lang="ko-KR" altLang="en-US" sz="3400" u="sng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자연에 대한 관심</a:t>
            </a:r>
            <a:r>
              <a:rPr lang="ko-KR" altLang="en-US" sz="3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을 높이고</a:t>
            </a:r>
            <a:r>
              <a:rPr lang="en-US" altLang="ko-KR" sz="3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</a:t>
            </a:r>
          </a:p>
          <a:p>
            <a:pPr lvl="0" algn="ctr">
              <a:defRPr/>
            </a:pPr>
            <a:r>
              <a:rPr lang="ko-KR" altLang="en-US" sz="3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관찰한 내용을 그림과 글로 표현할 수 있다</a:t>
            </a:r>
            <a:r>
              <a:rPr lang="en-US" altLang="ko-KR" sz="3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  <a:endParaRPr lang="ko-KR" altLang="en-US" sz="3400" spc="-147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689209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14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1. ‘</a:t>
            </a:r>
            <a:r>
              <a:rPr lang="ko-KR" altLang="en-US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나무가 예술이네</a:t>
            </a:r>
            <a:r>
              <a:rPr lang="en-US" altLang="ko-KR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!’ </a:t>
            </a:r>
            <a:r>
              <a:rPr lang="ko-KR" altLang="en-US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지도 탐색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영상 시청</a:t>
            </a: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19" t="6601" r="5543" b="8315"/>
          <a:stretch/>
        </p:blipFill>
        <p:spPr>
          <a:xfrm>
            <a:off x="380144" y="1359869"/>
            <a:ext cx="6976154" cy="4927913"/>
          </a:xfrm>
          <a:prstGeom prst="rect">
            <a:avLst/>
          </a:prstGeom>
        </p:spPr>
      </p:pic>
      <p:sp>
        <p:nvSpPr>
          <p:cNvPr id="33" name="직사각형 32"/>
          <p:cNvSpPr/>
          <p:nvPr/>
        </p:nvSpPr>
        <p:spPr>
          <a:xfrm>
            <a:off x="8009026" y="2433027"/>
            <a:ext cx="3597286" cy="1754326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27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동영상 시청 후</a:t>
            </a:r>
            <a:r>
              <a:rPr lang="en-US" altLang="ko-KR" sz="27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‘</a:t>
            </a:r>
            <a:r>
              <a:rPr lang="ko-KR" altLang="en-US" sz="27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나무가 예술이네</a:t>
            </a:r>
            <a:r>
              <a:rPr lang="en-US" altLang="ko-KR" sz="27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!’ </a:t>
            </a:r>
            <a:r>
              <a:rPr lang="ko-KR" altLang="en-US" sz="27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지도에서 본 나무 중 기억나는 나무를 발표해볼까요</a:t>
            </a:r>
            <a:r>
              <a:rPr lang="en-US" altLang="ko-KR" sz="27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?</a:t>
            </a:r>
            <a:endParaRPr lang="ko-KR" altLang="en-US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  <p:sp>
        <p:nvSpPr>
          <p:cNvPr id="8" name="직사각형 7"/>
          <p:cNvSpPr/>
          <p:nvPr/>
        </p:nvSpPr>
        <p:spPr>
          <a:xfrm>
            <a:off x="7386245" y="5964617"/>
            <a:ext cx="2525949" cy="323165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15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그림 출처 </a:t>
            </a:r>
            <a:r>
              <a:rPr lang="en-US" altLang="ko-KR" sz="15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: </a:t>
            </a:r>
            <a:r>
              <a:rPr lang="ko-KR" altLang="en-US" sz="15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안양문화예술재단 제공</a:t>
            </a:r>
          </a:p>
        </p:txBody>
      </p:sp>
    </p:spTree>
    <p:extLst>
      <p:ext uri="{BB962C8B-B14F-4D97-AF65-F5344CB8AC3E}">
        <p14:creationId xmlns:p14="http://schemas.microsoft.com/office/powerpoint/2010/main" val="42468317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15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2. </a:t>
            </a:r>
            <a:r>
              <a:rPr lang="ko-KR" altLang="en-US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나무 관찰 및 표현하기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 </a:t>
            </a:r>
            <a:r>
              <a:rPr lang="en-US" altLang="ko-KR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 </a:t>
            </a:r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방법</a:t>
            </a:r>
          </a:p>
        </p:txBody>
      </p:sp>
      <p:sp>
        <p:nvSpPr>
          <p:cNvPr id="33" name="직사각형 32"/>
          <p:cNvSpPr/>
          <p:nvPr/>
        </p:nvSpPr>
        <p:spPr>
          <a:xfrm>
            <a:off x="519758" y="2230843"/>
            <a:ext cx="9117399" cy="3046988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marL="457200" indent="-457200" algn="just">
              <a:buAutoNum type="arabicPeriod"/>
            </a:pP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교실 밖으로 나가 학교에 있는 나무를 천천히 관찰합니다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marL="457200" indent="-457200" algn="just">
              <a:buAutoNum type="arabicPeriod"/>
            </a:pP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마음에 드는 나무를 골라 사진으로 촬영합니다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marL="457200" indent="-457200" algn="just">
              <a:buAutoNum type="arabicPeriod"/>
            </a:pP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촬영한 사진 중 한 장을 선택하여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디지털 도구를 활용해 사진 위에 자유롭게 덧그리기를 합니다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marL="457200" indent="-457200" algn="just">
              <a:buAutoNum type="arabicPeriod"/>
            </a:pP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덧그리기 작업을 마친 후에는 나무의 특징과 나무에게 하고 싶은 말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앞으로 나무를 어떻게 돌볼지에 대한 다짐을 글로 작성합니다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marL="457200" indent="-457200" algn="just">
              <a:buAutoNum type="arabicPeriod"/>
            </a:pP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완성한 작품을 친구들과 서로 공유하고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친구들의 작품을 함께 감상하며 의견을 나눕니다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  <a:endParaRPr lang="ko-KR" altLang="en-US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0190116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16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2. </a:t>
            </a:r>
            <a:r>
              <a:rPr lang="ko-KR" altLang="en-US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나무 관찰 및 표현하기</a:t>
            </a:r>
            <a:r>
              <a:rPr lang="en-US" altLang="ko-KR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_</a:t>
            </a:r>
            <a:r>
              <a:rPr lang="ko-KR" altLang="en-US" sz="2700" b="1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활동지</a:t>
            </a:r>
            <a:r>
              <a:rPr lang="en-US" altLang="ko-KR" sz="27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, </a:t>
            </a:r>
            <a:r>
              <a:rPr lang="ko-KR" altLang="en-US" sz="27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예시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err="1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활동지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pic>
        <p:nvPicPr>
          <p:cNvPr id="2053" name="그림 2052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94198" y="1249140"/>
            <a:ext cx="9179164" cy="5163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117464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17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2. </a:t>
            </a:r>
            <a:r>
              <a:rPr lang="ko-KR" altLang="en-US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나무 관찰 및 표현하기</a:t>
            </a:r>
            <a:r>
              <a:rPr lang="en-US" altLang="ko-KR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_</a:t>
            </a:r>
            <a:r>
              <a:rPr lang="ko-KR" altLang="en-US" sz="2700" b="1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활동지</a:t>
            </a:r>
            <a:r>
              <a:rPr lang="en-US" altLang="ko-KR" sz="27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, </a:t>
            </a:r>
            <a:r>
              <a:rPr lang="ko-KR" altLang="en-US" sz="27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예시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예시 작품</a:t>
            </a:r>
          </a:p>
        </p:txBody>
      </p:sp>
      <p:pic>
        <p:nvPicPr>
          <p:cNvPr id="3075" name="그림 3074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212695" y="1311422"/>
            <a:ext cx="9087900" cy="51119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918519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형성평가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1697727" y="2956740"/>
            <a:ext cx="8609088" cy="1384995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다음에 나오는 식물의 사진을 보고 어떤 식물인지  맞혀 보세요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algn="ctr"/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모두 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3</a:t>
            </a:r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문제 준비되어 있습니다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algn="ctr"/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재미있게 참여해주세요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!</a:t>
            </a:r>
            <a:endParaRPr lang="ko-KR" altLang="en-US" sz="28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24214809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1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4098" name="Picture 2" descr="C:\Users\user\Downloads\20260913_112956.jpg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615"/>
          <a:stretch/>
        </p:blipFill>
        <p:spPr bwMode="auto">
          <a:xfrm rot="5400000">
            <a:off x="4251427" y="1984144"/>
            <a:ext cx="3689144" cy="3987691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5889191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5330653" y="3464706"/>
            <a:ext cx="1526316" cy="553998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은행나무</a:t>
            </a:r>
          </a:p>
        </p:txBody>
      </p:sp>
    </p:spTree>
    <p:extLst>
      <p:ext uri="{BB962C8B-B14F-4D97-AF65-F5344CB8AC3E}">
        <p14:creationId xmlns:p14="http://schemas.microsoft.com/office/powerpoint/2010/main" val="75575475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2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6146" name="Picture 2" descr="C:\Users\user\Downloads\20260913_112319.jpg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389" r="11508"/>
          <a:stretch/>
        </p:blipFill>
        <p:spPr bwMode="auto">
          <a:xfrm rot="5400000">
            <a:off x="4329316" y="1975587"/>
            <a:ext cx="3533367" cy="4267208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957787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5666065" y="3464706"/>
            <a:ext cx="855492" cy="553998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수국</a:t>
            </a:r>
          </a:p>
        </p:txBody>
      </p:sp>
    </p:spTree>
    <p:extLst>
      <p:ext uri="{BB962C8B-B14F-4D97-AF65-F5344CB8AC3E}">
        <p14:creationId xmlns:p14="http://schemas.microsoft.com/office/powerpoint/2010/main" val="53024264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3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8194" name="Picture 2" descr="C:\Users\user\Downloads\20260913_112001 (1).jpg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110" b="15557"/>
          <a:stretch/>
        </p:blipFill>
        <p:spPr bwMode="auto">
          <a:xfrm>
            <a:off x="3853150" y="2157572"/>
            <a:ext cx="4485700" cy="3647328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2211046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5330654" y="3464706"/>
            <a:ext cx="1526316" cy="553998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단풍나무</a:t>
            </a:r>
          </a:p>
        </p:txBody>
      </p:sp>
    </p:spTree>
    <p:extLst>
      <p:ext uri="{BB962C8B-B14F-4D97-AF65-F5344CB8AC3E}">
        <p14:creationId xmlns:p14="http://schemas.microsoft.com/office/powerpoint/2010/main" val="149848176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25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/>
          </a:bodyPr>
          <a:lstStyle/>
          <a:p>
            <a:r>
              <a:rPr lang="ko-KR" altLang="en-US" sz="27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다음 수업 안내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err="1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 예고</a:t>
            </a:r>
          </a:p>
        </p:txBody>
      </p:sp>
      <p:sp>
        <p:nvSpPr>
          <p:cNvPr id="7" name="직사각형 6"/>
          <p:cNvSpPr/>
          <p:nvPr/>
        </p:nvSpPr>
        <p:spPr>
          <a:xfrm>
            <a:off x="519757" y="1696749"/>
            <a:ext cx="9117399" cy="1938992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just"/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다음 시간에는 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&lt;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지역 미술 여행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: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공공미술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&gt;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단원의 두 번째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시간으로 </a:t>
            </a:r>
            <a:r>
              <a:rPr lang="en-US" altLang="ko-KR" sz="2400" spc="-147" dirty="0">
                <a:solidFill>
                  <a:srgbClr val="FF0000">
                    <a:alpha val="99000"/>
                  </a:srgbClr>
                </a:solidFill>
                <a:latin typeface="+mn-ea"/>
              </a:rPr>
              <a:t>‘</a:t>
            </a:r>
            <a:r>
              <a:rPr lang="ko-KR" altLang="en-US" sz="2400" spc="-147" dirty="0">
                <a:solidFill>
                  <a:srgbClr val="FF0000">
                    <a:alpha val="99000"/>
                  </a:srgbClr>
                </a:solidFill>
                <a:latin typeface="+mn-ea"/>
              </a:rPr>
              <a:t>동네  식물</a:t>
            </a:r>
            <a:r>
              <a:rPr lang="en-US" altLang="ko-KR" sz="2400" spc="-147" dirty="0">
                <a:solidFill>
                  <a:srgbClr val="FF0000">
                    <a:alpha val="99000"/>
                  </a:srgbClr>
                </a:solidFill>
                <a:latin typeface="+mn-ea"/>
              </a:rPr>
              <a:t>, </a:t>
            </a:r>
            <a:r>
              <a:rPr lang="ko-KR" altLang="en-US" sz="2400" spc="-147" dirty="0">
                <a:solidFill>
                  <a:srgbClr val="FF0000">
                    <a:alpha val="99000"/>
                  </a:srgbClr>
                </a:solidFill>
                <a:latin typeface="+mn-ea"/>
              </a:rPr>
              <a:t>우리에게 어떤 이야기를 들려줄까요</a:t>
            </a:r>
            <a:r>
              <a:rPr lang="en-US" altLang="ko-KR" sz="2400" spc="-147" dirty="0">
                <a:solidFill>
                  <a:srgbClr val="FF0000">
                    <a:alpha val="99000"/>
                  </a:srgbClr>
                </a:solidFill>
                <a:latin typeface="+mn-ea"/>
              </a:rPr>
              <a:t>?’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를 주제로 수업을 진행합니다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algn="just"/>
            <a:endParaRPr lang="en-US" altLang="ko-KR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algn="just"/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편안한 마음으로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열린 자세로 수업에 참여해 주세요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algn="just"/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다음 시간에 만나요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!</a:t>
            </a:r>
            <a:endParaRPr lang="ko-KR" altLang="en-US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  <p:pic>
        <p:nvPicPr>
          <p:cNvPr id="10242" name="Picture 2" descr="C:\Users\user\Downloads\20260913_121106.jp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36" t="7398" r="22360" b="7519"/>
          <a:stretch/>
        </p:blipFill>
        <p:spPr bwMode="auto">
          <a:xfrm rot="5400000">
            <a:off x="8147593" y="2804656"/>
            <a:ext cx="3458406" cy="2986174"/>
          </a:xfrm>
          <a:prstGeom prst="ellipse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69915" y="5377797"/>
            <a:ext cx="1072793" cy="1072793"/>
          </a:xfrm>
          <a:prstGeom prst="rect">
            <a:avLst/>
          </a:prstGeom>
        </p:spPr>
      </p:pic>
      <p:sp>
        <p:nvSpPr>
          <p:cNvPr id="10" name="직사각형 9"/>
          <p:cNvSpPr/>
          <p:nvPr/>
        </p:nvSpPr>
        <p:spPr>
          <a:xfrm>
            <a:off x="8837827" y="6129254"/>
            <a:ext cx="2077941" cy="323165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15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그림 출처 </a:t>
            </a:r>
            <a:r>
              <a:rPr lang="en-US" altLang="ko-KR" sz="15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: </a:t>
            </a:r>
            <a:r>
              <a:rPr lang="ko-KR" altLang="en-US" sz="15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안도연 작가 제공</a:t>
            </a:r>
          </a:p>
        </p:txBody>
      </p:sp>
    </p:spTree>
    <p:extLst>
      <p:ext uri="{BB962C8B-B14F-4D97-AF65-F5344CB8AC3E}">
        <p14:creationId xmlns:p14="http://schemas.microsoft.com/office/powerpoint/2010/main" val="299899486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/>
          <p:cNvSpPr/>
          <p:nvPr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26610221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0">
      <a:majorFont>
        <a:latin typeface="에스코어 드림 8 Heavy"/>
        <a:ea typeface="에스코어 드림 8 Heavy"/>
        <a:cs typeface=""/>
      </a:majorFont>
      <a:minorFont>
        <a:latin typeface="Noto Sans KR Medium"/>
        <a:ea typeface="Noto Sans KR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내용 4개">
  <a:themeElements>
    <a:clrScheme name="">
      <a:dk1>
        <a:srgbClr val="000000"/>
      </a:dk1>
      <a:lt1>
        <a:srgbClr val="FFFFFF"/>
      </a:lt1>
      <a:dk2>
        <a:srgbClr val="000000"/>
      </a:dk2>
      <a:lt2>
        <a:srgbClr val="E7E6E6"/>
      </a:lt2>
      <a:accent1>
        <a:srgbClr val="4472C4"/>
      </a:accent1>
      <a:accent2>
        <a:srgbClr val="ED7D31"/>
      </a:accent2>
      <a:accent3>
        <a:srgbClr val="FFFFFF"/>
      </a:accent3>
      <a:accent4>
        <a:srgbClr val="000000"/>
      </a:accent4>
      <a:accent5>
        <a:srgbClr val="B0BCDE"/>
      </a:accent5>
      <a:accent6>
        <a:srgbClr val="D7712B"/>
      </a:accent6>
      <a:hlink>
        <a:srgbClr val="0563C1"/>
      </a:hlink>
      <a:folHlink>
        <a:srgbClr val="954F72"/>
      </a:folHlink>
    </a:clrScheme>
    <a:fontScheme name="내용 4개">
      <a:majorFont>
        <a:latin typeface="Calibri"/>
        <a:ea typeface=""/>
        <a:cs typeface="Calibri"/>
      </a:majorFont>
      <a:minorFont>
        <a:latin typeface="Calibri"/>
        <a:ea typeface=""/>
        <a:cs typeface="Calibri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w="med" len="med"/>
          <a:tailEnd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1" hangingPunct="0">
          <a:lnSpc>
            <a:spcPct val="100000"/>
          </a:lnSpc>
          <a:spcBef>
            <a:spcPct val="30000"/>
          </a:spcBef>
          <a:spcAft>
            <a:spcPct val="0"/>
          </a:spcAft>
          <a:buClrTx/>
          <a:buFontTx/>
          <a:buNone/>
          <a:defRPr kumimoji="1" lang="ko-KR" altLang="en-US" sz="1200" b="0" i="0" u="none" strike="noStrike" cap="none" normalizeH="0" baseline="0" smtClean="0">
            <a:solidFill>
              <a:schemeClr val="tx1"/>
            </a:solidFill>
            <a:effectLst/>
            <a:latin typeface="Calibri"/>
            <a:cs typeface="Calibri"/>
          </a:defRPr>
        </a:defPPr>
      </a:lstStyle>
    </a:spDef>
    <a:lnDef>
      <a:spPr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w="med" len="med"/>
          <a:tailEnd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1" hangingPunct="0">
          <a:lnSpc>
            <a:spcPct val="100000"/>
          </a:lnSpc>
          <a:spcBef>
            <a:spcPct val="30000"/>
          </a:spcBef>
          <a:spcAft>
            <a:spcPct val="0"/>
          </a:spcAft>
          <a:buClrTx/>
          <a:buFontTx/>
          <a:buNone/>
          <a:defRPr kumimoji="1" lang="ko-KR" altLang="en-US" sz="1200" b="0" i="0" u="none" strike="noStrike" cap="none" normalizeH="0" baseline="0" smtClean="0">
            <a:solidFill>
              <a:schemeClr val="tx1"/>
            </a:solidFill>
            <a:effectLst/>
            <a:latin typeface="Calibri"/>
            <a:cs typeface="Calibri"/>
          </a:defRPr>
        </a:defPPr>
      </a:lstStyle>
    </a:lnDef>
    <a:txDef>
      <a:spPr/>
      <a:bodyPr/>
      <a:lstStyle/>
    </a:txDef>
  </a:objectDefaults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380</Words>
  <Application>Microsoft Office PowerPoint</Application>
  <PresentationFormat>와이드스크린</PresentationFormat>
  <Paragraphs>86</Paragraphs>
  <Slides>26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26</vt:i4>
      </vt:variant>
    </vt:vector>
  </HeadingPairs>
  <TitlesOfParts>
    <vt:vector size="36" baseType="lpstr">
      <vt:lpstr>에스코어 드림 8 Heavy</vt:lpstr>
      <vt:lpstr>나눔스퀘어 ExtraBold</vt:lpstr>
      <vt:lpstr>땅스부대찌개 Bold</vt:lpstr>
      <vt:lpstr>Noto Sans KR Black</vt:lpstr>
      <vt:lpstr>Arial</vt:lpstr>
      <vt:lpstr>굴림</vt:lpstr>
      <vt:lpstr>Noto Sans KR Medium</vt:lpstr>
      <vt:lpstr>Calibri</vt:lpstr>
      <vt:lpstr>Office Theme</vt:lpstr>
      <vt:lpstr>내용 4개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활동 1. ‘나무가 예술이네!’ 지도 탐색</vt:lpstr>
      <vt:lpstr>활동 2. 나무 관찰 및 표현하기</vt:lpstr>
      <vt:lpstr>활동 2. 나무 관찰 및 표현하기_활동지, 활동 예시</vt:lpstr>
      <vt:lpstr>활동 2. 나무 관찰 및 표현하기_활동지, 활동 예시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다음 수업 안내</vt:lpstr>
      <vt:lpstr>PowerPoint 프레젠테이션</vt:lpstr>
    </vt:vector>
  </TitlesOfParts>
  <Manager/>
  <Company>PptxGenJS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장 혜림</cp:lastModifiedBy>
  <cp:revision>33</cp:revision>
  <dcterms:created xsi:type="dcterms:W3CDTF">2026-07-09T22:35:37Z</dcterms:created>
  <dcterms:modified xsi:type="dcterms:W3CDTF">2026-10-27T16:02:08Z</dcterms:modified>
  <cp:version/>
</cp:coreProperties>
</file>