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64" r:id="rId2"/>
    <p:sldId id="265" r:id="rId3"/>
    <p:sldId id="267" r:id="rId4"/>
    <p:sldId id="268" r:id="rId5"/>
    <p:sldId id="280" r:id="rId6"/>
    <p:sldId id="279" r:id="rId7"/>
    <p:sldId id="272" r:id="rId8"/>
    <p:sldId id="275" r:id="rId9"/>
    <p:sldId id="276" r:id="rId10"/>
    <p:sldId id="277" r:id="rId11"/>
    <p:sldId id="278" r:id="rId12"/>
    <p:sldId id="269" r:id="rId13"/>
    <p:sldId id="270"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7">
          <p15:clr>
            <a:srgbClr val="A4A3A4"/>
          </p15:clr>
        </p15:guide>
        <p15:guide id="2" pos="3837">
          <p15:clr>
            <a:srgbClr val="A4A3A4"/>
          </p15:clr>
        </p15:guide>
      </p15:sldGuideLst>
    </p:ext>
    <p:ext uri="{2D200454-40CA-4A62-9FC3-DE9A4176ACB9}">
      <p15:notesGuideLst xmlns:p15="http://schemas.microsoft.com/office/powerpoint/2012/main">
        <p15:guide id="1" orient="horz" pos="3833">
          <p15:clr>
            <a:srgbClr val="A4A3A4"/>
          </p15:clr>
        </p15:guide>
        <p15:guide id="2" pos="215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hp="http://schemas.haansoft.com/office/presentation/8.0" xmlns:dsp="http://schemas.microsoft.com/office/drawing/2008/diagram" xmlns:dgm="http://schemas.openxmlformats.org/drawingml/2006/diagram" xmlns:c="http://schemas.openxmlformats.org/drawingml/2006/chart" xmlns=""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3" autoAdjust="0"/>
    <p:restoredTop sz="82788"/>
  </p:normalViewPr>
  <p:slideViewPr>
    <p:cSldViewPr snapToGrid="0" snapToObjects="1">
      <p:cViewPr varScale="1">
        <p:scale>
          <a:sx n="56" d="100"/>
          <a:sy n="56" d="100"/>
        </p:scale>
        <p:origin x="905" y="24"/>
      </p:cViewPr>
      <p:guideLst>
        <p:guide orient="horz" pos="2157"/>
        <p:guide pos="3837"/>
      </p:guideLst>
    </p:cSldViewPr>
  </p:slideViewPr>
  <p:notesTextViewPr>
    <p:cViewPr>
      <p:scale>
        <a:sx n="100" d="100"/>
        <a:sy n="100" d="100"/>
      </p:scale>
      <p:origin x="0" y="0"/>
    </p:cViewPr>
  </p:notesTextViewPr>
  <p:notesViewPr>
    <p:cSldViewPr snapToGrid="0" snapToObjects="1">
      <p:cViewPr varScale="1">
        <p:scale>
          <a:sx n="100" d="100"/>
          <a:sy n="100" d="100"/>
        </p:scale>
        <p:origin x="0" y="0"/>
      </p:cViewPr>
      <p:guideLst>
        <p:guide orient="horz" pos="3833"/>
        <p:guide pos="215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348126"/>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a:xfrm>
            <a:off x="-635000" y="914400"/>
            <a:ext cx="8128000" cy="4572000"/>
          </a:xfrm>
          <a:noFill/>
          <a:ln w="12700" cap="flat" cmpd="sng" algn="ctr">
            <a:solidFill>
              <a:prstClr val="black"/>
            </a:solidFill>
            <a:prstDash val="solid"/>
            <a:round/>
            <a:headEnd w="med" len="med"/>
            <a:tailEnd w="med" len="med"/>
          </a:ln>
        </p:spPr>
        <p:txBody>
          <a:bodyPr/>
          <a:lstStyle/>
          <a:p>
            <a:pPr lvl="0">
              <a:defRPr/>
            </a:pPr>
            <a:endParaRPr lang="ko-KR" altLang="en-US"/>
          </a:p>
        </p:txBody>
      </p:sp>
      <p:sp>
        <p:nvSpPr>
          <p:cNvPr id="3" name="슬라이드 노트 개체 틀 4"/>
          <p:cNvSpPr>
            <a:spLocks noGrp="1"/>
          </p:cNvSpPr>
          <p:nvPr>
            <p:ph type="body" sz="quarter" idx="3"/>
          </p:nvPr>
        </p:nvSpPr>
        <p:spPr>
          <a:xfrm>
            <a:off x="685800" y="5791200"/>
            <a:ext cx="5486400" cy="5486400"/>
          </a:xfrm>
        </p:spPr>
        <p:txBody>
          <a:bodyPr/>
          <a:lstStyle/>
          <a:p>
            <a:r>
              <a:t>2차시 · 자연과 만난 병뚜껑 — 예술가의 발견</a:t>
            </a:r>
          </a:p>
          <a:p>
            <a:r>
              <a:t>6가지 사고 중 '호기심'을 다루는 차시입니다.</a:t>
            </a:r>
          </a:p>
        </p:txBody>
      </p:sp>
    </p:spTree>
    <p:extLst>
      <p:ext uri="{BB962C8B-B14F-4D97-AF65-F5344CB8AC3E}">
        <p14:creationId xmlns:p14="http://schemas.microsoft.com/office/powerpoint/2010/main" val="1136767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a:xfrm>
            <a:off x="-635000" y="914400"/>
            <a:ext cx="8128000" cy="4572000"/>
          </a:xfrm>
          <a:noFill/>
          <a:ln w="12700" cap="flat" cmpd="sng" algn="ctr">
            <a:solidFill>
              <a:prstClr val="black"/>
            </a:solidFill>
            <a:prstDash val="solid"/>
            <a:round/>
            <a:headEnd w="med" len="med"/>
            <a:tailEnd w="med" len="med"/>
          </a:ln>
        </p:spPr>
        <p:txBody>
          <a:bodyPr/>
          <a:lstStyle/>
          <a:p>
            <a:endParaRPr lang="ko-KR" altLang="en-US"/>
          </a:p>
        </p:txBody>
      </p:sp>
      <p:sp>
        <p:nvSpPr>
          <p:cNvPr id="3" name="슬라이드 노트 개체 틀 4"/>
          <p:cNvSpPr>
            <a:spLocks noGrp="1"/>
          </p:cNvSpPr>
          <p:nvPr>
            <p:ph type="body" sz="quarter" idx="3"/>
          </p:nvPr>
        </p:nvSpPr>
        <p:spPr>
          <a:xfrm>
            <a:off x="685800" y="5791200"/>
            <a:ext cx="5486400" cy="5486400"/>
          </a:xfrm>
        </p:spPr>
        <p:txBody>
          <a:bodyPr/>
          <a:lstStyle/>
          <a:p>
            <a:r>
              <a:t>성취기준</a:t>
            </a:r>
          </a:p>
          <a:p>
            <a:r>
              <a:t>[6미01-03] 주변 환경에 대한 민감한 태도로 대상과 상호 작용하며 새로운 의미를 발견할 수 있다.</a:t>
            </a:r>
          </a:p>
          <a:p>
            <a:endParaRPr/>
          </a:p>
          <a:p>
            <a:r>
              <a:t>학습 목표를 함께 읽기 전, 슬라이드의 학습목표 문구에 핵심 문장 정답(발견)이 들어 있으니 빈칸 추론 뒤에 공개하거나 가려 주세요.</a:t>
            </a:r>
          </a:p>
        </p:txBody>
      </p:sp>
    </p:spTree>
    <p:extLst>
      <p:ext uri="{BB962C8B-B14F-4D97-AF65-F5344CB8AC3E}">
        <p14:creationId xmlns:p14="http://schemas.microsoft.com/office/powerpoint/2010/main" val="4104098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학습 안내 영상: https://youtu.be/mtkem9lSt-s</a:t>
            </a:r>
          </a:p>
          <a:p>
            <a:endParaRPr dirty="0"/>
          </a:p>
          <a:p>
            <a:r>
              <a:rPr dirty="0"/>
              <a:t>•</a:t>
            </a:r>
            <a:r>
              <a:rPr dirty="0" err="1"/>
              <a:t>교사</a:t>
            </a:r>
            <a:r>
              <a:rPr dirty="0"/>
              <a:t>: “</a:t>
            </a:r>
            <a:r>
              <a:rPr dirty="0" err="1"/>
              <a:t>영상</a:t>
            </a:r>
            <a:r>
              <a:rPr dirty="0"/>
              <a:t> 속 </a:t>
            </a:r>
            <a:r>
              <a:rPr dirty="0" err="1"/>
              <a:t>작은</a:t>
            </a:r>
            <a:r>
              <a:rPr dirty="0"/>
              <a:t> </a:t>
            </a:r>
            <a:r>
              <a:rPr dirty="0" err="1"/>
              <a:t>병뚜껑</a:t>
            </a:r>
            <a:r>
              <a:rPr dirty="0"/>
              <a:t> </a:t>
            </a:r>
            <a:r>
              <a:rPr dirty="0" err="1"/>
              <a:t>인형은</a:t>
            </a:r>
            <a:r>
              <a:rPr dirty="0"/>
              <a:t> </a:t>
            </a:r>
            <a:r>
              <a:rPr dirty="0" err="1"/>
              <a:t>어디에</a:t>
            </a:r>
            <a:r>
              <a:rPr dirty="0"/>
              <a:t> 서 </a:t>
            </a:r>
            <a:r>
              <a:rPr dirty="0" err="1"/>
              <a:t>있었나요</a:t>
            </a:r>
            <a:r>
              <a:rPr dirty="0"/>
              <a:t>? </a:t>
            </a:r>
            <a:r>
              <a:rPr dirty="0" err="1"/>
              <a:t>그곳에서</a:t>
            </a:r>
            <a:r>
              <a:rPr dirty="0"/>
              <a:t> </a:t>
            </a:r>
            <a:r>
              <a:rPr dirty="0" err="1"/>
              <a:t>어떤</a:t>
            </a:r>
            <a:r>
              <a:rPr dirty="0"/>
              <a:t> </a:t>
            </a:r>
            <a:r>
              <a:rPr dirty="0" err="1"/>
              <a:t>기분이었을까요</a:t>
            </a:r>
            <a:r>
              <a:rPr dirty="0"/>
              <a:t>?”</a:t>
            </a:r>
          </a:p>
          <a:p>
            <a:r>
              <a:rPr dirty="0"/>
              <a:t>•</a:t>
            </a:r>
            <a:r>
              <a:rPr dirty="0" err="1"/>
              <a:t>영상</a:t>
            </a:r>
            <a:r>
              <a:rPr dirty="0"/>
              <a:t> </a:t>
            </a:r>
            <a:r>
              <a:rPr dirty="0" err="1"/>
              <a:t>마지막</a:t>
            </a:r>
            <a:r>
              <a:rPr dirty="0"/>
              <a:t> </a:t>
            </a:r>
            <a:r>
              <a:rPr dirty="0" err="1"/>
              <a:t>핵심</a:t>
            </a:r>
            <a:r>
              <a:rPr dirty="0"/>
              <a:t> </a:t>
            </a:r>
            <a:r>
              <a:rPr dirty="0" err="1"/>
              <a:t>문장</a:t>
            </a:r>
            <a:r>
              <a:rPr dirty="0"/>
              <a:t> </a:t>
            </a:r>
            <a:r>
              <a:rPr dirty="0" err="1"/>
              <a:t>화면에서</a:t>
            </a:r>
            <a:r>
              <a:rPr dirty="0"/>
              <a:t> </a:t>
            </a:r>
            <a:r>
              <a:rPr dirty="0" err="1"/>
              <a:t>멈추고</a:t>
            </a:r>
            <a:r>
              <a:rPr dirty="0"/>
              <a:t>, </a:t>
            </a:r>
            <a:r>
              <a:rPr dirty="0" err="1"/>
              <a:t>빈칸에</a:t>
            </a:r>
            <a:r>
              <a:rPr dirty="0"/>
              <a:t> </a:t>
            </a:r>
            <a:r>
              <a:rPr dirty="0" err="1"/>
              <a:t>들어갈</a:t>
            </a:r>
            <a:r>
              <a:rPr dirty="0"/>
              <a:t> </a:t>
            </a:r>
            <a:r>
              <a:rPr dirty="0" err="1"/>
              <a:t>말을</a:t>
            </a:r>
            <a:r>
              <a:rPr dirty="0"/>
              <a:t> </a:t>
            </a:r>
            <a:r>
              <a:rPr dirty="0" err="1"/>
              <a:t>각자</a:t>
            </a:r>
            <a:r>
              <a:rPr dirty="0"/>
              <a:t> </a:t>
            </a:r>
            <a:r>
              <a:rPr dirty="0" err="1"/>
              <a:t>생각해</a:t>
            </a:r>
            <a:r>
              <a:rPr dirty="0"/>
              <a:t> </a:t>
            </a:r>
            <a:r>
              <a:rPr dirty="0" err="1"/>
              <a:t>보게</a:t>
            </a:r>
            <a:r>
              <a:rPr dirty="0"/>
              <a:t> </a:t>
            </a:r>
            <a:r>
              <a:rPr dirty="0" err="1"/>
              <a:t>합니다</a:t>
            </a:r>
            <a:r>
              <a:rPr dirty="0"/>
              <a:t>(</a:t>
            </a:r>
            <a:r>
              <a:rPr dirty="0" err="1"/>
              <a:t>정답은</a:t>
            </a:r>
            <a:r>
              <a:rPr dirty="0"/>
              <a:t> </a:t>
            </a:r>
            <a:r>
              <a:rPr dirty="0" err="1"/>
              <a:t>다음</a:t>
            </a:r>
            <a:r>
              <a:rPr dirty="0"/>
              <a:t> </a:t>
            </a:r>
            <a:r>
              <a:rPr dirty="0" err="1"/>
              <a:t>슬라이드에서</a:t>
            </a:r>
            <a:r>
              <a:rPr dirty="0"/>
              <a:t>).</a:t>
            </a:r>
          </a:p>
        </p:txBody>
      </p:sp>
      <p:sp>
        <p:nvSpPr>
          <p:cNvPr id="4" name="슬라이드 번호 개체 틀 3"/>
          <p:cNvSpPr>
            <a:spLocks noGrp="1"/>
          </p:cNvSpPr>
          <p:nvPr>
            <p:ph type="sldNum" sz="quarter" idx="10"/>
          </p:nvPr>
        </p:nvSpPr>
        <p:spPr/>
        <p:txBody>
          <a:bodyPr/>
          <a:lstStyle/>
          <a:p>
            <a:fld id="{6669DCDE-839F-45A5-BBBA-002CD9F8819F}" type="slidenum">
              <a:rPr lang="ko-KR" altLang="en-US" smtClean="0"/>
              <a:t>3</a:t>
            </a:fld>
            <a:endParaRPr lang="ko-KR" altLang="en-US"/>
          </a:p>
        </p:txBody>
      </p:sp>
    </p:spTree>
    <p:extLst>
      <p:ext uri="{BB962C8B-B14F-4D97-AF65-F5344CB8AC3E}">
        <p14:creationId xmlns:p14="http://schemas.microsoft.com/office/powerpoint/2010/main" val="1139957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r>
              <a:t>핵심 문장 [빈칸] 추론하기</a:t>
            </a:r>
          </a:p>
          <a:p>
            <a:r>
              <a:rPr lang="ko-KR" altLang="en-US"/>
              <a:t>단원 핵심 문장: AI는 결과를 빠르게 만들지만, 작품의 의미는 예술가(나)가 직접 고르고 나누고 돌아보는 과정에서 생겨난다.</a:t>
            </a:r>
          </a:p>
          <a:p>
            <a:r>
              <a:rPr lang="ko-KR" altLang="en-US"/>
              <a:t>2차시 문장: 호기심으로 오래 바라보면 평범한 곳에서도 새로운 이야기를 [발견]하게 된다.</a:t>
            </a:r>
          </a:p>
          <a:p>
            <a:endParaRPr/>
          </a:p>
          <a:p>
            <a:r>
              <a:t>•교사: “빈칸에 어떤 말이 들어갈까요? 호기심을 가지고 주변을 보면 무엇을 하게 될까요?”</a:t>
            </a:r>
          </a:p>
          <a:p>
            <a:r>
              <a:t>•교사: “오늘의 목표는 내가 만든 지형 위에서 인형이 느낄 마음을 찾아 표정과 동작으로 표현하는 거예요.”</a:t>
            </a:r>
          </a:p>
          <a:p>
            <a:r>
              <a:rPr lang="ko-KR" altLang="en-US"/>
              <a:t>(빈칸 장면 → 다음 슬라이드에서 정답 '발견'을(를) 공개한다.)</a:t>
            </a:r>
          </a:p>
        </p:txBody>
      </p:sp>
      <p:sp>
        <p:nvSpPr>
          <p:cNvPr id="4" name="슬라이드 번호 개체 틀 3"/>
          <p:cNvSpPr>
            <a:spLocks noGrp="1"/>
          </p:cNvSpPr>
          <p:nvPr>
            <p:ph type="sldNum" sz="quarter" idx="10"/>
          </p:nvPr>
        </p:nvSpPr>
        <p:spPr/>
        <p:txBody>
          <a:bodyPr/>
          <a:lstStyle/>
          <a:p>
            <a:pPr lvl="0"/>
            <a:fld id="{6669DCDE-839F-45A5-BBBA-002CD9F8819F}" type="slidenum">
              <a:rPr lang="ko-KR" altLang="en-US" smtClean="0"/>
              <a:t>4</a:t>
            </a:fld>
            <a:endParaRPr lang="ko-KR" altLang="en-US"/>
          </a:p>
        </p:txBody>
      </p:sp>
    </p:spTree>
    <p:extLst>
      <p:ext uri="{BB962C8B-B14F-4D97-AF65-F5344CB8AC3E}">
        <p14:creationId xmlns:p14="http://schemas.microsoft.com/office/powerpoint/2010/main" val="2319200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r>
              <a:t>AI는? 나는? https://youtu.be/SfyDaR6tG6A?si=1ys2703oi_2zMNXE</a:t>
            </a:r>
          </a:p>
          <a:p>
            <a:endParaRPr/>
          </a:p>
          <a:p>
            <a:r>
              <a:t>AI는 입력된 배경 이미지 위에 인물을 자동으로 합성해 순식간에 장면을 만든다.</a:t>
            </a:r>
          </a:p>
          <a:p>
            <a:r>
              <a:t>나는 직접 지형을 빚고, 그 자리에 서면 병뚜껑 친구가 어떤 마음일지 상상하며 표정과 동작을 고른다.</a:t>
            </a:r>
          </a:p>
          <a:p>
            <a:r>
              <a:t>→ 장소가 주는 느낌을 몸으로 발견하고 표현하는 것, 이것이 예술가의 힘이다.</a:t>
            </a:r>
          </a:p>
          <a:p>
            <a:endParaRPr/>
          </a:p>
          <a:p>
            <a:endParaRPr/>
          </a:p>
        </p:txBody>
      </p:sp>
      <p:sp>
        <p:nvSpPr>
          <p:cNvPr id="4" name="슬라이드 번호 개체 틀 3"/>
          <p:cNvSpPr>
            <a:spLocks noGrp="1"/>
          </p:cNvSpPr>
          <p:nvPr>
            <p:ph type="sldNum" sz="quarter" idx="10"/>
          </p:nvPr>
        </p:nvSpPr>
        <p:spPr/>
        <p:txBody>
          <a:bodyPr/>
          <a:lstStyle/>
          <a:p>
            <a:pPr lvl="0"/>
            <a:fld id="{6669DCDE-839F-45A5-BBBA-002CD9F8819F}" type="slidenum">
              <a:rPr lang="ko-KR" altLang="en-US" smtClean="0"/>
              <a:t>6</a:t>
            </a:fld>
            <a:endParaRPr lang="ko-KR" altLang="en-US"/>
          </a:p>
        </p:txBody>
      </p:sp>
      <p:sp>
        <p:nvSpPr>
          <p:cNvPr id="5" name="슬라이드 이미지 개체 틀 1"/>
          <p:cNvSpPr>
            <a:spLocks noGrp="1" noRot="1" noChangeAspect="1" noTextEdit="1"/>
          </p:cNvSpPr>
          <p:nvPr>
            <p:ph type="sldImg"/>
          </p:nvPr>
        </p:nvSpPr>
        <p:spPr/>
      </p:sp>
      <p:sp>
        <p:nvSpPr>
          <p:cNvPr id="6" name="슬라이드 노트 개체 틀 2"/>
          <p:cNvSpPr>
            <a:spLocks noGrp="1"/>
          </p:cNvSpPr>
          <p:nvPr>
            <p:ph type="body" idx="1"/>
          </p:nvPr>
        </p:nvSpPr>
        <p:spPr/>
        <p:txBody>
          <a:bodyPr/>
          <a:lstStyle/>
          <a:p>
            <a:pPr lvl="0">
              <a:defRPr/>
            </a:pPr>
            <a:endParaRPr lang="ko-KR" altLang="en-US"/>
          </a:p>
        </p:txBody>
      </p:sp>
      <p:sp>
        <p:nvSpPr>
          <p:cNvPr id="7" name="슬라이드 번호 개체 틀 3"/>
          <p:cNvSpPr>
            <a:spLocks noGrp="1"/>
          </p:cNvSpPr>
          <p:nvPr>
            <p:ph type="sldNum" sz="quarter" idx="10"/>
          </p:nvPr>
        </p:nvSpPr>
        <p:spPr/>
        <p:txBody>
          <a:bodyPr/>
          <a:lstStyle/>
          <a:p>
            <a:pPr lvl="0"/>
            <a:fld id="{6669DCDE-839F-45A5-BBBA-002CD9F8819F}" type="slidenum">
              <a:rPr lang="ko-KR" altLang="en-US" smtClean="0"/>
              <a:t>6</a:t>
            </a:fld>
            <a:endParaRPr lang="ko-KR" altLang="en-US"/>
          </a:p>
        </p:txBody>
      </p:sp>
    </p:spTree>
    <p:extLst>
      <p:ext uri="{BB962C8B-B14F-4D97-AF65-F5344CB8AC3E}">
        <p14:creationId xmlns:p14="http://schemas.microsoft.com/office/powerpoint/2010/main" val="2911924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r>
              <a:t>오늘의 활동 흐름(40분)</a:t>
            </a:r>
          </a:p>
          <a:p>
            <a:r>
              <a:rPr lang="ko-KR" altLang="en-US"/>
              <a:t>질문하기 5분 — 수업 안내 영상, 작가 소개, 핵심 문장 추론</a:t>
            </a:r>
          </a:p>
          <a:p>
            <a:r>
              <a:rPr lang="ko-KR" altLang="en-US"/>
              <a:t>판단하기 10분 — 활동1 산·들·바다 지형 만들기</a:t>
            </a:r>
          </a:p>
          <a:p>
            <a:r>
              <a:t>공감하기 18분 — 활동2 표정과 동작으로 마음 표현하기 (핵심 활동)</a:t>
            </a:r>
          </a:p>
          <a:p>
            <a:r>
              <a:t>의미 만들기 7분 — 활동3 마음 나누기, 관찰평가</a:t>
            </a:r>
          </a:p>
          <a:p>
            <a:r>
              <a:t>정리 — 형성평가, AI는? 나는?, 차시 예고</a:t>
            </a:r>
          </a:p>
        </p:txBody>
      </p:sp>
      <p:sp>
        <p:nvSpPr>
          <p:cNvPr id="4" name="슬라이드 번호 개체 틀 3"/>
          <p:cNvSpPr>
            <a:spLocks noGrp="1"/>
          </p:cNvSpPr>
          <p:nvPr>
            <p:ph type="sldNum" sz="quarter" idx="10"/>
          </p:nvPr>
        </p:nvSpPr>
        <p:spPr/>
        <p:txBody>
          <a:bodyPr/>
          <a:lstStyle/>
          <a:p>
            <a:pPr lvl="0"/>
            <a:fld id="{6669DCDE-839F-45A5-BBBA-002CD9F8819F}" type="slidenum">
              <a:rPr lang="ko-KR" altLang="en-US" smtClean="0"/>
              <a:t>7</a:t>
            </a:fld>
            <a:endParaRPr lang="ko-KR" altLang="en-US"/>
          </a:p>
        </p:txBody>
      </p:sp>
    </p:spTree>
    <p:extLst>
      <p:ext uri="{BB962C8B-B14F-4D97-AF65-F5344CB8AC3E}">
        <p14:creationId xmlns:p14="http://schemas.microsoft.com/office/powerpoint/2010/main" val="3076432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노트 개체 틀 1">
            <a:extLst>
              <a:ext uri="{FF2B5EF4-FFF2-40B4-BE49-F238E27FC236}">
                <a16:creationId xmlns:a16="http://schemas.microsoft.com/office/drawing/2014/main" id="{A65AEC17-8B05-971C-DC53-F37DB67ADD76}"/>
              </a:ext>
            </a:extLst>
          </p:cNvPr>
          <p:cNvSpPr>
            <a:spLocks noGrp="1"/>
          </p:cNvSpPr>
          <p:nvPr>
            <p:ph type="body" idx="1"/>
          </p:nvPr>
        </p:nvSpPr>
        <p:spPr>
          <a:xfrm>
            <a:off x="685800" y="5867400"/>
            <a:ext cx="5486400" cy="4800600"/>
          </a:xfrm>
          <a:prstGeom prst="rect">
            <a:avLst/>
          </a:prstGeom>
        </p:spPr>
        <p:txBody>
          <a:bodyPr/>
          <a:lstStyle/>
          <a:p>
            <a:r>
              <a:t>작가 소개: 슬링카추(Slinkachu)</a:t>
            </a:r>
          </a:p>
          <a:p>
            <a:r>
              <a:t>손바닥만 한 인물을 도시와 자연 속에 몰래 배치해, 지나치는 사람들이 우연히 발견하고 이야기를 상상하게 만드는 작가.</a:t>
            </a:r>
          </a:p>
          <a:p>
            <a:r>
              <a:rPr lang="ko-KR" altLang="en-US"/>
              <a:t>작가 사이트(통합학습창 URL): https://slinkachu.com</a:t>
            </a:r>
          </a:p>
          <a:p>
            <a:endParaRPr/>
          </a:p>
          <a:p>
            <a:r>
              <a:t>•교사: “화면에 보이는 작은 인형들이 보이나요? 슬링카추라는 작가는 아주 작은 인형을 도시 곳곳에 세워두고, 사람들이 미처 보지 못했던 장소와 이야기를 찾게 만들어요. 우리도 오늘 나를 표현하는 작은 종이 인형을 직접 그린 다음, 우리가 만든 지형 위에 세워볼 거예요.”</a:t>
            </a:r>
          </a:p>
          <a:p>
            <a:r>
              <a:t>•조형 원리: 작은 인물과 큰 주변 환경의 크기 차이(비례)가 이야기를 만든다는 점을 짚어 줍니다.</a:t>
            </a:r>
          </a:p>
        </p:txBody>
      </p:sp>
    </p:spTree>
    <p:extLst>
      <p:ext uri="{BB962C8B-B14F-4D97-AF65-F5344CB8AC3E}">
        <p14:creationId xmlns:p14="http://schemas.microsoft.com/office/powerpoint/2010/main" val="2297102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r>
              <a:t>산·들·바다 지형 만들기</a:t>
            </a:r>
          </a:p>
          <a:p>
            <a:r>
              <a:t>•모둠별로 지점토를 이용해 산, 들, 바다 중 하나의 지형을 빚는다. 지형은 대략적인 형태면 충분하다. 완벽함보다 인형을 세울 자리 확보가 더 중요함을 안내한다.</a:t>
            </a:r>
          </a:p>
          <a:p>
            <a:r>
              <a:t>•교사: “모둠에서 지점토로 산, 들, 바다 중 하나를 골라 빚어볼게요. 너무 정교하지 않아도 괜찮아요, 인형이 설 자리만 있으면 됩니다.”</a:t>
            </a:r>
          </a:p>
          <a:p>
            <a:endParaRPr/>
          </a:p>
        </p:txBody>
      </p:sp>
      <p:sp>
        <p:nvSpPr>
          <p:cNvPr id="4" name="슬라이드 번호 개체 틀 3"/>
          <p:cNvSpPr>
            <a:spLocks noGrp="1"/>
          </p:cNvSpPr>
          <p:nvPr>
            <p:ph type="sldNum" sz="quarter" idx="10"/>
          </p:nvPr>
        </p:nvSpPr>
        <p:spPr/>
        <p:txBody>
          <a:bodyPr/>
          <a:lstStyle/>
          <a:p>
            <a:pPr lvl="0"/>
            <a:fld id="{6669DCDE-839F-45A5-BBBA-002CD9F8819F}" type="slidenum">
              <a:rPr lang="ko-KR" altLang="en-US" smtClean="0"/>
              <a:t>9</a:t>
            </a:fld>
            <a:endParaRPr lang="ko-KR" altLang="en-US"/>
          </a:p>
        </p:txBody>
      </p:sp>
    </p:spTree>
    <p:extLst>
      <p:ext uri="{BB962C8B-B14F-4D97-AF65-F5344CB8AC3E}">
        <p14:creationId xmlns:p14="http://schemas.microsoft.com/office/powerpoint/2010/main" val="1172251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r>
              <a:t>표정과 동작으로 마음 발견하기</a:t>
            </a:r>
          </a:p>
          <a:p>
            <a:r>
              <a:t>•인형이 서 있는 장소에서 어떤 마음일지 짐작해 보고, 인형의 모습을 다양한 표정과 동작으로 표현한다. “이 장소에 있다면 나는 어떤 기분일까?”를 먼저 물어본 뒤 동작을 정하게 한다.</a:t>
            </a:r>
          </a:p>
          <a:p>
            <a:r>
              <a:t>•교사: “이 산(들/바다)에 서 있다면 나는 어떤 기분일까요? 신날까요, 두려울까요? 활동지 뒷면 동작을 참고해서 골라보세요.” </a:t>
            </a:r>
          </a:p>
          <a:p>
            <a:r>
              <a:t>•교사: “만약, 여러분이 아닌 병뚜껑이 이 장소에 있다면 어떤 기분일까요?” </a:t>
            </a:r>
          </a:p>
          <a:p>
            <a:r>
              <a:t>•교사: “슬픔이나 걱정은 몸을 동그랗게 웅크린 동세(선)로, 자신감이나 기쁨은 팔다리를 시원하게 뻗은 활기찬 율동(선)으로 시각화할 수 있어요.”</a:t>
            </a:r>
          </a:p>
          <a:p>
            <a:r>
              <a:t>•교사: “고른 동작을 인형에게 표현해 주고, 왜 그 동작을 골랐는지 적어보세요.”</a:t>
            </a:r>
          </a:p>
          <a:p>
            <a:endParaRPr/>
          </a:p>
        </p:txBody>
      </p:sp>
      <p:sp>
        <p:nvSpPr>
          <p:cNvPr id="4" name="슬라이드 번호 개체 틀 3"/>
          <p:cNvSpPr>
            <a:spLocks noGrp="1"/>
          </p:cNvSpPr>
          <p:nvPr>
            <p:ph type="sldNum" sz="quarter" idx="10"/>
          </p:nvPr>
        </p:nvSpPr>
        <p:spPr/>
        <p:txBody>
          <a:bodyPr/>
          <a:lstStyle/>
          <a:p>
            <a:pPr lvl="0"/>
            <a:fld id="{6669DCDE-839F-45A5-BBBA-002CD9F8819F}" type="slidenum">
              <a:rPr lang="ko-KR" altLang="en-US" smtClean="0"/>
              <a:t>10</a:t>
            </a:fld>
            <a:endParaRPr lang="ko-KR" altLang="en-US"/>
          </a:p>
        </p:txBody>
      </p:sp>
    </p:spTree>
    <p:extLst>
      <p:ext uri="{BB962C8B-B14F-4D97-AF65-F5344CB8AC3E}">
        <p14:creationId xmlns:p14="http://schemas.microsoft.com/office/powerpoint/2010/main" val="1649171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r>
              <a:t>발견한 마음 나누기</a:t>
            </a:r>
          </a:p>
          <a:p>
            <a:r>
              <a:t>•완성된 장면은 모둠끼리 돌아보며 새롭게 발견한 점을 이야기한다. 학급 상황에 따라 통합학습창을 사용하거나 클래스 보드에 사진으로 게시한다. </a:t>
            </a:r>
          </a:p>
          <a:p>
            <a:r>
              <a:t>[유의점] 교사는 학생들이 장소와 감정을 관련지어 표현하는 정도를 관찰 기록한다.</a:t>
            </a:r>
          </a:p>
          <a:p>
            <a:r>
              <a:t>•교사: “다른 모둠의 지형과 인형을 둘러보고, 가장 인상 깊었던 표정이나 동작 하나를 골라볼까요? 왜 그렇게 표현했을지 짐작해 봅시다. ”</a:t>
            </a:r>
          </a:p>
          <a:p>
            <a:endParaRPr/>
          </a:p>
        </p:txBody>
      </p:sp>
      <p:sp>
        <p:nvSpPr>
          <p:cNvPr id="4" name="슬라이드 번호 개체 틀 3"/>
          <p:cNvSpPr>
            <a:spLocks noGrp="1"/>
          </p:cNvSpPr>
          <p:nvPr>
            <p:ph type="sldNum" sz="quarter" idx="10"/>
          </p:nvPr>
        </p:nvSpPr>
        <p:spPr/>
        <p:txBody>
          <a:bodyPr/>
          <a:lstStyle/>
          <a:p>
            <a:pPr lvl="0"/>
            <a:fld id="{6669DCDE-839F-45A5-BBBA-002CD9F8819F}" type="slidenum">
              <a:rPr lang="ko-KR" altLang="en-US" smtClean="0"/>
              <a:t>11</a:t>
            </a:fld>
            <a:endParaRPr lang="ko-KR" altLang="en-US"/>
          </a:p>
        </p:txBody>
      </p:sp>
    </p:spTree>
    <p:extLst>
      <p:ext uri="{BB962C8B-B14F-4D97-AF65-F5344CB8AC3E}">
        <p14:creationId xmlns:p14="http://schemas.microsoft.com/office/powerpoint/2010/main" val="4222386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r>
              <a:rPr lang="ko-KR" altLang="en-US"/>
              <a:t>형성평가 (주 평가: 활동지 이유 쓰기와 활동 관찰 / 아래 객관식 문항은 보조 자료)</a:t>
            </a:r>
          </a:p>
          <a:p>
            <a:r>
              <a:rPr lang="ko-KR" altLang="en-US"/>
              <a:t>•호기심으로 오래 바라보면 평범한 곳에서도 새로운 이야기를 [발견]하게 된다.</a:t>
            </a:r>
          </a:p>
          <a:p>
            <a:r>
              <a:t>•지형과 종이 인형 사이에서 느껴지는 조형 원리는 [비례]이다.</a:t>
            </a:r>
          </a:p>
          <a:p>
            <a:r>
              <a:t>•AI는 입력된 배경 이미지 위에 인물을 자동으로 합성해 순식간에 장면을 만들고, 나는 직접 지형을 빚고 그 자리에 서면 어떤 마음이 들지 상상하며 표정과 자세를 고른다.</a:t>
            </a:r>
          </a:p>
          <a:p>
            <a:endParaRPr/>
          </a:p>
        </p:txBody>
      </p:sp>
      <p:sp>
        <p:nvSpPr>
          <p:cNvPr id="4" name="슬라이드 번호 개체 틀 3"/>
          <p:cNvSpPr>
            <a:spLocks noGrp="1"/>
          </p:cNvSpPr>
          <p:nvPr>
            <p:ph type="sldNum" sz="quarter" idx="10"/>
          </p:nvPr>
        </p:nvSpPr>
        <p:spPr/>
        <p:txBody>
          <a:bodyPr/>
          <a:lstStyle/>
          <a:p>
            <a:pPr lvl="0"/>
            <a:fld id="{6669DCDE-839F-45A5-BBBA-002CD9F8819F}" type="slidenum">
              <a:rPr lang="ko-KR" altLang="en-US" smtClean="0"/>
              <a:t>12</a:t>
            </a:fld>
            <a:endParaRPr lang="ko-KR" altLang="en-US"/>
          </a:p>
        </p:txBody>
      </p:sp>
    </p:spTree>
    <p:extLst>
      <p:ext uri="{BB962C8B-B14F-4D97-AF65-F5344CB8AC3E}">
        <p14:creationId xmlns:p14="http://schemas.microsoft.com/office/powerpoint/2010/main" val="1333287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a:xfrm>
            <a:off x="-635000" y="914400"/>
            <a:ext cx="8128000" cy="4572000"/>
          </a:xfrm>
          <a:noFill/>
          <a:ln w="12700" cap="flat" cmpd="sng" algn="ctr">
            <a:solidFill>
              <a:prstClr val="black"/>
            </a:solidFill>
            <a:prstDash val="solid"/>
            <a:round/>
            <a:headEnd w="med" len="med"/>
            <a:tailEnd w="med" len="med"/>
          </a:ln>
        </p:spPr>
        <p:txBody>
          <a:bodyPr/>
          <a:lstStyle/>
          <a:p>
            <a:endParaRPr lang="ko-KR" altLang="en-US"/>
          </a:p>
        </p:txBody>
      </p:sp>
      <p:sp>
        <p:nvSpPr>
          <p:cNvPr id="3" name="슬라이드 노트 개체 틀 4"/>
          <p:cNvSpPr>
            <a:spLocks noGrp="1"/>
          </p:cNvSpPr>
          <p:nvPr>
            <p:ph type="body" sz="quarter" idx="3"/>
          </p:nvPr>
        </p:nvSpPr>
        <p:spPr>
          <a:xfrm>
            <a:off x="685800" y="5791200"/>
            <a:ext cx="5486400" cy="5486400"/>
          </a:xfrm>
        </p:spPr>
        <p:txBody>
          <a:bodyPr/>
          <a:lstStyle/>
          <a:p>
            <a:r>
              <a:rPr dirty="0" err="1"/>
              <a:t>다음</a:t>
            </a:r>
            <a:r>
              <a:rPr dirty="0"/>
              <a:t> </a:t>
            </a:r>
            <a:r>
              <a:rPr dirty="0" err="1"/>
              <a:t>시간</a:t>
            </a:r>
            <a:r>
              <a:rPr dirty="0"/>
              <a:t> </a:t>
            </a:r>
            <a:r>
              <a:rPr dirty="0" err="1"/>
              <a:t>안내하기</a:t>
            </a:r>
            <a:endParaRPr dirty="0"/>
          </a:p>
          <a:p>
            <a:r>
              <a:rPr dirty="0"/>
              <a:t>•</a:t>
            </a:r>
            <a:r>
              <a:rPr dirty="0" err="1"/>
              <a:t>교사</a:t>
            </a:r>
            <a:r>
              <a:rPr dirty="0"/>
              <a:t>: “</a:t>
            </a:r>
            <a:r>
              <a:rPr dirty="0" err="1"/>
              <a:t>다음</a:t>
            </a:r>
            <a:r>
              <a:rPr dirty="0"/>
              <a:t> </a:t>
            </a:r>
            <a:r>
              <a:rPr dirty="0" err="1"/>
              <a:t>시간에는</a:t>
            </a:r>
            <a:r>
              <a:rPr dirty="0"/>
              <a:t> </a:t>
            </a:r>
            <a:r>
              <a:rPr dirty="0" err="1"/>
              <a:t>색깔이</a:t>
            </a:r>
            <a:r>
              <a:rPr dirty="0"/>
              <a:t> 된 </a:t>
            </a:r>
            <a:r>
              <a:rPr dirty="0" err="1"/>
              <a:t>감정</a:t>
            </a:r>
            <a:r>
              <a:rPr dirty="0"/>
              <a:t> </a:t>
            </a:r>
            <a:r>
              <a:rPr dirty="0" err="1"/>
              <a:t>수업을</a:t>
            </a:r>
            <a:r>
              <a:rPr dirty="0"/>
              <a:t> </a:t>
            </a:r>
            <a:r>
              <a:rPr dirty="0" err="1"/>
              <a:t>하겠습니다</a:t>
            </a:r>
            <a:r>
              <a:rPr dirty="0"/>
              <a:t>.”</a:t>
            </a:r>
          </a:p>
          <a:p>
            <a:r>
              <a:rPr dirty="0" err="1"/>
              <a:t>준비물</a:t>
            </a:r>
            <a:r>
              <a:rPr dirty="0"/>
              <a:t>: </a:t>
            </a:r>
            <a:r>
              <a:rPr dirty="0" err="1"/>
              <a:t>도화지</a:t>
            </a:r>
            <a:r>
              <a:rPr dirty="0"/>
              <a:t>, </a:t>
            </a:r>
            <a:r>
              <a:rPr dirty="0" err="1"/>
              <a:t>습자지</a:t>
            </a:r>
            <a:r>
              <a:rPr dirty="0"/>
              <a:t>(</a:t>
            </a:r>
            <a:r>
              <a:rPr dirty="0" err="1"/>
              <a:t>또는</a:t>
            </a:r>
            <a:r>
              <a:rPr dirty="0"/>
              <a:t> </a:t>
            </a:r>
            <a:r>
              <a:rPr dirty="0" err="1"/>
              <a:t>색한지</a:t>
            </a:r>
            <a:r>
              <a:rPr dirty="0"/>
              <a:t>), </a:t>
            </a:r>
            <a:r>
              <a:t>분무기</a:t>
            </a:r>
          </a:p>
          <a:p>
            <a:endParaRPr dirty="0"/>
          </a:p>
          <a:p>
            <a:r>
              <a:rPr dirty="0"/>
              <a:t>•정리 때 2차시 문장의 정답(발견)과 단원 핵심 문장을 함께 확인합니다.</a:t>
            </a:r>
          </a:p>
        </p:txBody>
      </p:sp>
    </p:spTree>
    <p:extLst>
      <p:ext uri="{BB962C8B-B14F-4D97-AF65-F5344CB8AC3E}">
        <p14:creationId xmlns:p14="http://schemas.microsoft.com/office/powerpoint/2010/main" val="275037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모서리가 둥근 직사각형 10"/>
          <p:cNvSpPr/>
          <p:nvPr userDrawn="1"/>
        </p:nvSpPr>
        <p:spPr>
          <a:xfrm>
            <a:off x="431371" y="4115329"/>
            <a:ext cx="11329259" cy="101600"/>
          </a:xfrm>
          <a:prstGeom prst="roundRect">
            <a:avLst>
              <a:gd name="adj" fmla="val 50000"/>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pic>
        <p:nvPicPr>
          <p:cNvPr id="18" name="그림 17"/>
          <p:cNvPicPr>
            <a:picLocks noChangeAspect="1"/>
          </p:cNvPicPr>
          <p:nvPr userDrawn="1"/>
        </p:nvPicPr>
        <p:blipFill rotWithShape="1">
          <a:blip r:embed="rId3">
            <a:extLst>
              <a:ext uri="{28A0092B-C50C-407E-A947-70E740481C1C}">
                <a14:useLocalDpi xmlns:a14="http://schemas.microsoft.com/office/drawing/2010/main" val="0"/>
              </a:ext>
            </a:extLst>
          </a:blip>
          <a:srcRect r="34980"/>
          <a:stretch/>
        </p:blipFill>
        <p:spPr>
          <a:xfrm>
            <a:off x="4938523" y="5907625"/>
            <a:ext cx="2314953" cy="764099"/>
          </a:xfrm>
          <a:prstGeom prst="rect">
            <a:avLst/>
          </a:prstGeom>
        </p:spPr>
      </p:pic>
      <p:sp>
        <p:nvSpPr>
          <p:cNvPr id="2" name="제목 1"/>
          <p:cNvSpPr>
            <a:spLocks noGrp="1"/>
          </p:cNvSpPr>
          <p:nvPr>
            <p:ph type="ctrTitle"/>
          </p:nvPr>
        </p:nvSpPr>
        <p:spPr>
          <a:xfrm>
            <a:off x="409943" y="2042583"/>
            <a:ext cx="6753997" cy="2387600"/>
          </a:xfrm>
        </p:spPr>
        <p:txBody>
          <a:bodyPr anchor="b">
            <a:normAutofit/>
          </a:bodyPr>
          <a:lstStyle>
            <a:lvl1pPr algn="l">
              <a:defRPr sz="6400"/>
            </a:lvl1pPr>
          </a:lstStyle>
          <a:p>
            <a:r>
              <a:rPr lang="ko-KR" altLang="en-US" dirty="0"/>
              <a:t>마스터 제목 스타일 편집</a:t>
            </a:r>
          </a:p>
        </p:txBody>
      </p:sp>
      <p:sp>
        <p:nvSpPr>
          <p:cNvPr id="23" name="Google Shape;23;p37"/>
          <p:cNvSpPr/>
          <p:nvPr/>
        </p:nvSpPr>
        <p:spPr>
          <a:xfrm>
            <a:off x="335361" y="488138"/>
            <a:ext cx="3834759" cy="721713"/>
          </a:xfrm>
          <a:custGeom>
            <a:avLst/>
            <a:gdLst/>
            <a:ahLst/>
            <a:cxnLst/>
            <a:rect l="l" t="t" r="r" b="b"/>
            <a:pathLst>
              <a:path w="21600" h="21600" extrusionOk="0">
                <a:moveTo>
                  <a:pt x="18493" y="0"/>
                </a:moveTo>
                <a:lnTo>
                  <a:pt x="3107" y="0"/>
                </a:lnTo>
                <a:cubicBezTo>
                  <a:pt x="2222" y="0"/>
                  <a:pt x="1691" y="0"/>
                  <a:pt x="1337" y="651"/>
                </a:cubicBezTo>
                <a:cubicBezTo>
                  <a:pt x="773" y="1743"/>
                  <a:pt x="328" y="4106"/>
                  <a:pt x="123" y="7106"/>
                </a:cubicBezTo>
                <a:cubicBezTo>
                  <a:pt x="41" y="8290"/>
                  <a:pt x="0" y="9540"/>
                  <a:pt x="0" y="10800"/>
                </a:cubicBezTo>
                <a:cubicBezTo>
                  <a:pt x="0" y="12060"/>
                  <a:pt x="41" y="13310"/>
                  <a:pt x="123" y="14494"/>
                </a:cubicBezTo>
                <a:cubicBezTo>
                  <a:pt x="328" y="17494"/>
                  <a:pt x="773" y="19857"/>
                  <a:pt x="1337" y="20949"/>
                </a:cubicBezTo>
                <a:cubicBezTo>
                  <a:pt x="1691" y="21600"/>
                  <a:pt x="2222" y="21600"/>
                  <a:pt x="3107" y="21600"/>
                </a:cubicBezTo>
                <a:lnTo>
                  <a:pt x="18493" y="21600"/>
                </a:lnTo>
                <a:cubicBezTo>
                  <a:pt x="19378" y="21600"/>
                  <a:pt x="19909" y="21600"/>
                  <a:pt x="20263" y="20949"/>
                </a:cubicBezTo>
                <a:cubicBezTo>
                  <a:pt x="20827" y="19857"/>
                  <a:pt x="21272" y="17494"/>
                  <a:pt x="21477" y="14494"/>
                </a:cubicBezTo>
                <a:cubicBezTo>
                  <a:pt x="21559" y="13310"/>
                  <a:pt x="21600" y="12060"/>
                  <a:pt x="21600" y="10800"/>
                </a:cubicBezTo>
                <a:cubicBezTo>
                  <a:pt x="21600" y="9540"/>
                  <a:pt x="21559" y="8290"/>
                  <a:pt x="21477" y="7106"/>
                </a:cubicBezTo>
                <a:cubicBezTo>
                  <a:pt x="21272" y="4106"/>
                  <a:pt x="20827" y="1743"/>
                  <a:pt x="20263" y="651"/>
                </a:cubicBezTo>
                <a:cubicBezTo>
                  <a:pt x="19909" y="0"/>
                  <a:pt x="19378" y="0"/>
                  <a:pt x="18493" y="0"/>
                </a:cubicBezTo>
                <a:close/>
              </a:path>
            </a:pathLst>
          </a:custGeom>
          <a:solidFill>
            <a:srgbClr val="F6877E"/>
          </a:solidFill>
          <a:ln>
            <a:noFill/>
          </a:ln>
        </p:spPr>
        <p:txBody>
          <a:bodyPr spcFirstLastPara="1" wrap="square" lIns="60933" tIns="60933" rIns="60933" bIns="60933" anchor="ctr" anchorCtr="0">
            <a:noAutofit/>
          </a:bodyPr>
          <a:lstStyle/>
          <a:p>
            <a:pPr marL="0" marR="0" lvl="0" indent="0" algn="l" rtl="0">
              <a:spcBef>
                <a:spcPts val="0"/>
              </a:spcBef>
              <a:spcAft>
                <a:spcPts val="0"/>
              </a:spcAft>
              <a:buNone/>
            </a:pPr>
            <a:endParaRPr sz="2400" dirty="0">
              <a:solidFill>
                <a:schemeClr val="dk1"/>
              </a:solidFill>
              <a:latin typeface="나눔스퀘어 ExtraBold" panose="020B0600000101010101" pitchFamily="50" charset="-127"/>
              <a:ea typeface="나눔스퀘어 ExtraBold" panose="020B0600000101010101" pitchFamily="50" charset="-127"/>
              <a:cs typeface="Arial"/>
              <a:sym typeface="Arial"/>
            </a:endParaRPr>
          </a:p>
        </p:txBody>
      </p:sp>
      <p:pic>
        <p:nvPicPr>
          <p:cNvPr id="8" name="그림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94176" y="1690809"/>
            <a:ext cx="4500000" cy="2533784"/>
          </a:xfrm>
          <a:prstGeom prst="rect">
            <a:avLst/>
          </a:prstGeom>
        </p:spPr>
      </p:pic>
    </p:spTree>
    <p:extLst>
      <p:ext uri="{BB962C8B-B14F-4D97-AF65-F5344CB8AC3E}">
        <p14:creationId xmlns:p14="http://schemas.microsoft.com/office/powerpoint/2010/main" val="1580060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9_제목만">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타원 7"/>
          <p:cNvSpPr/>
          <p:nvPr userDrawn="1"/>
        </p:nvSpPr>
        <p:spPr>
          <a:xfrm>
            <a:off x="1314979" y="932723"/>
            <a:ext cx="9562043" cy="51954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pic>
        <p:nvPicPr>
          <p:cNvPr id="4" name="그림 3"/>
          <p:cNvPicPr>
            <a:picLocks noChangeAspect="1"/>
          </p:cNvPicPr>
          <p:nvPr userDrawn="1"/>
        </p:nvPicPr>
        <p:blipFill rotWithShape="1">
          <a:blip r:embed="rId3">
            <a:extLst>
              <a:ext uri="{28A0092B-C50C-407E-A947-70E740481C1C}">
                <a14:useLocalDpi xmlns:a14="http://schemas.microsoft.com/office/drawing/2010/main" val="0"/>
              </a:ext>
            </a:extLst>
          </a:blip>
          <a:srcRect r="33774"/>
          <a:stretch/>
        </p:blipFill>
        <p:spPr>
          <a:xfrm>
            <a:off x="5232685" y="6213310"/>
            <a:ext cx="1726629" cy="559532"/>
          </a:xfrm>
          <a:prstGeom prst="rect">
            <a:avLst/>
          </a:prstGeom>
        </p:spPr>
      </p:pic>
      <p:grpSp>
        <p:nvGrpSpPr>
          <p:cNvPr id="3" name="그룹 2"/>
          <p:cNvGrpSpPr/>
          <p:nvPr userDrawn="1"/>
        </p:nvGrpSpPr>
        <p:grpSpPr>
          <a:xfrm>
            <a:off x="8380207" y="4128700"/>
            <a:ext cx="3810915" cy="2740004"/>
            <a:chOff x="8380207" y="4128700"/>
            <a:chExt cx="3810915" cy="2740004"/>
          </a:xfrm>
        </p:grpSpPr>
        <p:pic>
          <p:nvPicPr>
            <p:cNvPr id="5" name="그림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380207" y="4139458"/>
              <a:ext cx="3806750" cy="2729246"/>
            </a:xfrm>
            <a:prstGeom prst="rect">
              <a:avLst/>
            </a:prstGeom>
          </p:spPr>
        </p:pic>
        <p:pic>
          <p:nvPicPr>
            <p:cNvPr id="2" name="그림 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385922" y="4128700"/>
              <a:ext cx="3805200" cy="2731858"/>
            </a:xfrm>
            <a:prstGeom prst="rect">
              <a:avLst/>
            </a:prstGeom>
          </p:spPr>
        </p:pic>
      </p:grpSp>
    </p:spTree>
    <p:extLst>
      <p:ext uri="{BB962C8B-B14F-4D97-AF65-F5344CB8AC3E}">
        <p14:creationId xmlns:p14="http://schemas.microsoft.com/office/powerpoint/2010/main" val="2636616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1_제목만">
    <p:spTree>
      <p:nvGrpSpPr>
        <p:cNvPr id="1" name=""/>
        <p:cNvGrpSpPr/>
        <p:nvPr/>
      </p:nvGrpSpPr>
      <p:grpSpPr>
        <a:xfrm>
          <a:off x="0" y="0"/>
          <a:ext cx="0" cy="0"/>
          <a:chOff x="0" y="0"/>
          <a:chExt cx="0" cy="0"/>
        </a:xfrm>
      </p:grpSpPr>
      <p:pic>
        <p:nvPicPr>
          <p:cNvPr id="14" name="그림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직사각형 1"/>
          <p:cNvSpPr/>
          <p:nvPr userDrawn="1"/>
        </p:nvSpPr>
        <p:spPr>
          <a:xfrm>
            <a:off x="0" y="1134884"/>
            <a:ext cx="12192000" cy="5366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26" name="슬라이드 번호 개체 틀 5"/>
          <p:cNvSpPr>
            <a:spLocks noGrp="1"/>
          </p:cNvSpPr>
          <p:nvPr>
            <p:ph type="sldNum" sz="quarter" idx="4"/>
          </p:nvPr>
        </p:nvSpPr>
        <p:spPr>
          <a:xfrm>
            <a:off x="9185109" y="6499821"/>
            <a:ext cx="2844800" cy="366183"/>
          </a:xfrm>
          <a:prstGeom prst="rect">
            <a:avLst/>
          </a:prstGeom>
        </p:spPr>
        <p:txBody>
          <a:bodyPr vert="horz" lIns="91440" tIns="45720" rIns="91440" bIns="45720" rtlCol="0" anchor="ctr"/>
          <a:lstStyle>
            <a:lvl1pPr marL="0" algn="r" defTabSz="1219170" rtl="0" eaLnBrk="1" latinLnBrk="1" hangingPunct="1">
              <a:defRPr lang="ko-KR" altLang="en-US" sz="1067" b="1" kern="1200" smtClean="0">
                <a:solidFill>
                  <a:schemeClr val="tx1">
                    <a:lumMod val="75000"/>
                    <a:lumOff val="25000"/>
                    <a:alpha val="99000"/>
                  </a:schemeClr>
                </a:solidFill>
                <a:latin typeface="+mj-lt"/>
                <a:ea typeface="G마켓 산스 TTF Medium" panose="02000000000000000000" pitchFamily="2" charset="-127"/>
                <a:cs typeface="+mn-cs"/>
              </a:defRPr>
            </a:lvl1pPr>
          </a:lstStyle>
          <a:p>
            <a:fld id="{A73DE1A5-A26C-4936-9EB7-341AE0E9F7ED}" type="slidenum">
              <a:rPr lang="en-US" altLang="ko-KR" smtClean="0"/>
              <a:pPr/>
              <a:t>‹#›</a:t>
            </a:fld>
            <a:endParaRPr lang="en-US" dirty="0"/>
          </a:p>
        </p:txBody>
      </p:sp>
      <p:sp>
        <p:nvSpPr>
          <p:cNvPr id="5" name="제목 1"/>
          <p:cNvSpPr>
            <a:spLocks noGrp="1"/>
          </p:cNvSpPr>
          <p:nvPr>
            <p:ph type="title"/>
          </p:nvPr>
        </p:nvSpPr>
        <p:spPr>
          <a:xfrm>
            <a:off x="519761" y="409647"/>
            <a:ext cx="9525376" cy="641085"/>
          </a:xfrm>
          <a:prstGeom prst="rect">
            <a:avLst/>
          </a:prstGeom>
        </p:spPr>
        <p:txBody>
          <a:bodyPr anchor="ctr"/>
          <a:lstStyle>
            <a:lvl1pPr marL="0" algn="l" defTabSz="1219170" rtl="0" eaLnBrk="1" latinLnBrk="1" hangingPunct="1">
              <a:spcBef>
                <a:spcPct val="0"/>
              </a:spcBef>
              <a:buNone/>
              <a:defRPr lang="ko-KR" altLang="en-US" sz="3733" kern="1200" spc="-147" baseline="0" dirty="0">
                <a:solidFill>
                  <a:schemeClr val="tx1">
                    <a:lumMod val="85000"/>
                    <a:lumOff val="15000"/>
                    <a:alpha val="99000"/>
                  </a:schemeClr>
                </a:solidFill>
                <a:latin typeface="땅스부대찌개 Bold" panose="02020603020101020101" pitchFamily="18" charset="-127"/>
                <a:ea typeface="땅스부대찌개 Bold" panose="02020603020101020101" pitchFamily="18" charset="-127"/>
                <a:cs typeface="+mn-cs"/>
              </a:defRPr>
            </a:lvl1pPr>
          </a:lstStyle>
          <a:p>
            <a:r>
              <a:rPr lang="ko-KR" altLang="en-US" dirty="0"/>
              <a:t>마스터 제목 스타일 편집</a:t>
            </a:r>
          </a:p>
        </p:txBody>
      </p:sp>
      <p:sp>
        <p:nvSpPr>
          <p:cNvPr id="15" name="모서리가 둥근 직사각형 14"/>
          <p:cNvSpPr/>
          <p:nvPr userDrawn="1"/>
        </p:nvSpPr>
        <p:spPr>
          <a:xfrm>
            <a:off x="431371" y="1083243"/>
            <a:ext cx="11329259" cy="101600"/>
          </a:xfrm>
          <a:prstGeom prst="roundRect">
            <a:avLst>
              <a:gd name="adj" fmla="val 50000"/>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pic>
        <p:nvPicPr>
          <p:cNvPr id="11" name="그림 10"/>
          <p:cNvPicPr>
            <a:picLocks noChangeAspect="1"/>
          </p:cNvPicPr>
          <p:nvPr userDrawn="1"/>
        </p:nvPicPr>
        <p:blipFill rotWithShape="1">
          <a:blip r:embed="rId3" cstate="print">
            <a:extLst>
              <a:ext uri="{28A0092B-C50C-407E-A947-70E740481C1C}">
                <a14:useLocalDpi xmlns:a14="http://schemas.microsoft.com/office/drawing/2010/main" val="0"/>
              </a:ext>
            </a:extLst>
          </a:blip>
          <a:srcRect r="34403"/>
          <a:stretch/>
        </p:blipFill>
        <p:spPr>
          <a:xfrm>
            <a:off x="10180896" y="468166"/>
            <a:ext cx="1579734" cy="516839"/>
          </a:xfrm>
          <a:prstGeom prst="rect">
            <a:avLst/>
          </a:prstGeom>
        </p:spPr>
      </p:pic>
    </p:spTree>
    <p:extLst>
      <p:ext uri="{BB962C8B-B14F-4D97-AF65-F5344CB8AC3E}">
        <p14:creationId xmlns:p14="http://schemas.microsoft.com/office/powerpoint/2010/main" val="2844922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2_제목만">
    <p:spTree>
      <p:nvGrpSpPr>
        <p:cNvPr id="1" name=""/>
        <p:cNvGrpSpPr/>
        <p:nvPr/>
      </p:nvGrpSpPr>
      <p:grpSpPr>
        <a:xfrm>
          <a:off x="0" y="0"/>
          <a:ext cx="0" cy="0"/>
          <a:chOff x="0" y="0"/>
          <a:chExt cx="0" cy="0"/>
        </a:xfrm>
      </p:grpSpPr>
      <p:pic>
        <p:nvPicPr>
          <p:cNvPr id="14" name="그림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직사각형 1"/>
          <p:cNvSpPr/>
          <p:nvPr userDrawn="1"/>
        </p:nvSpPr>
        <p:spPr>
          <a:xfrm>
            <a:off x="0" y="1134884"/>
            <a:ext cx="12192000" cy="5366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26" name="슬라이드 번호 개체 틀 5"/>
          <p:cNvSpPr>
            <a:spLocks noGrp="1"/>
          </p:cNvSpPr>
          <p:nvPr>
            <p:ph type="sldNum" sz="quarter" idx="4"/>
          </p:nvPr>
        </p:nvSpPr>
        <p:spPr>
          <a:xfrm>
            <a:off x="9185109" y="6499821"/>
            <a:ext cx="2844800" cy="366183"/>
          </a:xfrm>
          <a:prstGeom prst="rect">
            <a:avLst/>
          </a:prstGeom>
        </p:spPr>
        <p:txBody>
          <a:bodyPr vert="horz" lIns="91440" tIns="45720" rIns="91440" bIns="45720" rtlCol="0" anchor="ctr"/>
          <a:lstStyle>
            <a:lvl1pPr marL="0" algn="r" defTabSz="1219170" rtl="0" eaLnBrk="1" latinLnBrk="1" hangingPunct="1">
              <a:defRPr lang="ko-KR" altLang="en-US" sz="1067" b="1" kern="1200" smtClean="0">
                <a:solidFill>
                  <a:schemeClr val="tx1">
                    <a:lumMod val="75000"/>
                    <a:lumOff val="25000"/>
                    <a:alpha val="99000"/>
                  </a:schemeClr>
                </a:solidFill>
                <a:latin typeface="+mj-lt"/>
                <a:ea typeface="G마켓 산스 TTF Medium" panose="02000000000000000000" pitchFamily="2" charset="-127"/>
                <a:cs typeface="+mn-cs"/>
              </a:defRPr>
            </a:lvl1pPr>
          </a:lstStyle>
          <a:p>
            <a:fld id="{A73DE1A5-A26C-4936-9EB7-341AE0E9F7ED}" type="slidenum">
              <a:rPr lang="en-US" altLang="ko-KR" smtClean="0"/>
              <a:pPr/>
              <a:t>‹#›</a:t>
            </a:fld>
            <a:endParaRPr lang="en-US" dirty="0"/>
          </a:p>
        </p:txBody>
      </p:sp>
      <p:sp>
        <p:nvSpPr>
          <p:cNvPr id="5" name="제목 1"/>
          <p:cNvSpPr>
            <a:spLocks noGrp="1"/>
          </p:cNvSpPr>
          <p:nvPr>
            <p:ph type="title"/>
          </p:nvPr>
        </p:nvSpPr>
        <p:spPr>
          <a:xfrm>
            <a:off x="519761" y="409647"/>
            <a:ext cx="9525376" cy="641085"/>
          </a:xfrm>
          <a:prstGeom prst="rect">
            <a:avLst/>
          </a:prstGeom>
        </p:spPr>
        <p:txBody>
          <a:bodyPr anchor="ctr"/>
          <a:lstStyle>
            <a:lvl1pPr marL="0" algn="l" defTabSz="1219170" rtl="0" eaLnBrk="1" latinLnBrk="1" hangingPunct="1">
              <a:spcBef>
                <a:spcPct val="0"/>
              </a:spcBef>
              <a:buNone/>
              <a:defRPr lang="ko-KR" altLang="en-US" sz="3733" kern="1200" spc="-147" baseline="0" dirty="0">
                <a:solidFill>
                  <a:schemeClr val="tx1">
                    <a:lumMod val="85000"/>
                    <a:lumOff val="15000"/>
                    <a:alpha val="99000"/>
                  </a:schemeClr>
                </a:solidFill>
                <a:latin typeface="땅스부대찌개 Bold" panose="02020603020101020101" pitchFamily="18" charset="-127"/>
                <a:ea typeface="땅스부대찌개 Bold" panose="02020603020101020101" pitchFamily="18" charset="-127"/>
                <a:cs typeface="+mn-cs"/>
              </a:defRPr>
            </a:lvl1pPr>
          </a:lstStyle>
          <a:p>
            <a:r>
              <a:rPr lang="ko-KR" altLang="en-US" dirty="0"/>
              <a:t>마스터 제목 스타일 편집</a:t>
            </a:r>
          </a:p>
        </p:txBody>
      </p:sp>
      <p:sp>
        <p:nvSpPr>
          <p:cNvPr id="15" name="모서리가 둥근 직사각형 14"/>
          <p:cNvSpPr/>
          <p:nvPr userDrawn="1"/>
        </p:nvSpPr>
        <p:spPr>
          <a:xfrm>
            <a:off x="431371" y="1083243"/>
            <a:ext cx="11329259" cy="101600"/>
          </a:xfrm>
          <a:prstGeom prst="roundRect">
            <a:avLst>
              <a:gd name="adj" fmla="val 5000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pic>
        <p:nvPicPr>
          <p:cNvPr id="8" name="그림 7"/>
          <p:cNvPicPr>
            <a:picLocks noChangeAspect="1"/>
          </p:cNvPicPr>
          <p:nvPr userDrawn="1"/>
        </p:nvPicPr>
        <p:blipFill rotWithShape="1">
          <a:blip r:embed="rId3" cstate="print">
            <a:extLst>
              <a:ext uri="{28A0092B-C50C-407E-A947-70E740481C1C}">
                <a14:useLocalDpi xmlns:a14="http://schemas.microsoft.com/office/drawing/2010/main" val="0"/>
              </a:ext>
            </a:extLst>
          </a:blip>
          <a:srcRect r="34403"/>
          <a:stretch/>
        </p:blipFill>
        <p:spPr>
          <a:xfrm>
            <a:off x="10180896" y="468166"/>
            <a:ext cx="1579734" cy="516839"/>
          </a:xfrm>
          <a:prstGeom prst="rect">
            <a:avLst/>
          </a:prstGeom>
        </p:spPr>
      </p:pic>
    </p:spTree>
    <p:extLst>
      <p:ext uri="{BB962C8B-B14F-4D97-AF65-F5344CB8AC3E}">
        <p14:creationId xmlns:p14="http://schemas.microsoft.com/office/powerpoint/2010/main" val="2576818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3_제목만">
    <p:spTree>
      <p:nvGrpSpPr>
        <p:cNvPr id="1" name=""/>
        <p:cNvGrpSpPr/>
        <p:nvPr/>
      </p:nvGrpSpPr>
      <p:grpSpPr>
        <a:xfrm>
          <a:off x="0" y="0"/>
          <a:ext cx="0" cy="0"/>
          <a:chOff x="0" y="0"/>
          <a:chExt cx="0" cy="0"/>
        </a:xfrm>
      </p:grpSpPr>
      <p:pic>
        <p:nvPicPr>
          <p:cNvPr id="14" name="그림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6" name="슬라이드 번호 개체 틀 5"/>
          <p:cNvSpPr>
            <a:spLocks noGrp="1"/>
          </p:cNvSpPr>
          <p:nvPr>
            <p:ph type="sldNum" sz="quarter" idx="4"/>
          </p:nvPr>
        </p:nvSpPr>
        <p:spPr>
          <a:xfrm>
            <a:off x="9185109" y="6499821"/>
            <a:ext cx="2844800" cy="366183"/>
          </a:xfrm>
          <a:prstGeom prst="rect">
            <a:avLst/>
          </a:prstGeom>
        </p:spPr>
        <p:txBody>
          <a:bodyPr vert="horz" lIns="91440" tIns="45720" rIns="91440" bIns="45720" rtlCol="0" anchor="ctr"/>
          <a:lstStyle>
            <a:lvl1pPr marL="0" algn="r" defTabSz="1219170" rtl="0" eaLnBrk="1" latinLnBrk="1" hangingPunct="1">
              <a:defRPr lang="ko-KR" altLang="en-US" sz="1067" b="1" kern="1200" smtClean="0">
                <a:solidFill>
                  <a:schemeClr val="tx1">
                    <a:lumMod val="75000"/>
                    <a:lumOff val="25000"/>
                    <a:alpha val="99000"/>
                  </a:schemeClr>
                </a:solidFill>
                <a:latin typeface="+mj-lt"/>
                <a:ea typeface="G마켓 산스 TTF Medium" panose="02000000000000000000" pitchFamily="2" charset="-127"/>
                <a:cs typeface="+mn-cs"/>
              </a:defRPr>
            </a:lvl1pPr>
          </a:lstStyle>
          <a:p>
            <a:fld id="{A73DE1A5-A26C-4936-9EB7-341AE0E9F7ED}" type="slidenum">
              <a:rPr lang="en-US" altLang="ko-KR" smtClean="0"/>
              <a:pPr/>
              <a:t>‹#›</a:t>
            </a:fld>
            <a:endParaRPr lang="en-US" dirty="0"/>
          </a:p>
        </p:txBody>
      </p:sp>
      <p:sp>
        <p:nvSpPr>
          <p:cNvPr id="5" name="제목 1"/>
          <p:cNvSpPr>
            <a:spLocks noGrp="1"/>
          </p:cNvSpPr>
          <p:nvPr>
            <p:ph type="title"/>
          </p:nvPr>
        </p:nvSpPr>
        <p:spPr>
          <a:xfrm>
            <a:off x="519761" y="409647"/>
            <a:ext cx="9525376" cy="641085"/>
          </a:xfrm>
          <a:prstGeom prst="rect">
            <a:avLst/>
          </a:prstGeom>
        </p:spPr>
        <p:txBody>
          <a:bodyPr anchor="ctr"/>
          <a:lstStyle>
            <a:lvl1pPr marL="0" algn="l" defTabSz="1219170" rtl="0" eaLnBrk="1" latinLnBrk="1" hangingPunct="1">
              <a:spcBef>
                <a:spcPct val="0"/>
              </a:spcBef>
              <a:buNone/>
              <a:defRPr lang="ko-KR" altLang="en-US" sz="3733" kern="1200" spc="-147" baseline="0" dirty="0">
                <a:solidFill>
                  <a:schemeClr val="tx1">
                    <a:lumMod val="85000"/>
                    <a:lumOff val="15000"/>
                    <a:alpha val="99000"/>
                  </a:schemeClr>
                </a:solidFill>
                <a:latin typeface="땅스부대찌개 Bold" panose="02020603020101020101" pitchFamily="18" charset="-127"/>
                <a:ea typeface="땅스부대찌개 Bold" panose="02020603020101020101" pitchFamily="18" charset="-127"/>
                <a:cs typeface="+mn-cs"/>
              </a:defRPr>
            </a:lvl1pPr>
          </a:lstStyle>
          <a:p>
            <a:r>
              <a:rPr lang="ko-KR" altLang="en-US" dirty="0"/>
              <a:t>마스터 제목 스타일 편집</a:t>
            </a:r>
          </a:p>
        </p:txBody>
      </p:sp>
      <p:sp>
        <p:nvSpPr>
          <p:cNvPr id="3" name="모서리가 둥근 직사각형 2"/>
          <p:cNvSpPr/>
          <p:nvPr userDrawn="1"/>
        </p:nvSpPr>
        <p:spPr>
          <a:xfrm>
            <a:off x="519762" y="1412776"/>
            <a:ext cx="11144857" cy="4896544"/>
          </a:xfrm>
          <a:prstGeom prst="roundRect">
            <a:avLst>
              <a:gd name="adj" fmla="val 11065"/>
            </a:avLst>
          </a:prstGeom>
          <a:solidFill>
            <a:schemeClr val="bg1"/>
          </a:solidFill>
          <a:ln w="57150">
            <a:solidFill>
              <a:srgbClr val="F687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pic>
        <p:nvPicPr>
          <p:cNvPr id="8" name="그림 7"/>
          <p:cNvPicPr>
            <a:picLocks noChangeAspect="1"/>
          </p:cNvPicPr>
          <p:nvPr userDrawn="1"/>
        </p:nvPicPr>
        <p:blipFill rotWithShape="1">
          <a:blip r:embed="rId3" cstate="print">
            <a:extLst>
              <a:ext uri="{28A0092B-C50C-407E-A947-70E740481C1C}">
                <a14:useLocalDpi xmlns:a14="http://schemas.microsoft.com/office/drawing/2010/main" val="0"/>
              </a:ext>
            </a:extLst>
          </a:blip>
          <a:srcRect r="34403"/>
          <a:stretch/>
        </p:blipFill>
        <p:spPr>
          <a:xfrm>
            <a:off x="10180896" y="468166"/>
            <a:ext cx="1579734" cy="516839"/>
          </a:xfrm>
          <a:prstGeom prst="rect">
            <a:avLst/>
          </a:prstGeom>
        </p:spPr>
      </p:pic>
    </p:spTree>
    <p:extLst>
      <p:ext uri="{BB962C8B-B14F-4D97-AF65-F5344CB8AC3E}">
        <p14:creationId xmlns:p14="http://schemas.microsoft.com/office/powerpoint/2010/main" val="1635565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제목만">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2" name="Google Shape;22;p37"/>
          <p:cNvGrpSpPr/>
          <p:nvPr userDrawn="1"/>
        </p:nvGrpSpPr>
        <p:grpSpPr>
          <a:xfrm>
            <a:off x="335361" y="487206"/>
            <a:ext cx="3834759" cy="722645"/>
            <a:chOff x="0" y="-699"/>
            <a:chExt cx="2876068" cy="541982"/>
          </a:xfrm>
        </p:grpSpPr>
        <p:sp>
          <p:nvSpPr>
            <p:cNvPr id="13" name="Google Shape;23;p37"/>
            <p:cNvSpPr/>
            <p:nvPr/>
          </p:nvSpPr>
          <p:spPr>
            <a:xfrm>
              <a:off x="0" y="0"/>
              <a:ext cx="2876068" cy="541283"/>
            </a:xfrm>
            <a:custGeom>
              <a:avLst/>
              <a:gdLst/>
              <a:ahLst/>
              <a:cxnLst/>
              <a:rect l="l" t="t" r="r" b="b"/>
              <a:pathLst>
                <a:path w="21600" h="21600" extrusionOk="0">
                  <a:moveTo>
                    <a:pt x="18493" y="0"/>
                  </a:moveTo>
                  <a:lnTo>
                    <a:pt x="3107" y="0"/>
                  </a:lnTo>
                  <a:cubicBezTo>
                    <a:pt x="2222" y="0"/>
                    <a:pt x="1691" y="0"/>
                    <a:pt x="1337" y="651"/>
                  </a:cubicBezTo>
                  <a:cubicBezTo>
                    <a:pt x="773" y="1743"/>
                    <a:pt x="328" y="4106"/>
                    <a:pt x="123" y="7106"/>
                  </a:cubicBezTo>
                  <a:cubicBezTo>
                    <a:pt x="41" y="8290"/>
                    <a:pt x="0" y="9540"/>
                    <a:pt x="0" y="10800"/>
                  </a:cubicBezTo>
                  <a:cubicBezTo>
                    <a:pt x="0" y="12060"/>
                    <a:pt x="41" y="13310"/>
                    <a:pt x="123" y="14494"/>
                  </a:cubicBezTo>
                  <a:cubicBezTo>
                    <a:pt x="328" y="17494"/>
                    <a:pt x="773" y="19857"/>
                    <a:pt x="1337" y="20949"/>
                  </a:cubicBezTo>
                  <a:cubicBezTo>
                    <a:pt x="1691" y="21600"/>
                    <a:pt x="2222" y="21600"/>
                    <a:pt x="3107" y="21600"/>
                  </a:cubicBezTo>
                  <a:lnTo>
                    <a:pt x="18493" y="21600"/>
                  </a:lnTo>
                  <a:cubicBezTo>
                    <a:pt x="19378" y="21600"/>
                    <a:pt x="19909" y="21600"/>
                    <a:pt x="20263" y="20949"/>
                  </a:cubicBezTo>
                  <a:cubicBezTo>
                    <a:pt x="20827" y="19857"/>
                    <a:pt x="21272" y="17494"/>
                    <a:pt x="21477" y="14494"/>
                  </a:cubicBezTo>
                  <a:cubicBezTo>
                    <a:pt x="21559" y="13310"/>
                    <a:pt x="21600" y="12060"/>
                    <a:pt x="21600" y="10800"/>
                  </a:cubicBezTo>
                  <a:cubicBezTo>
                    <a:pt x="21600" y="9540"/>
                    <a:pt x="21559" y="8290"/>
                    <a:pt x="21477" y="7106"/>
                  </a:cubicBezTo>
                  <a:cubicBezTo>
                    <a:pt x="21272" y="4106"/>
                    <a:pt x="20827" y="1743"/>
                    <a:pt x="20263" y="651"/>
                  </a:cubicBezTo>
                  <a:cubicBezTo>
                    <a:pt x="19909" y="0"/>
                    <a:pt x="19378" y="0"/>
                    <a:pt x="18493" y="0"/>
                  </a:cubicBezTo>
                  <a:close/>
                </a:path>
              </a:pathLst>
            </a:custGeom>
            <a:solidFill>
              <a:srgbClr val="F6877E"/>
            </a:solidFill>
            <a:ln>
              <a:noFill/>
            </a:ln>
          </p:spPr>
          <p:txBody>
            <a:bodyPr spcFirstLastPara="1" wrap="square" lIns="45700" tIns="45700" rIns="45700" bIns="45700" anchor="ctr" anchorCtr="0">
              <a:noAutofit/>
            </a:bodyPr>
            <a:lstStyle/>
            <a:p>
              <a:pPr marL="0" marR="0" lvl="0" indent="0" algn="l" rtl="0">
                <a:spcBef>
                  <a:spcPts val="0"/>
                </a:spcBef>
                <a:spcAft>
                  <a:spcPts val="0"/>
                </a:spcAft>
                <a:buNone/>
              </a:pPr>
              <a:endParaRPr sz="2400" dirty="0">
                <a:solidFill>
                  <a:schemeClr val="dk1"/>
                </a:solidFill>
                <a:latin typeface="나눔스퀘어 ExtraBold" panose="020B0600000101010101" pitchFamily="50" charset="-127"/>
                <a:ea typeface="나눔스퀘어 ExtraBold" panose="020B0600000101010101" pitchFamily="50" charset="-127"/>
                <a:cs typeface="Arial"/>
                <a:sym typeface="Arial"/>
              </a:endParaRPr>
            </a:p>
          </p:txBody>
        </p:sp>
        <p:sp>
          <p:nvSpPr>
            <p:cNvPr id="14" name="Google Shape;24;p37"/>
            <p:cNvSpPr txBox="1"/>
            <p:nvPr/>
          </p:nvSpPr>
          <p:spPr>
            <a:xfrm>
              <a:off x="243287" y="-699"/>
              <a:ext cx="2389494" cy="535667"/>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ko-KR" altLang="en-US" sz="3333" b="1" dirty="0">
                  <a:solidFill>
                    <a:srgbClr val="FFFFFF"/>
                  </a:solidFill>
                  <a:latin typeface="+mj-ea"/>
                  <a:ea typeface="+mj-ea"/>
                  <a:cs typeface="Arial"/>
                  <a:sym typeface="Arial"/>
                </a:rPr>
                <a:t>초등 미술</a:t>
              </a:r>
              <a:endParaRPr sz="2400" dirty="0">
                <a:latin typeface="+mj-ea"/>
                <a:ea typeface="+mj-ea"/>
              </a:endParaRPr>
            </a:p>
          </p:txBody>
        </p:sp>
      </p:grpSp>
      <p:pic>
        <p:nvPicPr>
          <p:cNvPr id="15" name="그림 14"/>
          <p:cNvPicPr>
            <a:picLocks noChangeAspect="1"/>
          </p:cNvPicPr>
          <p:nvPr userDrawn="1"/>
        </p:nvPicPr>
        <p:blipFill rotWithShape="1">
          <a:blip r:embed="rId3">
            <a:extLst>
              <a:ext uri="{28A0092B-C50C-407E-A947-70E740481C1C}">
                <a14:useLocalDpi xmlns:a14="http://schemas.microsoft.com/office/drawing/2010/main" val="0"/>
              </a:ext>
            </a:extLst>
          </a:blip>
          <a:srcRect t="-5158" r="34094" b="5158"/>
          <a:stretch/>
        </p:blipFill>
        <p:spPr>
          <a:xfrm>
            <a:off x="4804125" y="5883883"/>
            <a:ext cx="2346484" cy="764099"/>
          </a:xfrm>
          <a:prstGeom prst="rect">
            <a:avLst/>
          </a:prstGeom>
        </p:spPr>
      </p:pic>
      <p:sp>
        <p:nvSpPr>
          <p:cNvPr id="17" name="모서리가 둥근 직사각형 16"/>
          <p:cNvSpPr/>
          <p:nvPr userDrawn="1"/>
        </p:nvSpPr>
        <p:spPr>
          <a:xfrm>
            <a:off x="431371" y="3500604"/>
            <a:ext cx="11329259" cy="101600"/>
          </a:xfrm>
          <a:prstGeom prst="roundRect">
            <a:avLst>
              <a:gd name="adj" fmla="val 50000"/>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8" name="Google Shape;125;p45"/>
          <p:cNvSpPr txBox="1"/>
          <p:nvPr userDrawn="1"/>
        </p:nvSpPr>
        <p:spPr>
          <a:xfrm>
            <a:off x="2927648" y="3591209"/>
            <a:ext cx="6387312" cy="3200822"/>
          </a:xfrm>
          <a:prstGeom prst="rect">
            <a:avLst/>
          </a:prstGeom>
          <a:noFill/>
          <a:ln>
            <a:noFill/>
          </a:ln>
        </p:spPr>
        <p:txBody>
          <a:bodyPr spcFirstLastPara="1" wrap="square" lIns="121900" tIns="60933" rIns="121900" bIns="60933" anchor="t" anchorCtr="0">
            <a:spAutoFit/>
          </a:bodyPr>
          <a:lstStyle/>
          <a:p>
            <a:pPr marL="0" marR="0" lvl="0" indent="0" algn="ctr" rtl="0">
              <a:spcBef>
                <a:spcPts val="0"/>
              </a:spcBef>
              <a:spcAft>
                <a:spcPts val="0"/>
              </a:spcAft>
              <a:buNone/>
            </a:pPr>
            <a:r>
              <a:rPr lang="ko-KR" altLang="en-US" sz="10000" b="1" dirty="0">
                <a:latin typeface="+mj-ea"/>
                <a:ea typeface="+mj-ea"/>
                <a:cs typeface="Arial"/>
                <a:sym typeface="Arial"/>
              </a:rPr>
              <a:t>감사합니다</a:t>
            </a:r>
            <a:endParaRPr sz="10000" b="1" dirty="0">
              <a:latin typeface="+mj-ea"/>
              <a:ea typeface="+mj-ea"/>
              <a:cs typeface="Arial"/>
              <a:sym typeface="Arial"/>
            </a:endParaRPr>
          </a:p>
        </p:txBody>
      </p:sp>
      <p:pic>
        <p:nvPicPr>
          <p:cNvPr id="19" name="그림 1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856758" y="1079178"/>
            <a:ext cx="4500000" cy="2533784"/>
          </a:xfrm>
          <a:prstGeom prst="rect">
            <a:avLst/>
          </a:prstGeom>
        </p:spPr>
      </p:pic>
    </p:spTree>
    <p:extLst>
      <p:ext uri="{BB962C8B-B14F-4D97-AF65-F5344CB8AC3E}">
        <p14:creationId xmlns:p14="http://schemas.microsoft.com/office/powerpoint/2010/main" val="4220600200"/>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youtu.be/mtkem9lSt-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youtu.be/SfyDaR6tG6A?si=1ys2703oi_2zMNXEhttps://youtu.be/SfyDaR6tG6A?si=1ys2703oi_2zMNXE"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hyperlink" Target="https://slinkachu.co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모서리가 둥근 직사각형 1"/>
          <p:cNvSpPr/>
          <p:nvPr/>
        </p:nvSpPr>
        <p:spPr>
          <a:xfrm>
            <a:off x="431371" y="4115329"/>
            <a:ext cx="11329259" cy="101600"/>
          </a:xfrm>
          <a:prstGeom prst="roundRect">
            <a:avLst>
              <a:gd name="adj" fmla="val 50000"/>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5" name="제목 1"/>
          <p:cNvSpPr txBox="1">
            <a:spLocks/>
          </p:cNvSpPr>
          <p:nvPr/>
        </p:nvSpPr>
        <p:spPr>
          <a:xfrm>
            <a:off x="431319" y="577123"/>
            <a:ext cx="3552447" cy="547620"/>
          </a:xfrm>
          <a:prstGeom prst="rect">
            <a:avLst/>
          </a:prstGeom>
        </p:spPr>
        <p:txBody>
          <a:bodyPr vert="horz" lIns="121920" tIns="60960" rIns="121920" bIns="60960" rtlCol="0" anchor="b">
            <a:normAutofit/>
          </a:bodyPr>
          <a:lstStyle>
            <a:lvl1pPr algn="l" defTabSz="914400" rtl="0" eaLnBrk="1" latinLnBrk="1" hangingPunct="1">
              <a:lnSpc>
                <a:spcPct val="90000"/>
              </a:lnSpc>
              <a:spcBef>
                <a:spcPct val="0"/>
              </a:spcBef>
              <a:buNone/>
              <a:defRPr sz="4800" kern="1200">
                <a:solidFill>
                  <a:schemeClr val="tx1"/>
                </a:solidFill>
                <a:latin typeface="+mj-lt"/>
                <a:ea typeface="+mj-ea"/>
                <a:cs typeface="+mj-cs"/>
              </a:defRPr>
            </a:lvl1pPr>
          </a:lstStyle>
          <a:p>
            <a:pPr algn="ctr"/>
            <a:r>
              <a:rPr lang="ko-KR" altLang="en-US" sz="2667" dirty="0">
                <a:solidFill>
                  <a:schemeClr val="bg1"/>
                </a:solidFill>
              </a:rPr>
              <a:t>초등 미술</a:t>
            </a:r>
          </a:p>
        </p:txBody>
      </p:sp>
      <p:pic>
        <p:nvPicPr>
          <p:cNvPr id="16" name="Google Shape;26;p37" descr="이미지"/>
          <p:cNvPicPr preferRelativeResize="0"/>
          <p:nvPr/>
        </p:nvPicPr>
        <p:blipFill rotWithShape="1">
          <a:blip r:embed="rId3">
            <a:alphaModFix/>
            <a:duotone>
              <a:schemeClr val="accent2">
                <a:shade val="45000"/>
                <a:satMod val="135000"/>
              </a:schemeClr>
              <a:prstClr val="white"/>
            </a:duotone>
          </a:blip>
          <a:srcRect/>
          <a:stretch/>
        </p:blipFill>
        <p:spPr>
          <a:xfrm>
            <a:off x="5423925" y="1640745"/>
            <a:ext cx="2067867" cy="1385235"/>
          </a:xfrm>
          <a:prstGeom prst="rect">
            <a:avLst/>
          </a:prstGeom>
          <a:noFill/>
          <a:ln>
            <a:noFill/>
          </a:ln>
        </p:spPr>
      </p:pic>
      <p:sp>
        <p:nvSpPr>
          <p:cNvPr id="17" name="Google Shape;131;p1"/>
          <p:cNvSpPr txBox="1"/>
          <p:nvPr/>
        </p:nvSpPr>
        <p:spPr>
          <a:xfrm>
            <a:off x="5185669" y="2018557"/>
            <a:ext cx="2542512" cy="642359"/>
          </a:xfrm>
          <a:prstGeom prst="rect">
            <a:avLst/>
          </a:prstGeom>
          <a:noFill/>
          <a:ln>
            <a:noFill/>
          </a:ln>
        </p:spPr>
        <p:txBody>
          <a:bodyPr wrap="square" lIns="121900" tIns="60933" rIns="121900" bIns="60933" anchor="t" anchorCtr="0">
            <a:noAutofit/>
          </a:bodyPr>
          <a:lstStyle>
            <a:lvl1pPr marL="228600" indent="-228600" algn="l" defTabSz="914400" rtl="0" eaLnBrk="1" latinLnBrk="1"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9pPr>
          </a:lstStyle>
          <a:p>
            <a:pPr lvl="0" algn="ctr">
              <a:spcBef>
                <a:spcPts val="0"/>
              </a:spcBef>
              <a:buClr>
                <a:schemeClr val="lt1"/>
              </a:buClr>
              <a:buSzPct val="25000"/>
              <a:buNone/>
              <a:defRPr/>
            </a:pPr>
            <a:r>
              <a:rPr lang="en-US" altLang="ko-KR" sz="3733">
                <a:solidFill>
                  <a:schemeClr val="bg1"/>
                </a:solidFill>
                <a:latin typeface="Noto Sans KR Black"/>
                <a:ea typeface="Noto Sans KR Black"/>
              </a:rPr>
              <a:t>2</a:t>
            </a:r>
            <a:r>
              <a:rPr lang="ko-KR" altLang="en-US" sz="3733">
                <a:solidFill>
                  <a:schemeClr val="bg1"/>
                </a:solidFill>
                <a:latin typeface="Noto Sans KR Black"/>
                <a:ea typeface="Noto Sans KR Black"/>
              </a:rPr>
              <a:t>차시</a:t>
            </a:r>
          </a:p>
        </p:txBody>
      </p:sp>
      <p:sp>
        <p:nvSpPr>
          <p:cNvPr id="33" name="가로 글상자 32"/>
          <p:cNvSpPr txBox="1"/>
          <p:nvPr/>
        </p:nvSpPr>
        <p:spPr>
          <a:xfrm>
            <a:off x="6082212" y="4439446"/>
            <a:ext cx="5655208" cy="523220"/>
          </a:xfrm>
          <a:prstGeom prst="rect">
            <a:avLst/>
          </a:prstGeom>
          <a:noFill/>
          <a:ln>
            <a:noFill/>
          </a:ln>
        </p:spPr>
        <p:txBody>
          <a:bodyPr vert="horz" wrap="square" lIns="91440" tIns="45720" rIns="91440" bIns="45720" anchor="t">
            <a:spAutoFit/>
          </a:bodyPr>
          <a:lstStyle/>
          <a:p>
            <a:pPr algn="r" defTabSz="1028836">
              <a:spcBef>
                <a:spcPct val="0"/>
              </a:spcBef>
              <a:spcAft>
                <a:spcPct val="0"/>
              </a:spcAft>
              <a:defRPr/>
            </a:pPr>
            <a:r>
              <a:rPr kumimoji="1" lang="ko-KR" altLang="en-US" sz="2800" dirty="0">
                <a:solidFill>
                  <a:srgbClr val="4472C4">
                    <a:alpha val="100000"/>
                  </a:srgbClr>
                </a:solidFill>
                <a:latin typeface="에스코어 드림 8 Heavy"/>
                <a:ea typeface="에스코어 드림 8 Heavy"/>
              </a:rPr>
              <a:t>자연과 만난 병뚜껑</a:t>
            </a:r>
          </a:p>
        </p:txBody>
      </p:sp>
      <p:sp>
        <p:nvSpPr>
          <p:cNvPr id="4" name="직사각형 3">
            <a:extLst>
              <a:ext uri="{FF2B5EF4-FFF2-40B4-BE49-F238E27FC236}">
                <a16:creationId xmlns:a16="http://schemas.microsoft.com/office/drawing/2014/main" id="{94CFF3F8-473F-3B2E-A254-60B43CE19B77}"/>
              </a:ext>
            </a:extLst>
          </p:cNvPr>
          <p:cNvSpPr/>
          <p:nvPr/>
        </p:nvSpPr>
        <p:spPr>
          <a:xfrm>
            <a:off x="512135" y="3036040"/>
            <a:ext cx="7718219" cy="995209"/>
          </a:xfrm>
          <a:prstGeom prst="rect">
            <a:avLst/>
          </a:prstGeom>
        </p:spPr>
        <p:txBody>
          <a:bodyPr wrap="square">
            <a:spAutoFit/>
          </a:bodyPr>
          <a:lstStyle/>
          <a:p>
            <a:pPr lvl="0">
              <a:defRPr/>
            </a:pPr>
            <a:r>
              <a:rPr lang="ko-KR" altLang="en-US" sz="5867" spc="-200" dirty="0">
                <a:solidFill>
                  <a:srgbClr val="F6877E"/>
                </a:solidFill>
                <a:latin typeface="+mj-ea"/>
                <a:ea typeface="+mj-ea"/>
              </a:rPr>
              <a:t>예술가의 발견</a:t>
            </a:r>
          </a:p>
        </p:txBody>
      </p:sp>
    </p:spTree>
    <p:extLst>
      <p:ext uri="{BB962C8B-B14F-4D97-AF65-F5344CB8AC3E}">
        <p14:creationId xmlns:p14="http://schemas.microsoft.com/office/powerpoint/2010/main" val="2746174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그룹 10"/>
          <p:cNvGrpSpPr/>
          <p:nvPr/>
        </p:nvGrpSpPr>
        <p:grpSpPr>
          <a:xfrm>
            <a:off x="3709915" y="836713"/>
            <a:ext cx="4772171" cy="1209013"/>
            <a:chOff x="2699792" y="627534"/>
            <a:chExt cx="3579128" cy="906760"/>
          </a:xfrm>
        </p:grpSpPr>
        <p:sp>
          <p:nvSpPr>
            <p:cNvPr id="10" name="타원 9"/>
            <p:cNvSpPr/>
            <p:nvPr/>
          </p:nvSpPr>
          <p:spPr>
            <a:xfrm>
              <a:off x="3059832" y="627534"/>
              <a:ext cx="906760" cy="906760"/>
            </a:xfrm>
            <a:prstGeom prst="ellipse">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55" name="타원 54"/>
            <p:cNvSpPr/>
            <p:nvPr/>
          </p:nvSpPr>
          <p:spPr>
            <a:xfrm>
              <a:off x="3726582" y="627534"/>
              <a:ext cx="906760" cy="906760"/>
            </a:xfrm>
            <a:prstGeom prst="ellipse">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56" name="타원 55"/>
            <p:cNvSpPr/>
            <p:nvPr/>
          </p:nvSpPr>
          <p:spPr>
            <a:xfrm>
              <a:off x="4393332" y="627534"/>
              <a:ext cx="906760" cy="906760"/>
            </a:xfrm>
            <a:prstGeom prst="ellipse">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57" name="타원 56"/>
            <p:cNvSpPr/>
            <p:nvPr/>
          </p:nvSpPr>
          <p:spPr>
            <a:xfrm>
              <a:off x="5060082" y="627534"/>
              <a:ext cx="906760" cy="906760"/>
            </a:xfrm>
            <a:prstGeom prst="ellipse">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58" name="직사각형 57"/>
            <p:cNvSpPr/>
            <p:nvPr/>
          </p:nvSpPr>
          <p:spPr>
            <a:xfrm>
              <a:off x="2699792" y="699542"/>
              <a:ext cx="3579128" cy="746407"/>
            </a:xfrm>
            <a:prstGeom prst="rect">
              <a:avLst/>
            </a:prstGeom>
          </p:spPr>
          <p:txBody>
            <a:bodyPr wrap="square">
              <a:spAutoFit/>
            </a:bodyPr>
            <a:lstStyle/>
            <a:p>
              <a:pPr lvl="0" algn="ctr">
                <a:defRPr/>
              </a:pPr>
              <a:r>
                <a:rPr lang="ko-KR" altLang="en-US" sz="5867" spc="-200">
                  <a:solidFill>
                    <a:schemeClr val="bg1"/>
                  </a:solidFill>
                  <a:latin typeface="+mj-ea"/>
                  <a:ea typeface="+mj-ea"/>
                </a:rPr>
                <a:t>학습목표</a:t>
              </a:r>
            </a:p>
          </p:txBody>
        </p:sp>
      </p:grpSp>
      <p:grpSp>
        <p:nvGrpSpPr>
          <p:cNvPr id="18" name="그룹 17"/>
          <p:cNvGrpSpPr/>
          <p:nvPr/>
        </p:nvGrpSpPr>
        <p:grpSpPr>
          <a:xfrm>
            <a:off x="2639590" y="2564907"/>
            <a:ext cx="8224610" cy="1920219"/>
            <a:chOff x="3017907" y="1780273"/>
            <a:chExt cx="5334706" cy="703835"/>
          </a:xfrm>
        </p:grpSpPr>
        <p:grpSp>
          <p:nvGrpSpPr>
            <p:cNvPr id="15" name="그룹 14"/>
            <p:cNvGrpSpPr/>
            <p:nvPr/>
          </p:nvGrpSpPr>
          <p:grpSpPr>
            <a:xfrm>
              <a:off x="3017907" y="1780273"/>
              <a:ext cx="4994916" cy="213229"/>
              <a:chOff x="1397760" y="2088461"/>
              <a:chExt cx="5903186" cy="252000"/>
            </a:xfrm>
          </p:grpSpPr>
          <p:sp>
            <p:nvSpPr>
              <p:cNvPr id="4" name="타원 3"/>
              <p:cNvSpPr/>
              <p:nvPr/>
            </p:nvSpPr>
            <p:spPr>
              <a:xfrm>
                <a:off x="1397760" y="2088461"/>
                <a:ext cx="441595" cy="252000"/>
              </a:xfrm>
              <a:prstGeom prst="ellipse">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US" altLang="ko-KR" sz="2400">
                    <a:solidFill>
                      <a:schemeClr val="bg1"/>
                    </a:solidFill>
                    <a:latin typeface="+mn-ea"/>
                  </a:rPr>
                  <a:t>1</a:t>
                </a:r>
                <a:endParaRPr lang="ko-KR" altLang="en-US" sz="2400">
                  <a:solidFill>
                    <a:schemeClr val="bg1"/>
                  </a:solidFill>
                  <a:latin typeface="+mn-ea"/>
                </a:endParaRPr>
              </a:p>
            </p:txBody>
          </p:sp>
          <p:sp>
            <p:nvSpPr>
              <p:cNvPr id="59" name="직사각형 58"/>
              <p:cNvSpPr/>
              <p:nvPr/>
            </p:nvSpPr>
            <p:spPr>
              <a:xfrm>
                <a:off x="1912935" y="2126111"/>
                <a:ext cx="5388010" cy="195549"/>
              </a:xfrm>
              <a:prstGeom prst="rect">
                <a:avLst/>
              </a:prstGeom>
            </p:spPr>
            <p:txBody>
              <a:bodyPr wrap="none" anchor="ctr" anchorCtr="0">
                <a:spAutoFit/>
              </a:bodyPr>
              <a:lstStyle/>
              <a:p>
                <a:pPr lvl="0">
                  <a:defRPr/>
                </a:pPr>
                <a:r>
                  <a:rPr lang="ko-KR" altLang="en-US" sz="2400" spc="-147">
                    <a:solidFill>
                      <a:schemeClr val="tx1">
                        <a:lumMod val="75000"/>
                        <a:lumOff val="25000"/>
                        <a:alpha val="99000"/>
                      </a:schemeClr>
                    </a:solidFill>
                    <a:latin typeface="+mn-ea"/>
                  </a:rPr>
                  <a:t>병뚜껑 인형을 자연 위에 세워 어떤 마음일지 발견할 수 있다</a:t>
                </a:r>
                <a:r>
                  <a:rPr lang="en-US" altLang="ko-KR" sz="2400" spc="-147">
                    <a:solidFill>
                      <a:schemeClr val="tx1">
                        <a:lumMod val="75000"/>
                        <a:lumOff val="25000"/>
                        <a:alpha val="99000"/>
                      </a:schemeClr>
                    </a:solidFill>
                    <a:latin typeface="+mn-ea"/>
                  </a:rPr>
                  <a:t>.</a:t>
                </a:r>
              </a:p>
            </p:txBody>
          </p:sp>
        </p:grpSp>
        <p:grpSp>
          <p:nvGrpSpPr>
            <p:cNvPr id="14" name="그룹 13"/>
            <p:cNvGrpSpPr/>
            <p:nvPr/>
          </p:nvGrpSpPr>
          <p:grpSpPr>
            <a:xfrm>
              <a:off x="3017915" y="2270881"/>
              <a:ext cx="5334698" cy="213228"/>
              <a:chOff x="1397760" y="2714548"/>
              <a:chExt cx="6304744" cy="252000"/>
            </a:xfrm>
          </p:grpSpPr>
          <p:sp>
            <p:nvSpPr>
              <p:cNvPr id="61" name="타원 60"/>
              <p:cNvSpPr/>
              <p:nvPr/>
            </p:nvSpPr>
            <p:spPr>
              <a:xfrm>
                <a:off x="1397760" y="2714548"/>
                <a:ext cx="441594" cy="252000"/>
              </a:xfrm>
              <a:prstGeom prst="ellipse">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US" altLang="ko-KR" sz="2400">
                    <a:solidFill>
                      <a:schemeClr val="bg1"/>
                    </a:solidFill>
                    <a:latin typeface="+mn-ea"/>
                  </a:rPr>
                  <a:t>2</a:t>
                </a:r>
                <a:endParaRPr lang="ko-KR" altLang="en-US" sz="2400">
                  <a:solidFill>
                    <a:schemeClr val="bg1"/>
                  </a:solidFill>
                  <a:latin typeface="+mn-ea"/>
                </a:endParaRPr>
              </a:p>
            </p:txBody>
          </p:sp>
          <p:sp>
            <p:nvSpPr>
              <p:cNvPr id="62" name="직사각형 61"/>
              <p:cNvSpPr/>
              <p:nvPr/>
            </p:nvSpPr>
            <p:spPr>
              <a:xfrm>
                <a:off x="1912952" y="2745060"/>
                <a:ext cx="5789551" cy="196403"/>
              </a:xfrm>
              <a:prstGeom prst="rect">
                <a:avLst/>
              </a:prstGeom>
            </p:spPr>
            <p:txBody>
              <a:bodyPr wrap="square" anchor="ctr" anchorCtr="0">
                <a:spAutoFit/>
              </a:bodyPr>
              <a:lstStyle/>
              <a:p>
                <a:pPr lvl="0">
                  <a:defRPr/>
                </a:pPr>
                <a:r>
                  <a:rPr lang="ko-KR" altLang="en-US" sz="2400" spc="-147">
                    <a:solidFill>
                      <a:schemeClr val="tx1">
                        <a:lumMod val="75000"/>
                        <a:lumOff val="25000"/>
                        <a:alpha val="99000"/>
                      </a:schemeClr>
                    </a:solidFill>
                    <a:latin typeface="+mn-ea"/>
                  </a:rPr>
                  <a:t>발견한 마음을 표정과 동작으로 나타낼 수 있다</a:t>
                </a:r>
                <a:r>
                  <a:rPr lang="en-US" altLang="ko-KR" sz="2400" spc="-147">
                    <a:solidFill>
                      <a:schemeClr val="tx1">
                        <a:lumMod val="75000"/>
                        <a:lumOff val="25000"/>
                        <a:alpha val="99000"/>
                      </a:schemeClr>
                    </a:solidFill>
                    <a:latin typeface="+mn-ea"/>
                  </a:rPr>
                  <a:t>.</a:t>
                </a:r>
              </a:p>
            </p:txBody>
          </p:sp>
        </p:grpSp>
      </p:grpSp>
    </p:spTree>
    <p:extLst>
      <p:ext uri="{BB962C8B-B14F-4D97-AF65-F5344CB8AC3E}">
        <p14:creationId xmlns:p14="http://schemas.microsoft.com/office/powerpoint/2010/main" val="182835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그림 96"/>
          <p:cNvPicPr>
            <a:picLocks noChangeAspect="1"/>
          </p:cNvPicPr>
          <p:nvPr/>
        </p:nvPicPr>
        <p:blipFill rotWithShape="1">
          <a:blip r:embed="rId3"/>
          <a:stretch>
            <a:fillRect/>
          </a:stretch>
        </p:blipFill>
        <p:spPr>
          <a:xfrm>
            <a:off x="0" y="1126656"/>
            <a:ext cx="12192000" cy="5373165"/>
          </a:xfrm>
          <a:prstGeom prst="rect">
            <a:avLst/>
          </a:prstGeom>
        </p:spPr>
      </p:pic>
      <p:sp>
        <p:nvSpPr>
          <p:cNvPr id="3" name="양쪽 모서리가 둥근 사각형 2"/>
          <p:cNvSpPr/>
          <p:nvPr/>
        </p:nvSpPr>
        <p:spPr>
          <a:xfrm rot="10800000">
            <a:off x="10045137" y="1151708"/>
            <a:ext cx="1580852" cy="545041"/>
          </a:xfrm>
          <a:prstGeom prst="round2SameRect">
            <a:avLst>
              <a:gd name="adj1" fmla="val 50000"/>
              <a:gd name="adj2" fmla="val 0"/>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9" name="슬라이드 번호 개체 틀 8"/>
          <p:cNvSpPr>
            <a:spLocks noGrp="1"/>
          </p:cNvSpPr>
          <p:nvPr>
            <p:ph type="sldNum" sz="quarter" idx="4"/>
          </p:nvPr>
        </p:nvSpPr>
        <p:spPr/>
        <p:txBody>
          <a:bodyPr/>
          <a:lstStyle/>
          <a:p>
            <a:fld id="{A73DE1A5-A26C-4936-9EB7-341AE0E9F7ED}" type="slidenum">
              <a:rPr lang="en-US" altLang="ko-KR" smtClean="0"/>
              <a:pPr/>
              <a:t>3</a:t>
            </a:fld>
            <a:endParaRPr lang="en-US" dirty="0"/>
          </a:p>
        </p:txBody>
      </p:sp>
      <p:sp>
        <p:nvSpPr>
          <p:cNvPr id="2" name="제목 1"/>
          <p:cNvSpPr>
            <a:spLocks noGrp="1"/>
          </p:cNvSpPr>
          <p:nvPr>
            <p:ph type="title"/>
          </p:nvPr>
        </p:nvSpPr>
        <p:spPr>
          <a:xfrm>
            <a:off x="519761" y="452670"/>
            <a:ext cx="9525376" cy="641085"/>
          </a:xfrm>
        </p:spPr>
        <p:txBody>
          <a:bodyPr>
            <a:normAutofit fontScale="90000"/>
          </a:bodyPr>
          <a:lstStyle/>
          <a:p>
            <a:pPr lvl="0">
              <a:defRPr/>
            </a:pPr>
            <a:r>
              <a:rPr lang="ko-KR" altLang="en-US" b="1">
                <a:solidFill>
                  <a:schemeClr val="tx1">
                    <a:lumMod val="75000"/>
                    <a:lumOff val="25000"/>
                    <a:alpha val="99000"/>
                  </a:schemeClr>
                </a:solidFill>
                <a:latin typeface="+mj-ea"/>
                <a:ea typeface="+mj-ea"/>
              </a:rPr>
              <a:t>자연과 만난 병뚜껑</a:t>
            </a:r>
          </a:p>
        </p:txBody>
      </p:sp>
      <p:sp>
        <p:nvSpPr>
          <p:cNvPr id="96" name="TextBox 95"/>
          <p:cNvSpPr txBox="1"/>
          <p:nvPr/>
        </p:nvSpPr>
        <p:spPr>
          <a:xfrm>
            <a:off x="10045136" y="1208366"/>
            <a:ext cx="1561176" cy="461665"/>
          </a:xfrm>
          <a:prstGeom prst="rect">
            <a:avLst/>
          </a:prstGeom>
          <a:noFill/>
        </p:spPr>
        <p:txBody>
          <a:bodyPr wrap="square" rtlCol="0">
            <a:spAutoFit/>
          </a:bodyPr>
          <a:lstStyle/>
          <a:p>
            <a:pPr algn="ctr"/>
            <a:r>
              <a:rPr lang="ko-KR" altLang="en-US" sz="2400" spc="-147" dirty="0">
                <a:solidFill>
                  <a:schemeClr val="bg1">
                    <a:alpha val="99000"/>
                  </a:schemeClr>
                </a:solidFill>
                <a:latin typeface="Noto Sans KR Black" panose="020B0200000000000000" pitchFamily="50" charset="-127"/>
                <a:ea typeface="Noto Sans KR Black" panose="020B0200000000000000" pitchFamily="50" charset="-127"/>
              </a:rPr>
              <a:t>강의</a:t>
            </a:r>
          </a:p>
        </p:txBody>
      </p:sp>
      <p:sp>
        <p:nvSpPr>
          <p:cNvPr id="6" name="실행 단추: 앞으로 또는 다음 18">
            <a:hlinkClick r:id="rId4"/>
            <a:extLst>
              <a:ext uri="{FF2B5EF4-FFF2-40B4-BE49-F238E27FC236}">
                <a16:creationId xmlns:a16="http://schemas.microsoft.com/office/drawing/2014/main" id="{50913439-43BE-97BC-C36D-6361FF940301}"/>
              </a:ext>
            </a:extLst>
          </p:cNvPr>
          <p:cNvSpPr/>
          <p:nvPr/>
        </p:nvSpPr>
        <p:spPr>
          <a:xfrm>
            <a:off x="4194133" y="452670"/>
            <a:ext cx="613190" cy="564815"/>
          </a:xfrm>
          <a:prstGeom prst="actionButtonForwardNext">
            <a:avLst/>
          </a:prstGeom>
          <a:solidFill>
            <a:srgbClr val="FFE7D8"/>
          </a:solidFill>
        </p:spPr>
        <p:style>
          <a:lnRef idx="0">
            <a:schemeClr val="accent2"/>
          </a:lnRef>
          <a:fillRef idx="3">
            <a:schemeClr val="accent2"/>
          </a:fillRef>
          <a:effectRef idx="3">
            <a:schemeClr val="accent2"/>
          </a:effectRef>
          <a:fontRef idx="minor">
            <a:schemeClr val="lt1"/>
          </a:fontRef>
        </p:style>
        <p:txBody>
          <a:bodyPr anchor="ctr"/>
          <a:lstStyle/>
          <a:p>
            <a:pPr lvl="0" algn="ctr">
              <a:defRPr/>
            </a:pPr>
            <a:endParaRPr lang="ko-KR" altLang="en-US"/>
          </a:p>
        </p:txBody>
      </p:sp>
    </p:spTree>
    <p:extLst>
      <p:ext uri="{BB962C8B-B14F-4D97-AF65-F5344CB8AC3E}">
        <p14:creationId xmlns:p14="http://schemas.microsoft.com/office/powerpoint/2010/main" val="1153451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p:cNvPicPr>
            <a:picLocks noChangeAspect="1"/>
          </p:cNvPicPr>
          <p:nvPr/>
        </p:nvPicPr>
        <p:blipFill rotWithShape="1">
          <a:blip r:embed="rId3"/>
          <a:stretch>
            <a:fillRect/>
          </a:stretch>
        </p:blipFill>
        <p:spPr>
          <a:xfrm>
            <a:off x="0" y="1151708"/>
            <a:ext cx="12192000" cy="5348113"/>
          </a:xfrm>
          <a:prstGeom prst="rect">
            <a:avLst/>
          </a:prstGeom>
        </p:spPr>
      </p:pic>
      <p:sp>
        <p:nvSpPr>
          <p:cNvPr id="9" name="슬라이드 번호 개체 틀 8"/>
          <p:cNvSpPr>
            <a:spLocks noGrp="1"/>
          </p:cNvSpPr>
          <p:nvPr>
            <p:ph type="sldNum" sz="quarter" idx="4"/>
          </p:nvPr>
        </p:nvSpPr>
        <p:spPr/>
        <p:txBody>
          <a:bodyPr/>
          <a:lstStyle/>
          <a:p>
            <a:pPr lvl="0">
              <a:defRPr/>
            </a:pPr>
            <a:fld id="{A73DE1A5-A26C-4936-9EB7-341AE0E9F7ED}" type="slidenum">
              <a:rPr lang="en-US" altLang="ko-KR"/>
              <a:pPr lvl="0">
                <a:defRPr/>
              </a:pPr>
              <a:t>4</a:t>
            </a:fld>
            <a:endParaRPr lang="en-US"/>
          </a:p>
        </p:txBody>
      </p:sp>
      <p:sp>
        <p:nvSpPr>
          <p:cNvPr id="10" name="양쪽 모서리가 둥근 사각형 9"/>
          <p:cNvSpPr/>
          <p:nvPr/>
        </p:nvSpPr>
        <p:spPr>
          <a:xfrm rot="10800000">
            <a:off x="10045137" y="1151708"/>
            <a:ext cx="1580852" cy="545041"/>
          </a:xfrm>
          <a:prstGeom prst="round2SameRect">
            <a:avLst>
              <a:gd name="adj1" fmla="val 50000"/>
              <a:gd name="adj2" fmla="val 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2" name="TextBox 11"/>
          <p:cNvSpPr txBox="1"/>
          <p:nvPr/>
        </p:nvSpPr>
        <p:spPr>
          <a:xfrm>
            <a:off x="10045136" y="1223282"/>
            <a:ext cx="1561176" cy="461665"/>
          </a:xfrm>
          <a:prstGeom prst="rect">
            <a:avLst/>
          </a:prstGeom>
          <a:noFill/>
        </p:spPr>
        <p:txBody>
          <a:bodyPr wrap="square">
            <a:spAutoFit/>
          </a:bodyPr>
          <a:lstStyle/>
          <a:p>
            <a:pPr lvl="0" algn="ctr">
              <a:defRPr/>
            </a:pPr>
            <a:r>
              <a:rPr lang="ko-KR" altLang="en-US" sz="2400" spc="-147">
                <a:solidFill>
                  <a:schemeClr val="tx1">
                    <a:alpha val="99000"/>
                  </a:schemeClr>
                </a:solidFill>
                <a:latin typeface="Noto Sans KR Black"/>
                <a:ea typeface="Noto Sans KR Black"/>
              </a:rPr>
              <a:t>활동</a:t>
            </a:r>
          </a:p>
        </p:txBody>
      </p:sp>
      <p:sp>
        <p:nvSpPr>
          <p:cNvPr id="8" name="제목 1"/>
          <p:cNvSpPr>
            <a:spLocks noGrp="1"/>
          </p:cNvSpPr>
          <p:nvPr>
            <p:ph type="title"/>
          </p:nvPr>
        </p:nvSpPr>
        <p:spPr>
          <a:xfrm>
            <a:off x="519761" y="452670"/>
            <a:ext cx="9525376" cy="641085"/>
          </a:xfrm>
        </p:spPr>
        <p:txBody>
          <a:bodyPr>
            <a:normAutofit fontScale="90000"/>
          </a:bodyPr>
          <a:lstStyle/>
          <a:p>
            <a:pPr lvl="0">
              <a:defRPr/>
            </a:pPr>
            <a:r>
              <a:rPr lang="ko-KR" altLang="en-US" b="1" dirty="0">
                <a:solidFill>
                  <a:schemeClr val="tx1">
                    <a:lumMod val="75000"/>
                    <a:lumOff val="25000"/>
                    <a:alpha val="99000"/>
                  </a:schemeClr>
                </a:solidFill>
                <a:latin typeface="+mj-ea"/>
                <a:ea typeface="+mj-ea"/>
              </a:rPr>
              <a:t>예술가의 비밀 무기</a:t>
            </a:r>
          </a:p>
        </p:txBody>
      </p:sp>
      <p:sp>
        <p:nvSpPr>
          <p:cNvPr id="901" name="핵심 문장 패널"/>
          <p:cNvSpPr/>
          <p:nvPr/>
        </p:nvSpPr>
        <p:spPr>
          <a:xfrm>
            <a:off x="1736752" y="2925056"/>
            <a:ext cx="9232208" cy="2559424"/>
          </a:xfrm>
          <a:prstGeom prst="roundRect">
            <a:avLst>
              <a:gd name="adj" fmla="val 8000"/>
            </a:avLst>
          </a:prstGeom>
          <a:solidFill>
            <a:srgbClr val="FFFFFF"/>
          </a:solidFill>
          <a:ln w="19050">
            <a:solidFill>
              <a:srgbClr val="E7B6D3"/>
            </a:solidFill>
          </a:ln>
        </p:spPr>
        <p:txBody>
          <a:bodyPr wrap="square" lIns="182880" tIns="137160" rIns="182880" bIns="137160" anchor="ctr">
            <a:normAutofit/>
          </a:bodyPr>
          <a:lstStyle/>
          <a:p>
            <a:pPr algn="ctr">
              <a:lnSpc>
                <a:spcPct val="110000"/>
              </a:lnSpc>
              <a:spcAft>
                <a:spcPts val="200"/>
              </a:spcAft>
            </a:pPr>
            <a:r>
              <a:rPr lang="ko-KR" altLang="en-US" sz="1400" b="1" dirty="0">
                <a:solidFill>
                  <a:srgbClr val="C0378A"/>
                </a:solidFill>
                <a:latin typeface="Noto Sans KR"/>
                <a:ea typeface="Noto Sans KR"/>
              </a:rPr>
              <a:t>단원 핵심 문장</a:t>
            </a:r>
          </a:p>
          <a:p>
            <a:pPr algn="ctr">
              <a:lnSpc>
                <a:spcPct val="110000"/>
              </a:lnSpc>
              <a:spcAft>
                <a:spcPts val="0"/>
              </a:spcAft>
            </a:pPr>
            <a:r>
              <a:rPr lang="ko-KR" altLang="en-US" sz="1500" b="0" dirty="0">
                <a:solidFill>
                  <a:srgbClr val="4A4A4A"/>
                </a:solidFill>
                <a:latin typeface="Noto Sans KR"/>
                <a:ea typeface="Noto Sans KR"/>
              </a:rPr>
              <a:t>AI는 결과를 빠르게 만들지만, 작품의 의미는</a:t>
            </a:r>
          </a:p>
          <a:p>
            <a:pPr algn="ctr">
              <a:lnSpc>
                <a:spcPct val="110000"/>
              </a:lnSpc>
              <a:spcAft>
                <a:spcPts val="1200"/>
              </a:spcAft>
            </a:pPr>
            <a:r>
              <a:rPr lang="ko-KR" altLang="en-US" sz="1500" b="0" dirty="0">
                <a:solidFill>
                  <a:srgbClr val="4A4A4A"/>
                </a:solidFill>
                <a:latin typeface="Noto Sans KR"/>
                <a:ea typeface="Noto Sans KR"/>
              </a:rPr>
              <a:t>예술가(나)가 직접 고르고 나누고 돌아보는 과정에서 생겨난다.</a:t>
            </a:r>
          </a:p>
          <a:p>
            <a:pPr algn="ctr">
              <a:lnSpc>
                <a:spcPct val="110000"/>
              </a:lnSpc>
              <a:spcAft>
                <a:spcPts val="200"/>
              </a:spcAft>
            </a:pPr>
            <a:r>
              <a:rPr lang="ko-KR" altLang="en-US" sz="1400" b="1" dirty="0">
                <a:solidFill>
                  <a:srgbClr val="C0378A"/>
                </a:solidFill>
                <a:latin typeface="Noto Sans KR"/>
                <a:ea typeface="Noto Sans KR"/>
              </a:rPr>
              <a:t>2차시 문장 · 빈칸에 들어갈 말은?</a:t>
            </a:r>
          </a:p>
          <a:p>
            <a:pPr algn="ctr">
              <a:lnSpc>
                <a:spcPct val="110000"/>
              </a:lnSpc>
              <a:spcAft>
                <a:spcPts val="0"/>
              </a:spcAft>
            </a:pPr>
            <a:r>
              <a:rPr lang="ko-KR" altLang="en-US" sz="2800" b="1" dirty="0">
                <a:solidFill>
                  <a:srgbClr val="222222"/>
                </a:solidFill>
                <a:latin typeface="Noto Sans KR"/>
                <a:ea typeface="Noto Sans KR"/>
              </a:rPr>
              <a:t>호기심으로 오래 바라보면 평범한 곳에서도</a:t>
            </a:r>
          </a:p>
          <a:p>
            <a:pPr algn="ctr">
              <a:lnSpc>
                <a:spcPct val="110000"/>
              </a:lnSpc>
              <a:spcAft>
                <a:spcPts val="0"/>
              </a:spcAft>
            </a:pPr>
            <a:r>
              <a:rPr lang="ko-KR" altLang="en-US" sz="2800" b="1" dirty="0">
                <a:solidFill>
                  <a:srgbClr val="222222"/>
                </a:solidFill>
                <a:latin typeface="Noto Sans KR"/>
                <a:ea typeface="Noto Sans KR"/>
              </a:rPr>
              <a:t>새로운 이야기를 [</a:t>
            </a:r>
            <a:r>
              <a:rPr lang="ko-KR" altLang="en-US" sz="2800" b="1" dirty="0">
                <a:solidFill>
                  <a:srgbClr val="3A3A3A"/>
                </a:solidFill>
                <a:highlight>
                  <a:srgbClr val="E8F1DD"/>
                </a:highlight>
                <a:latin typeface="Noto Sans KR"/>
                <a:ea typeface="Noto Sans KR"/>
              </a:rPr>
              <a:t>　　　</a:t>
            </a:r>
            <a:r>
              <a:rPr lang="ko-KR" altLang="en-US" sz="2800" b="1" dirty="0">
                <a:solidFill>
                  <a:srgbClr val="222222"/>
                </a:solidFill>
                <a:latin typeface="Noto Sans KR"/>
                <a:ea typeface="Noto Sans KR"/>
              </a:rPr>
              <a:t>]하게 된다.</a:t>
            </a:r>
          </a:p>
        </p:txBody>
      </p:sp>
    </p:spTree>
    <p:extLst>
      <p:ext uri="{BB962C8B-B14F-4D97-AF65-F5344CB8AC3E}">
        <p14:creationId xmlns:p14="http://schemas.microsoft.com/office/powerpoint/2010/main" val="3756504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p:cNvPicPr>
            <a:picLocks noChangeAspect="1"/>
          </p:cNvPicPr>
          <p:nvPr/>
        </p:nvPicPr>
        <p:blipFill rotWithShape="1">
          <a:blip r:embed="rId2"/>
          <a:stretch>
            <a:fillRect/>
          </a:stretch>
        </p:blipFill>
        <p:spPr>
          <a:xfrm>
            <a:off x="0" y="1151708"/>
            <a:ext cx="12192000" cy="5348113"/>
          </a:xfrm>
          <a:prstGeom prst="rect">
            <a:avLst/>
          </a:prstGeom>
        </p:spPr>
      </p:pic>
      <p:sp>
        <p:nvSpPr>
          <p:cNvPr id="9" name="슬라이드 번호 개체 틀 8"/>
          <p:cNvSpPr>
            <a:spLocks noGrp="1"/>
          </p:cNvSpPr>
          <p:nvPr>
            <p:ph type="sldNum" sz="quarter" idx="4"/>
          </p:nvPr>
        </p:nvSpPr>
        <p:spPr/>
        <p:txBody>
          <a:bodyPr/>
          <a:lstStyle/>
          <a:p>
            <a:pPr lvl="0">
              <a:defRPr/>
            </a:pPr>
            <a:fld id="{A73DE1A5-A26C-4936-9EB7-341AE0E9F7ED}" type="slidenum">
              <a:rPr lang="en-US" altLang="ko-KR"/>
              <a:pPr lvl="0">
                <a:defRPr/>
              </a:pPr>
              <a:t>5</a:t>
            </a:fld>
            <a:endParaRPr lang="en-US"/>
          </a:p>
        </p:txBody>
      </p:sp>
      <p:sp>
        <p:nvSpPr>
          <p:cNvPr id="10" name="양쪽 모서리가 둥근 사각형 9"/>
          <p:cNvSpPr/>
          <p:nvPr/>
        </p:nvSpPr>
        <p:spPr>
          <a:xfrm rot="10800000">
            <a:off x="10045137" y="1151708"/>
            <a:ext cx="1580852" cy="545041"/>
          </a:xfrm>
          <a:prstGeom prst="round2SameRect">
            <a:avLst>
              <a:gd name="adj1" fmla="val 50000"/>
              <a:gd name="adj2" fmla="val 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2" name="TextBox 11"/>
          <p:cNvSpPr txBox="1"/>
          <p:nvPr/>
        </p:nvSpPr>
        <p:spPr>
          <a:xfrm>
            <a:off x="10045136" y="1223282"/>
            <a:ext cx="1561176" cy="461665"/>
          </a:xfrm>
          <a:prstGeom prst="rect">
            <a:avLst/>
          </a:prstGeom>
          <a:noFill/>
        </p:spPr>
        <p:txBody>
          <a:bodyPr wrap="square">
            <a:spAutoFit/>
          </a:bodyPr>
          <a:lstStyle/>
          <a:p>
            <a:pPr lvl="0" algn="ctr">
              <a:defRPr/>
            </a:pPr>
            <a:r>
              <a:rPr lang="ko-KR" altLang="en-US" sz="2400" spc="-147">
                <a:solidFill>
                  <a:schemeClr val="tx1">
                    <a:alpha val="99000"/>
                  </a:schemeClr>
                </a:solidFill>
                <a:latin typeface="Noto Sans KR Black"/>
                <a:ea typeface="Noto Sans KR Black"/>
              </a:rPr>
              <a:t>활동</a:t>
            </a:r>
          </a:p>
        </p:txBody>
      </p:sp>
      <p:sp>
        <p:nvSpPr>
          <p:cNvPr id="8" name="제목 1"/>
          <p:cNvSpPr>
            <a:spLocks noGrp="1"/>
          </p:cNvSpPr>
          <p:nvPr>
            <p:ph type="title"/>
          </p:nvPr>
        </p:nvSpPr>
        <p:spPr>
          <a:xfrm>
            <a:off x="519761" y="452670"/>
            <a:ext cx="9525376" cy="641085"/>
          </a:xfrm>
        </p:spPr>
        <p:txBody>
          <a:bodyPr>
            <a:normAutofit fontScale="90000"/>
          </a:bodyPr>
          <a:lstStyle/>
          <a:p>
            <a:pPr lvl="0">
              <a:defRPr/>
            </a:pPr>
            <a:r>
              <a:rPr lang="ko-KR" altLang="en-US" b="1" dirty="0">
                <a:solidFill>
                  <a:schemeClr val="tx1">
                    <a:lumMod val="75000"/>
                    <a:lumOff val="25000"/>
                    <a:alpha val="99000"/>
                  </a:schemeClr>
                </a:solidFill>
                <a:latin typeface="+mj-ea"/>
                <a:ea typeface="+mj-ea"/>
              </a:rPr>
              <a:t>예술가의 비밀 무기</a:t>
            </a:r>
          </a:p>
        </p:txBody>
      </p:sp>
      <p:sp>
        <p:nvSpPr>
          <p:cNvPr id="901" name="핵심 문장 패널"/>
          <p:cNvSpPr/>
          <p:nvPr/>
        </p:nvSpPr>
        <p:spPr>
          <a:xfrm>
            <a:off x="1736752" y="2925056"/>
            <a:ext cx="9232208" cy="2559424"/>
          </a:xfrm>
          <a:prstGeom prst="roundRect">
            <a:avLst>
              <a:gd name="adj" fmla="val 8000"/>
            </a:avLst>
          </a:prstGeom>
          <a:solidFill>
            <a:srgbClr val="FFFFFF"/>
          </a:solidFill>
          <a:ln w="19050">
            <a:solidFill>
              <a:srgbClr val="E7B6D3"/>
            </a:solidFill>
          </a:ln>
        </p:spPr>
        <p:txBody>
          <a:bodyPr wrap="square" lIns="182880" tIns="137160" rIns="182880" bIns="137160" anchor="ctr">
            <a:normAutofit/>
          </a:bodyPr>
          <a:lstStyle/>
          <a:p>
            <a:pPr algn="ctr">
              <a:lnSpc>
                <a:spcPct val="110000"/>
              </a:lnSpc>
              <a:spcAft>
                <a:spcPts val="200"/>
              </a:spcAft>
            </a:pPr>
            <a:r>
              <a:rPr lang="ko-KR" altLang="en-US" sz="1400" b="1" dirty="0">
                <a:solidFill>
                  <a:srgbClr val="C0378A"/>
                </a:solidFill>
                <a:latin typeface="Noto Sans KR"/>
                <a:ea typeface="Noto Sans KR"/>
              </a:rPr>
              <a:t>단원 핵심 문장</a:t>
            </a:r>
          </a:p>
          <a:p>
            <a:pPr algn="ctr">
              <a:lnSpc>
                <a:spcPct val="110000"/>
              </a:lnSpc>
              <a:spcAft>
                <a:spcPts val="0"/>
              </a:spcAft>
            </a:pPr>
            <a:r>
              <a:rPr lang="ko-KR" altLang="en-US" sz="1500" b="0" dirty="0">
                <a:solidFill>
                  <a:srgbClr val="4A4A4A"/>
                </a:solidFill>
                <a:latin typeface="Noto Sans KR"/>
                <a:ea typeface="Noto Sans KR"/>
              </a:rPr>
              <a:t>AI는 결과를 빠르게 만들지만, 작품의 의미는</a:t>
            </a:r>
          </a:p>
          <a:p>
            <a:pPr algn="ctr">
              <a:lnSpc>
                <a:spcPct val="110000"/>
              </a:lnSpc>
              <a:spcAft>
                <a:spcPts val="1200"/>
              </a:spcAft>
            </a:pPr>
            <a:r>
              <a:rPr lang="ko-KR" altLang="en-US" sz="1500" b="0" dirty="0">
                <a:solidFill>
                  <a:srgbClr val="4A4A4A"/>
                </a:solidFill>
                <a:latin typeface="Noto Sans KR"/>
                <a:ea typeface="Noto Sans KR"/>
              </a:rPr>
              <a:t>예술가(나)가 직접 고르고 나누고 돌아보는 과정에서 생겨난다.</a:t>
            </a:r>
          </a:p>
          <a:p>
            <a:pPr algn="ctr">
              <a:lnSpc>
                <a:spcPct val="110000"/>
              </a:lnSpc>
              <a:spcAft>
                <a:spcPts val="200"/>
              </a:spcAft>
            </a:pPr>
            <a:r>
              <a:rPr lang="ko-KR" altLang="en-US" sz="1400" b="1" dirty="0">
                <a:solidFill>
                  <a:srgbClr val="C0378A"/>
                </a:solidFill>
                <a:latin typeface="Noto Sans KR"/>
                <a:ea typeface="Noto Sans KR"/>
              </a:rPr>
              <a:t>2차시 문장</a:t>
            </a:r>
          </a:p>
          <a:p>
            <a:pPr algn="ctr">
              <a:lnSpc>
                <a:spcPct val="110000"/>
              </a:lnSpc>
              <a:spcAft>
                <a:spcPts val="0"/>
              </a:spcAft>
            </a:pPr>
            <a:r>
              <a:rPr lang="ko-KR" altLang="en-US" sz="2800" b="1" dirty="0">
                <a:solidFill>
                  <a:srgbClr val="222222"/>
                </a:solidFill>
                <a:latin typeface="Noto Sans KR"/>
                <a:ea typeface="Noto Sans KR"/>
              </a:rPr>
              <a:t>호기심으로 오래 바라보면 평범한 곳에서도</a:t>
            </a:r>
          </a:p>
          <a:p>
            <a:pPr algn="ctr">
              <a:lnSpc>
                <a:spcPct val="110000"/>
              </a:lnSpc>
              <a:spcAft>
                <a:spcPts val="0"/>
              </a:spcAft>
            </a:pPr>
            <a:r>
              <a:rPr lang="ko-KR" altLang="en-US" sz="2800" b="1" dirty="0">
                <a:solidFill>
                  <a:srgbClr val="222222"/>
                </a:solidFill>
                <a:latin typeface="Noto Sans KR"/>
                <a:ea typeface="Noto Sans KR"/>
              </a:rPr>
              <a:t>새로운 이야기를 </a:t>
            </a:r>
            <a:r>
              <a:rPr lang="ko-KR" altLang="en-US" sz="2800" b="1" dirty="0">
                <a:solidFill>
                  <a:srgbClr val="D6336C"/>
                </a:solidFill>
                <a:highlight>
                  <a:srgbClr val="FFF2A8"/>
                </a:highlight>
                <a:latin typeface="Noto Sans KR"/>
                <a:ea typeface="Noto Sans KR"/>
              </a:rPr>
              <a:t>발견</a:t>
            </a:r>
            <a:r>
              <a:rPr lang="ko-KR" altLang="en-US" sz="2800" b="1" dirty="0">
                <a:solidFill>
                  <a:srgbClr val="222222"/>
                </a:solidFill>
                <a:latin typeface="Noto Sans KR"/>
                <a:ea typeface="Noto Sans KR"/>
              </a:rPr>
              <a:t>하게 된다.</a:t>
            </a:r>
          </a:p>
        </p:txBody>
      </p:sp>
    </p:spTree>
    <p:extLst>
      <p:ext uri="{BB962C8B-B14F-4D97-AF65-F5344CB8AC3E}">
        <p14:creationId xmlns:p14="http://schemas.microsoft.com/office/powerpoint/2010/main" val="3756504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실행 단추: 앞으로 또는 다음 18">
            <a:hlinkClick r:id="rId3" highlightClick="1"/>
          </p:cNvPr>
          <p:cNvSpPr/>
          <p:nvPr/>
        </p:nvSpPr>
        <p:spPr>
          <a:xfrm>
            <a:off x="2939265" y="452670"/>
            <a:ext cx="613190" cy="564815"/>
          </a:xfrm>
          <a:prstGeom prst="actionButtonForwardNext">
            <a:avLst/>
          </a:prstGeom>
          <a:solidFill>
            <a:srgbClr val="FFE7D8"/>
          </a:solidFill>
        </p:spPr>
        <p:style>
          <a:lnRef idx="0">
            <a:schemeClr val="accent2"/>
          </a:lnRef>
          <a:fillRef idx="3">
            <a:schemeClr val="accent2"/>
          </a:fillRef>
          <a:effectRef idx="3">
            <a:schemeClr val="accent2"/>
          </a:effectRef>
          <a:fontRef idx="minor">
            <a:schemeClr val="lt1"/>
          </a:fontRef>
        </p:style>
        <p:txBody>
          <a:bodyPr anchor="ctr"/>
          <a:lstStyle/>
          <a:p>
            <a:pPr lvl="0" algn="ctr">
              <a:defRPr/>
            </a:pPr>
            <a:endParaRPr lang="ko-KR" altLang="en-US"/>
          </a:p>
        </p:txBody>
      </p:sp>
      <p:pic>
        <p:nvPicPr>
          <p:cNvPr id="20" name="그림 19"/>
          <p:cNvPicPr>
            <a:picLocks noChangeAspect="1"/>
          </p:cNvPicPr>
          <p:nvPr/>
        </p:nvPicPr>
        <p:blipFill rotWithShape="1">
          <a:blip r:embed="rId4"/>
          <a:stretch>
            <a:fillRect/>
          </a:stretch>
        </p:blipFill>
        <p:spPr>
          <a:xfrm>
            <a:off x="0" y="1151708"/>
            <a:ext cx="12192000" cy="5348113"/>
          </a:xfrm>
          <a:prstGeom prst="rect">
            <a:avLst/>
          </a:prstGeom>
        </p:spPr>
      </p:pic>
      <p:sp>
        <p:nvSpPr>
          <p:cNvPr id="9" name="슬라이드 번호 개체 틀 8"/>
          <p:cNvSpPr>
            <a:spLocks noGrp="1"/>
          </p:cNvSpPr>
          <p:nvPr>
            <p:ph type="sldNum" sz="quarter" idx="4"/>
          </p:nvPr>
        </p:nvSpPr>
        <p:spPr/>
        <p:txBody>
          <a:bodyPr/>
          <a:lstStyle/>
          <a:p>
            <a:pPr lvl="0">
              <a:defRPr/>
            </a:pPr>
            <a:fld id="{A73DE1A5-A26C-4936-9EB7-341AE0E9F7ED}" type="slidenum">
              <a:rPr lang="en-US" altLang="ko-KR"/>
              <a:pPr lvl="0">
                <a:defRPr/>
              </a:pPr>
              <a:t>6</a:t>
            </a:fld>
            <a:endParaRPr lang="en-US" altLang="ko-KR"/>
          </a:p>
        </p:txBody>
      </p:sp>
      <p:sp>
        <p:nvSpPr>
          <p:cNvPr id="10" name="양쪽 모서리가 둥근 사각형 9"/>
          <p:cNvSpPr/>
          <p:nvPr/>
        </p:nvSpPr>
        <p:spPr>
          <a:xfrm rot="10800000">
            <a:off x="10045137" y="1151708"/>
            <a:ext cx="1580852" cy="545041"/>
          </a:xfrm>
          <a:prstGeom prst="round2SameRect">
            <a:avLst>
              <a:gd name="adj1" fmla="val 50000"/>
              <a:gd name="adj2" fmla="val 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2" name="TextBox 11"/>
          <p:cNvSpPr txBox="1"/>
          <p:nvPr/>
        </p:nvSpPr>
        <p:spPr>
          <a:xfrm>
            <a:off x="10045136" y="1223282"/>
            <a:ext cx="1561176" cy="461665"/>
          </a:xfrm>
          <a:prstGeom prst="rect">
            <a:avLst/>
          </a:prstGeom>
          <a:noFill/>
        </p:spPr>
        <p:txBody>
          <a:bodyPr wrap="square">
            <a:spAutoFit/>
          </a:bodyPr>
          <a:lstStyle/>
          <a:p>
            <a:pPr lvl="0" algn="ctr">
              <a:defRPr/>
            </a:pPr>
            <a:r>
              <a:rPr lang="ko-KR" altLang="en-US" sz="2400" spc="-147">
                <a:solidFill>
                  <a:schemeClr val="tx1">
                    <a:alpha val="99000"/>
                  </a:schemeClr>
                </a:solidFill>
                <a:latin typeface="Noto Sans KR Black"/>
                <a:ea typeface="Noto Sans KR Black"/>
              </a:rPr>
              <a:t>활동</a:t>
            </a:r>
          </a:p>
        </p:txBody>
      </p:sp>
      <p:sp>
        <p:nvSpPr>
          <p:cNvPr id="8" name="제목 1"/>
          <p:cNvSpPr>
            <a:spLocks noGrp="1"/>
          </p:cNvSpPr>
          <p:nvPr>
            <p:ph type="title"/>
          </p:nvPr>
        </p:nvSpPr>
        <p:spPr>
          <a:xfrm>
            <a:off x="519761" y="452670"/>
            <a:ext cx="9525376" cy="641085"/>
          </a:xfrm>
        </p:spPr>
        <p:txBody>
          <a:bodyPr>
            <a:normAutofit fontScale="90000"/>
          </a:bodyPr>
          <a:lstStyle/>
          <a:p>
            <a:pPr lvl="0">
              <a:defRPr/>
            </a:pPr>
            <a:r>
              <a:rPr lang="en-US" altLang="ko-KR" b="1" dirty="0">
                <a:solidFill>
                  <a:schemeClr val="tx1">
                    <a:lumMod val="75000"/>
                    <a:lumOff val="25000"/>
                    <a:alpha val="99000"/>
                  </a:schemeClr>
                </a:solidFill>
                <a:latin typeface="+mj-ea"/>
                <a:ea typeface="+mj-ea"/>
              </a:rPr>
              <a:t>AI</a:t>
            </a:r>
            <a:r>
              <a:rPr lang="ko-KR" altLang="en-US" b="1" dirty="0">
                <a:solidFill>
                  <a:schemeClr val="tx1">
                    <a:lumMod val="75000"/>
                    <a:lumOff val="25000"/>
                    <a:alpha val="99000"/>
                  </a:schemeClr>
                </a:solidFill>
                <a:latin typeface="+mj-ea"/>
                <a:ea typeface="+mj-ea"/>
              </a:rPr>
              <a:t>는</a:t>
            </a:r>
            <a:r>
              <a:rPr lang="en-US" altLang="ko-KR" b="1" dirty="0">
                <a:solidFill>
                  <a:schemeClr val="tx1">
                    <a:lumMod val="75000"/>
                    <a:lumOff val="25000"/>
                    <a:alpha val="99000"/>
                  </a:schemeClr>
                </a:solidFill>
                <a:latin typeface="+mj-ea"/>
                <a:ea typeface="+mj-ea"/>
              </a:rPr>
              <a:t>? </a:t>
            </a:r>
            <a:r>
              <a:rPr lang="ko-KR" altLang="en-US" b="1" dirty="0">
                <a:solidFill>
                  <a:schemeClr val="tx1">
                    <a:lumMod val="75000"/>
                    <a:lumOff val="25000"/>
                    <a:alpha val="99000"/>
                  </a:schemeClr>
                </a:solidFill>
                <a:latin typeface="+mj-ea"/>
                <a:ea typeface="+mj-ea"/>
              </a:rPr>
              <a:t>나는</a:t>
            </a:r>
            <a:r>
              <a:rPr lang="en-US" altLang="ko-KR" b="1" dirty="0">
                <a:solidFill>
                  <a:schemeClr val="tx1">
                    <a:lumMod val="75000"/>
                    <a:lumOff val="25000"/>
                    <a:alpha val="99000"/>
                  </a:schemeClr>
                </a:solidFill>
                <a:latin typeface="+mj-ea"/>
                <a:ea typeface="+mj-ea"/>
              </a:rPr>
              <a:t>?</a:t>
            </a:r>
            <a:endParaRPr lang="ko-KR" altLang="en-US" b="1" dirty="0">
              <a:solidFill>
                <a:schemeClr val="tx1">
                  <a:lumMod val="75000"/>
                  <a:lumOff val="25000"/>
                  <a:alpha val="99000"/>
                </a:schemeClr>
              </a:solidFill>
              <a:latin typeface="+mj-ea"/>
              <a:ea typeface="+mj-ea"/>
            </a:endParaRPr>
          </a:p>
        </p:txBody>
      </p:sp>
    </p:spTree>
    <p:extLst>
      <p:ext uri="{BB962C8B-B14F-4D97-AF65-F5344CB8AC3E}">
        <p14:creationId xmlns:p14="http://schemas.microsoft.com/office/powerpoint/2010/main" val="381139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그림 13"/>
          <p:cNvPicPr>
            <a:picLocks noChangeAspect="1"/>
          </p:cNvPicPr>
          <p:nvPr/>
        </p:nvPicPr>
        <p:blipFill rotWithShape="1">
          <a:blip r:embed="rId3"/>
          <a:stretch>
            <a:fillRect/>
          </a:stretch>
        </p:blipFill>
        <p:spPr>
          <a:xfrm>
            <a:off x="0" y="1151707"/>
            <a:ext cx="12192000" cy="5348113"/>
          </a:xfrm>
          <a:prstGeom prst="rect">
            <a:avLst/>
          </a:prstGeom>
        </p:spPr>
      </p:pic>
      <p:sp>
        <p:nvSpPr>
          <p:cNvPr id="9" name="슬라이드 번호 개체 틀 8"/>
          <p:cNvSpPr>
            <a:spLocks noGrp="1"/>
          </p:cNvSpPr>
          <p:nvPr>
            <p:ph type="sldNum" sz="quarter" idx="4"/>
          </p:nvPr>
        </p:nvSpPr>
        <p:spPr/>
        <p:txBody>
          <a:bodyPr/>
          <a:lstStyle/>
          <a:p>
            <a:pPr lvl="0">
              <a:defRPr/>
            </a:pPr>
            <a:fld id="{A73DE1A5-A26C-4936-9EB7-341AE0E9F7ED}" type="slidenum">
              <a:rPr lang="en-US" altLang="ko-KR"/>
              <a:pPr lvl="0">
                <a:defRPr/>
              </a:pPr>
              <a:t>7</a:t>
            </a:fld>
            <a:endParaRPr lang="en-US" altLang="ko-KR"/>
          </a:p>
        </p:txBody>
      </p:sp>
      <p:sp>
        <p:nvSpPr>
          <p:cNvPr id="10" name="양쪽 모서리가 둥근 사각형 9"/>
          <p:cNvSpPr/>
          <p:nvPr/>
        </p:nvSpPr>
        <p:spPr>
          <a:xfrm rot="10800000">
            <a:off x="10045137" y="1151708"/>
            <a:ext cx="1580852" cy="545041"/>
          </a:xfrm>
          <a:prstGeom prst="round2SameRect">
            <a:avLst>
              <a:gd name="adj1" fmla="val 50000"/>
              <a:gd name="adj2" fmla="val 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2" name="TextBox 11"/>
          <p:cNvSpPr txBox="1"/>
          <p:nvPr/>
        </p:nvSpPr>
        <p:spPr>
          <a:xfrm>
            <a:off x="10045136" y="1223282"/>
            <a:ext cx="1561176" cy="461665"/>
          </a:xfrm>
          <a:prstGeom prst="rect">
            <a:avLst/>
          </a:prstGeom>
          <a:noFill/>
        </p:spPr>
        <p:txBody>
          <a:bodyPr wrap="square">
            <a:spAutoFit/>
          </a:bodyPr>
          <a:lstStyle/>
          <a:p>
            <a:pPr lvl="0" algn="ctr">
              <a:defRPr/>
            </a:pPr>
            <a:r>
              <a:rPr lang="ko-KR" altLang="en-US" sz="2400" spc="-147">
                <a:solidFill>
                  <a:schemeClr val="tx1">
                    <a:alpha val="99000"/>
                  </a:schemeClr>
                </a:solidFill>
                <a:latin typeface="Noto Sans KR Black"/>
                <a:ea typeface="Noto Sans KR Black"/>
              </a:rPr>
              <a:t>활동</a:t>
            </a:r>
          </a:p>
        </p:txBody>
      </p:sp>
      <p:sp>
        <p:nvSpPr>
          <p:cNvPr id="8" name="제목 1"/>
          <p:cNvSpPr>
            <a:spLocks noGrp="1"/>
          </p:cNvSpPr>
          <p:nvPr>
            <p:ph type="title"/>
          </p:nvPr>
        </p:nvSpPr>
        <p:spPr>
          <a:xfrm>
            <a:off x="519761" y="452670"/>
            <a:ext cx="9525376" cy="641085"/>
          </a:xfrm>
        </p:spPr>
        <p:txBody>
          <a:bodyPr>
            <a:normAutofit fontScale="90000"/>
          </a:bodyPr>
          <a:lstStyle/>
          <a:p>
            <a:pPr lvl="0">
              <a:defRPr/>
            </a:pPr>
            <a:r>
              <a:rPr lang="ko-KR" altLang="en-US" b="1">
                <a:solidFill>
                  <a:schemeClr val="tx1">
                    <a:lumMod val="75000"/>
                    <a:lumOff val="25000"/>
                    <a:alpha val="99000"/>
                  </a:schemeClr>
                </a:solidFill>
                <a:latin typeface="+mj-ea"/>
                <a:ea typeface="+mj-ea"/>
              </a:rPr>
              <a:t>활동 안내</a:t>
            </a:r>
          </a:p>
        </p:txBody>
      </p:sp>
    </p:spTree>
    <p:extLst>
      <p:ext uri="{BB962C8B-B14F-4D97-AF65-F5344CB8AC3E}">
        <p14:creationId xmlns:p14="http://schemas.microsoft.com/office/powerpoint/2010/main" val="780456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The image shows a curious child, holding a magnifying glass, peering closely at an unexpected figure hidden in the mix of urban and natural scenery.&#10;&#10;AI 생성 콘텐츠는 정확하지 않을 수 있습니다.">
            <a:extLst>
              <a:ext uri="{FF2B5EF4-FFF2-40B4-BE49-F238E27FC236}">
                <a16:creationId xmlns:a16="http://schemas.microsoft.com/office/drawing/2014/main" id="{C4ACCCEA-A871-D257-A6EB-BDD4CF022F5A}"/>
              </a:ext>
            </a:extLst>
          </p:cNvPr>
          <p:cNvPicPr>
            <a:picLocks noChangeAspect="1"/>
          </p:cNvPicPr>
          <p:nvPr/>
        </p:nvPicPr>
        <p:blipFill>
          <a:blip r:embed="rId3"/>
          <a:stretch>
            <a:fillRect/>
          </a:stretch>
        </p:blipFill>
        <p:spPr>
          <a:xfrm>
            <a:off x="0" y="1142480"/>
            <a:ext cx="12192000" cy="5376129"/>
          </a:xfrm>
          <a:prstGeom prst="rect">
            <a:avLst/>
          </a:prstGeom>
        </p:spPr>
      </p:pic>
      <p:sp>
        <p:nvSpPr>
          <p:cNvPr id="9" name="슬라이드 번호 개체 틀 8"/>
          <p:cNvSpPr>
            <a:spLocks noGrp="1"/>
          </p:cNvSpPr>
          <p:nvPr>
            <p:ph type="sldNum" sz="quarter" idx="4"/>
          </p:nvPr>
        </p:nvSpPr>
        <p:spPr/>
        <p:txBody>
          <a:bodyPr/>
          <a:lstStyle/>
          <a:p>
            <a:pPr lvl="0">
              <a:defRPr/>
            </a:pPr>
            <a:fld id="{A73DE1A5-A26C-4936-9EB7-341AE0E9F7ED}" type="slidenum">
              <a:rPr lang="en-US" altLang="ko-KR"/>
              <a:pPr lvl="0">
                <a:defRPr/>
              </a:pPr>
              <a:t>8</a:t>
            </a:fld>
            <a:endParaRPr lang="en-US" altLang="ko-KR"/>
          </a:p>
        </p:txBody>
      </p:sp>
      <p:sp>
        <p:nvSpPr>
          <p:cNvPr id="10" name="양쪽 모서리가 둥근 사각형 9"/>
          <p:cNvSpPr/>
          <p:nvPr/>
        </p:nvSpPr>
        <p:spPr>
          <a:xfrm rot="10800000">
            <a:off x="10045137" y="1151708"/>
            <a:ext cx="1580852" cy="545041"/>
          </a:xfrm>
          <a:prstGeom prst="round2SameRect">
            <a:avLst>
              <a:gd name="adj1" fmla="val 50000"/>
              <a:gd name="adj2" fmla="val 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2" name="TextBox 11"/>
          <p:cNvSpPr txBox="1"/>
          <p:nvPr/>
        </p:nvSpPr>
        <p:spPr>
          <a:xfrm>
            <a:off x="10045136" y="1223282"/>
            <a:ext cx="1561176" cy="461665"/>
          </a:xfrm>
          <a:prstGeom prst="rect">
            <a:avLst/>
          </a:prstGeom>
          <a:noFill/>
        </p:spPr>
        <p:txBody>
          <a:bodyPr wrap="square">
            <a:spAutoFit/>
          </a:bodyPr>
          <a:lstStyle/>
          <a:p>
            <a:pPr lvl="0" algn="ctr">
              <a:defRPr/>
            </a:pPr>
            <a:r>
              <a:rPr lang="ko-KR" altLang="en-US" sz="2400" spc="-147">
                <a:solidFill>
                  <a:schemeClr val="tx1">
                    <a:alpha val="99000"/>
                  </a:schemeClr>
                </a:solidFill>
                <a:latin typeface="Noto Sans KR Black"/>
                <a:ea typeface="Noto Sans KR Black"/>
              </a:rPr>
              <a:t>활동</a:t>
            </a:r>
          </a:p>
        </p:txBody>
      </p:sp>
      <p:sp>
        <p:nvSpPr>
          <p:cNvPr id="8" name="제목 1"/>
          <p:cNvSpPr>
            <a:spLocks noGrp="1"/>
          </p:cNvSpPr>
          <p:nvPr>
            <p:ph type="title"/>
          </p:nvPr>
        </p:nvSpPr>
        <p:spPr>
          <a:xfrm>
            <a:off x="519761" y="452670"/>
            <a:ext cx="9525376" cy="641085"/>
          </a:xfrm>
        </p:spPr>
        <p:txBody>
          <a:bodyPr>
            <a:normAutofit fontScale="90000"/>
          </a:bodyPr>
          <a:lstStyle/>
          <a:p>
            <a:pPr marL="0" lvl="0" indent="0" algn="l" defTabSz="1028836" rtl="0" eaLnBrk="1" latinLnBrk="1" hangingPunct="1">
              <a:lnSpc>
                <a:spcPct val="100000"/>
              </a:lnSpc>
              <a:spcBef>
                <a:spcPct val="0"/>
              </a:spcBef>
              <a:spcAft>
                <a:spcPct val="0"/>
              </a:spcAft>
              <a:buNone/>
              <a:defRPr/>
            </a:pPr>
            <a:r>
              <a:rPr kumimoji="0" lang="en-US" altLang="ko-KR" b="1" i="0" u="none" baseline="0">
                <a:solidFill>
                  <a:srgbClr val="ED7D31">
                    <a:alpha val="100000"/>
                  </a:srgbClr>
                </a:solidFill>
                <a:latin typeface="에스코어 드림 8 Heavy"/>
                <a:ea typeface="에스코어 드림 8 Heavy"/>
                <a:sym typeface="Calibri"/>
              </a:rPr>
              <a:t>질</a:t>
            </a:r>
            <a:r>
              <a:rPr kumimoji="0" lang="en-US" altLang="ko-KR" b="1" i="0" u="none" baseline="0">
                <a:solidFill>
                  <a:srgbClr val="404040">
                    <a:alpha val="100000"/>
                  </a:srgbClr>
                </a:solidFill>
                <a:latin typeface="에스코어 드림 8 Heavy"/>
                <a:ea typeface="에스코어 드림 8 Heavy"/>
                <a:sym typeface="Calibri"/>
              </a:rPr>
              <a:t>문하기 — </a:t>
            </a:r>
            <a:r>
              <a:rPr kumimoji="0" lang="ko-KR" altLang="en-US" b="1" i="0" u="none" baseline="0">
                <a:solidFill>
                  <a:srgbClr val="404040">
                    <a:alpha val="100000"/>
                  </a:srgbClr>
                </a:solidFill>
                <a:latin typeface="에스코어 드림 8 Heavy"/>
                <a:ea typeface="에스코어 드림 8 Heavy"/>
                <a:sym typeface="Calibri"/>
              </a:rPr>
              <a:t>자연 속 병뚜껑</a:t>
            </a:r>
            <a:r>
              <a:rPr kumimoji="0" lang="en-US" altLang="ko-KR" b="1" i="0" u="none" baseline="0">
                <a:solidFill>
                  <a:srgbClr val="404040">
                    <a:alpha val="100000"/>
                  </a:srgbClr>
                </a:solidFill>
                <a:latin typeface="에스코어 드림 8 Heavy"/>
                <a:ea typeface="에스코어 드림 8 Heavy"/>
                <a:sym typeface="Calibri"/>
              </a:rPr>
              <a:t> </a:t>
            </a:r>
            <a:r>
              <a:rPr kumimoji="0" lang="ko-KR" altLang="en-US" b="1" i="0" u="none" baseline="0">
                <a:solidFill>
                  <a:srgbClr val="ED7D31">
                    <a:alpha val="100000"/>
                  </a:srgbClr>
                </a:solidFill>
                <a:latin typeface="에스코어 드림 8 Heavy"/>
                <a:ea typeface="에스코어 드림 8 Heavy"/>
                <a:sym typeface="Calibri"/>
              </a:rPr>
              <a:t>이야기</a:t>
            </a:r>
            <a:r>
              <a:rPr kumimoji="0" lang="ko-KR" altLang="en-US" b="1" i="0" u="none" baseline="0">
                <a:solidFill>
                  <a:srgbClr val="404040">
                    <a:alpha val="100000"/>
                  </a:srgbClr>
                </a:solidFill>
                <a:latin typeface="에스코어 드림 8 Heavy"/>
                <a:ea typeface="에스코어 드림 8 Heavy"/>
                <a:sym typeface="Calibri"/>
              </a:rPr>
              <a:t> 상상하기</a:t>
            </a:r>
          </a:p>
        </p:txBody>
      </p:sp>
      <p:sp>
        <p:nvSpPr>
          <p:cNvPr id="16" name="실행 단추: 앞으로 또는 다음 15">
            <a:hlinkClick r:id="rId4" highlightClick="1"/>
          </p:cNvPr>
          <p:cNvSpPr/>
          <p:nvPr/>
        </p:nvSpPr>
        <p:spPr>
          <a:xfrm>
            <a:off x="8521422" y="452670"/>
            <a:ext cx="613190" cy="564815"/>
          </a:xfrm>
          <a:prstGeom prst="actionButtonForwardNext">
            <a:avLst/>
          </a:prstGeom>
          <a:solidFill>
            <a:srgbClr val="FFE7D8"/>
          </a:solidFill>
        </p:spPr>
        <p:style>
          <a:lnRef idx="0">
            <a:schemeClr val="accent2"/>
          </a:lnRef>
          <a:fillRef idx="3">
            <a:schemeClr val="accent2"/>
          </a:fillRef>
          <a:effectRef idx="3">
            <a:schemeClr val="accent2"/>
          </a:effectRef>
          <a:fontRef idx="minor">
            <a:schemeClr val="lt1"/>
          </a:fontRef>
        </p:style>
        <p:txBody>
          <a:bodyPr anchor="ctr"/>
          <a:lstStyle/>
          <a:p>
            <a:pPr lvl="0" algn="ctr">
              <a:defRPr/>
            </a:pPr>
            <a:endParaRPr lang="ko-KR" altLang="en-US"/>
          </a:p>
        </p:txBody>
      </p:sp>
    </p:spTree>
    <p:extLst>
      <p:ext uri="{BB962C8B-B14F-4D97-AF65-F5344CB8AC3E}">
        <p14:creationId xmlns:p14="http://schemas.microsoft.com/office/powerpoint/2010/main" val="4222373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그림 19"/>
          <p:cNvPicPr>
            <a:picLocks noChangeAspect="1"/>
          </p:cNvPicPr>
          <p:nvPr/>
        </p:nvPicPr>
        <p:blipFill rotWithShape="1">
          <a:blip r:embed="rId3"/>
          <a:stretch>
            <a:fillRect/>
          </a:stretch>
        </p:blipFill>
        <p:spPr>
          <a:xfrm>
            <a:off x="0" y="1151708"/>
            <a:ext cx="12192000" cy="5348113"/>
          </a:xfrm>
          <a:prstGeom prst="rect">
            <a:avLst/>
          </a:prstGeom>
        </p:spPr>
      </p:pic>
      <p:sp>
        <p:nvSpPr>
          <p:cNvPr id="9" name="슬라이드 번호 개체 틀 8"/>
          <p:cNvSpPr>
            <a:spLocks noGrp="1"/>
          </p:cNvSpPr>
          <p:nvPr>
            <p:ph type="sldNum" sz="quarter" idx="4"/>
          </p:nvPr>
        </p:nvSpPr>
        <p:spPr/>
        <p:txBody>
          <a:bodyPr/>
          <a:lstStyle/>
          <a:p>
            <a:pPr lvl="0">
              <a:defRPr/>
            </a:pPr>
            <a:fld id="{A73DE1A5-A26C-4936-9EB7-341AE0E9F7ED}" type="slidenum">
              <a:rPr lang="en-US" altLang="ko-KR"/>
              <a:pPr lvl="0">
                <a:defRPr/>
              </a:pPr>
              <a:t>9</a:t>
            </a:fld>
            <a:endParaRPr lang="en-US" altLang="ko-KR"/>
          </a:p>
        </p:txBody>
      </p:sp>
      <p:sp>
        <p:nvSpPr>
          <p:cNvPr id="10" name="양쪽 모서리가 둥근 사각형 9"/>
          <p:cNvSpPr/>
          <p:nvPr/>
        </p:nvSpPr>
        <p:spPr>
          <a:xfrm rot="10800000">
            <a:off x="10045137" y="1151708"/>
            <a:ext cx="1580852" cy="545041"/>
          </a:xfrm>
          <a:prstGeom prst="round2SameRect">
            <a:avLst>
              <a:gd name="adj1" fmla="val 50000"/>
              <a:gd name="adj2" fmla="val 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2" name="TextBox 11"/>
          <p:cNvSpPr txBox="1"/>
          <p:nvPr/>
        </p:nvSpPr>
        <p:spPr>
          <a:xfrm>
            <a:off x="10045136" y="1223282"/>
            <a:ext cx="1561176" cy="461665"/>
          </a:xfrm>
          <a:prstGeom prst="rect">
            <a:avLst/>
          </a:prstGeom>
          <a:noFill/>
        </p:spPr>
        <p:txBody>
          <a:bodyPr wrap="square">
            <a:spAutoFit/>
          </a:bodyPr>
          <a:lstStyle/>
          <a:p>
            <a:pPr lvl="0" algn="ctr">
              <a:defRPr/>
            </a:pPr>
            <a:r>
              <a:rPr lang="ko-KR" altLang="en-US" sz="2400" spc="-147">
                <a:solidFill>
                  <a:schemeClr val="tx1">
                    <a:alpha val="99000"/>
                  </a:schemeClr>
                </a:solidFill>
                <a:latin typeface="Noto Sans KR Black"/>
                <a:ea typeface="Noto Sans KR Black"/>
              </a:rPr>
              <a:t>활동</a:t>
            </a:r>
          </a:p>
        </p:txBody>
      </p:sp>
      <p:sp>
        <p:nvSpPr>
          <p:cNvPr id="8" name="제목 1"/>
          <p:cNvSpPr>
            <a:spLocks noGrp="1"/>
          </p:cNvSpPr>
          <p:nvPr>
            <p:ph type="title"/>
          </p:nvPr>
        </p:nvSpPr>
        <p:spPr>
          <a:xfrm>
            <a:off x="519761" y="452670"/>
            <a:ext cx="9525376" cy="641085"/>
          </a:xfrm>
        </p:spPr>
        <p:txBody>
          <a:bodyPr>
            <a:normAutofit fontScale="90000"/>
          </a:bodyPr>
          <a:lstStyle/>
          <a:p>
            <a:pPr marL="0" lvl="0" indent="0" algn="l" defTabSz="1028836" rtl="0" eaLnBrk="1" latinLnBrk="1" hangingPunct="1">
              <a:lnSpc>
                <a:spcPct val="100000"/>
              </a:lnSpc>
              <a:spcBef>
                <a:spcPct val="0"/>
              </a:spcBef>
              <a:spcAft>
                <a:spcPct val="0"/>
              </a:spcAft>
              <a:buNone/>
              <a:defRPr/>
            </a:pPr>
            <a:r>
              <a:rPr kumimoji="0" lang="ko-KR" altLang="en-US" b="1" i="0" u="none" baseline="0">
                <a:solidFill>
                  <a:srgbClr val="289B6E">
                    <a:alpha val="100000"/>
                  </a:srgbClr>
                </a:solidFill>
                <a:latin typeface="에스코어 드림 8 Heavy"/>
                <a:ea typeface="에스코어 드림 8 Heavy"/>
                <a:sym typeface="Calibri"/>
              </a:rPr>
              <a:t>판</a:t>
            </a:r>
            <a:r>
              <a:rPr kumimoji="0" lang="ko-KR" altLang="en-US" b="1" i="0" u="none" baseline="0">
                <a:solidFill>
                  <a:srgbClr val="404040">
                    <a:alpha val="100000"/>
                  </a:srgbClr>
                </a:solidFill>
                <a:latin typeface="에스코어 드림 8 Heavy"/>
                <a:ea typeface="에스코어 드림 8 Heavy"/>
                <a:sym typeface="Calibri"/>
              </a:rPr>
              <a:t>단하기 — 산</a:t>
            </a:r>
            <a:r>
              <a:rPr kumimoji="0" lang="en-US" altLang="ko-KR" b="1" i="0" u="none" baseline="0">
                <a:solidFill>
                  <a:srgbClr val="404040">
                    <a:alpha val="100000"/>
                  </a:srgbClr>
                </a:solidFill>
                <a:latin typeface="에스코어 드림 8 Heavy"/>
                <a:ea typeface="에스코어 드림 8 Heavy"/>
                <a:sym typeface="Calibri"/>
              </a:rPr>
              <a:t>,</a:t>
            </a:r>
            <a:r>
              <a:rPr kumimoji="0" lang="ko-KR" altLang="en-US" b="1" i="0" u="none" baseline="0">
                <a:solidFill>
                  <a:srgbClr val="404040">
                    <a:alpha val="100000"/>
                  </a:srgbClr>
                </a:solidFill>
                <a:latin typeface="에스코어 드림 8 Heavy"/>
                <a:ea typeface="에스코어 드림 8 Heavy"/>
                <a:sym typeface="Calibri"/>
              </a:rPr>
              <a:t> 들</a:t>
            </a:r>
            <a:r>
              <a:rPr kumimoji="0" lang="en-US" altLang="ko-KR" b="1" i="0" u="none" baseline="0">
                <a:solidFill>
                  <a:srgbClr val="404040">
                    <a:alpha val="100000"/>
                  </a:srgbClr>
                </a:solidFill>
                <a:latin typeface="에스코어 드림 8 Heavy"/>
                <a:ea typeface="에스코어 드림 8 Heavy"/>
                <a:sym typeface="Calibri"/>
              </a:rPr>
              <a:t>,</a:t>
            </a:r>
            <a:r>
              <a:rPr kumimoji="0" lang="ko-KR" altLang="en-US" b="1" i="0" u="none" baseline="0">
                <a:solidFill>
                  <a:srgbClr val="404040">
                    <a:alpha val="100000"/>
                  </a:srgbClr>
                </a:solidFill>
                <a:latin typeface="에스코어 드림 8 Heavy"/>
                <a:ea typeface="에스코어 드림 8 Heavy"/>
                <a:sym typeface="Calibri"/>
              </a:rPr>
              <a:t> 바다 지형 만들기</a:t>
            </a:r>
          </a:p>
        </p:txBody>
      </p:sp>
      <p:sp>
        <p:nvSpPr>
          <p:cNvPr id="19" name="가로 글상자 18"/>
          <p:cNvSpPr txBox="1"/>
          <p:nvPr/>
        </p:nvSpPr>
        <p:spPr>
          <a:xfrm>
            <a:off x="0" y="6248804"/>
            <a:ext cx="2053590" cy="241492"/>
          </a:xfrm>
          <a:prstGeom prst="rect">
            <a:avLst/>
          </a:prstGeom>
        </p:spPr>
        <p:txBody>
          <a:bodyPr wrap="none">
            <a:spAutoFit/>
          </a:bodyPr>
          <a:lstStyle/>
          <a:p>
            <a:pPr lvl="0">
              <a:defRPr/>
            </a:pPr>
            <a:r>
              <a:rPr lang="en-US" altLang="ko-KR" sz="1000">
                <a:solidFill>
                  <a:schemeClr val="lt1"/>
                </a:solidFill>
              </a:rPr>
              <a:t>AI(Google Flow)</a:t>
            </a:r>
            <a:r>
              <a:rPr lang="ko-KR" altLang="en-US" sz="1000">
                <a:solidFill>
                  <a:schemeClr val="lt1"/>
                </a:solidFill>
              </a:rPr>
              <a:t>로</a:t>
            </a:r>
            <a:r>
              <a:rPr lang="en-US" altLang="ko-KR" sz="1000">
                <a:solidFill>
                  <a:schemeClr val="lt1"/>
                </a:solidFill>
              </a:rPr>
              <a:t> </a:t>
            </a:r>
            <a:r>
              <a:rPr lang="ko-KR" altLang="en-US" sz="1000">
                <a:solidFill>
                  <a:schemeClr val="lt1"/>
                </a:solidFill>
              </a:rPr>
              <a:t>제작한 이미지</a:t>
            </a:r>
          </a:p>
        </p:txBody>
      </p:sp>
    </p:spTree>
    <p:extLst>
      <p:ext uri="{BB962C8B-B14F-4D97-AF65-F5344CB8AC3E}">
        <p14:creationId xmlns:p14="http://schemas.microsoft.com/office/powerpoint/2010/main" val="2772604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그림 18"/>
          <p:cNvPicPr>
            <a:picLocks noChangeAspect="1"/>
          </p:cNvPicPr>
          <p:nvPr/>
        </p:nvPicPr>
        <p:blipFill rotWithShape="1">
          <a:blip r:embed="rId3"/>
          <a:stretch>
            <a:fillRect/>
          </a:stretch>
        </p:blipFill>
        <p:spPr>
          <a:xfrm>
            <a:off x="0" y="1151708"/>
            <a:ext cx="12192000" cy="5348113"/>
          </a:xfrm>
          <a:prstGeom prst="rect">
            <a:avLst/>
          </a:prstGeom>
        </p:spPr>
      </p:pic>
      <p:sp>
        <p:nvSpPr>
          <p:cNvPr id="9" name="슬라이드 번호 개체 틀 8"/>
          <p:cNvSpPr>
            <a:spLocks noGrp="1"/>
          </p:cNvSpPr>
          <p:nvPr>
            <p:ph type="sldNum" sz="quarter" idx="4"/>
          </p:nvPr>
        </p:nvSpPr>
        <p:spPr/>
        <p:txBody>
          <a:bodyPr/>
          <a:lstStyle/>
          <a:p>
            <a:pPr lvl="0">
              <a:defRPr/>
            </a:pPr>
            <a:fld id="{A73DE1A5-A26C-4936-9EB7-341AE0E9F7ED}" type="slidenum">
              <a:rPr lang="en-US" altLang="ko-KR"/>
              <a:pPr lvl="0">
                <a:defRPr/>
              </a:pPr>
              <a:t>10</a:t>
            </a:fld>
            <a:endParaRPr lang="en-US" altLang="ko-KR"/>
          </a:p>
        </p:txBody>
      </p:sp>
      <p:sp>
        <p:nvSpPr>
          <p:cNvPr id="10" name="양쪽 모서리가 둥근 사각형 9"/>
          <p:cNvSpPr/>
          <p:nvPr/>
        </p:nvSpPr>
        <p:spPr>
          <a:xfrm rot="10800000">
            <a:off x="10045137" y="1151708"/>
            <a:ext cx="1580852" cy="545041"/>
          </a:xfrm>
          <a:prstGeom prst="round2SameRect">
            <a:avLst>
              <a:gd name="adj1" fmla="val 50000"/>
              <a:gd name="adj2" fmla="val 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2" name="TextBox 11"/>
          <p:cNvSpPr txBox="1"/>
          <p:nvPr/>
        </p:nvSpPr>
        <p:spPr>
          <a:xfrm>
            <a:off x="10045136" y="1223282"/>
            <a:ext cx="1561176" cy="461665"/>
          </a:xfrm>
          <a:prstGeom prst="rect">
            <a:avLst/>
          </a:prstGeom>
          <a:noFill/>
        </p:spPr>
        <p:txBody>
          <a:bodyPr wrap="square">
            <a:spAutoFit/>
          </a:bodyPr>
          <a:lstStyle/>
          <a:p>
            <a:pPr lvl="0" algn="ctr">
              <a:defRPr/>
            </a:pPr>
            <a:r>
              <a:rPr lang="ko-KR" altLang="en-US" sz="2400" spc="-147">
                <a:solidFill>
                  <a:schemeClr val="tx1">
                    <a:alpha val="99000"/>
                  </a:schemeClr>
                </a:solidFill>
                <a:latin typeface="Noto Sans KR Black"/>
                <a:ea typeface="Noto Sans KR Black"/>
              </a:rPr>
              <a:t>활동</a:t>
            </a:r>
          </a:p>
        </p:txBody>
      </p:sp>
      <p:sp>
        <p:nvSpPr>
          <p:cNvPr id="8" name="제목 1"/>
          <p:cNvSpPr>
            <a:spLocks noGrp="1"/>
          </p:cNvSpPr>
          <p:nvPr>
            <p:ph type="title"/>
          </p:nvPr>
        </p:nvSpPr>
        <p:spPr>
          <a:xfrm>
            <a:off x="519761" y="452670"/>
            <a:ext cx="9525376" cy="641085"/>
          </a:xfrm>
        </p:spPr>
        <p:txBody>
          <a:bodyPr>
            <a:normAutofit fontScale="90000"/>
          </a:bodyPr>
          <a:lstStyle/>
          <a:p>
            <a:pPr marL="0" lvl="0" indent="0" algn="l" defTabSz="1028836" rtl="0" eaLnBrk="1" latinLnBrk="1" hangingPunct="1">
              <a:lnSpc>
                <a:spcPct val="100000"/>
              </a:lnSpc>
              <a:spcBef>
                <a:spcPct val="0"/>
              </a:spcBef>
              <a:spcAft>
                <a:spcPct val="0"/>
              </a:spcAft>
              <a:buNone/>
              <a:defRPr/>
            </a:pPr>
            <a:r>
              <a:rPr kumimoji="0" lang="ko-KR" altLang="en-US" b="1" i="0" u="none" baseline="0">
                <a:solidFill>
                  <a:srgbClr val="9D5CBB">
                    <a:alpha val="100000"/>
                  </a:srgbClr>
                </a:solidFill>
                <a:latin typeface="에스코어 드림 8 Heavy"/>
                <a:ea typeface="에스코어 드림 8 Heavy"/>
                <a:sym typeface="Calibri"/>
              </a:rPr>
              <a:t>공</a:t>
            </a:r>
            <a:r>
              <a:rPr kumimoji="0" lang="ko-KR" altLang="en-US" b="1" i="0" u="none" baseline="0">
                <a:solidFill>
                  <a:srgbClr val="404040">
                    <a:alpha val="100000"/>
                  </a:srgbClr>
                </a:solidFill>
                <a:latin typeface="에스코어 드림 8 Heavy"/>
                <a:ea typeface="에스코어 드림 8 Heavy"/>
                <a:sym typeface="Calibri"/>
              </a:rPr>
              <a:t>감하기 — 표정과 동작으로 마음 발견하기</a:t>
            </a:r>
          </a:p>
        </p:txBody>
      </p:sp>
      <p:sp>
        <p:nvSpPr>
          <p:cNvPr id="17" name="타원 16"/>
          <p:cNvSpPr/>
          <p:nvPr/>
        </p:nvSpPr>
        <p:spPr>
          <a:xfrm>
            <a:off x="3293416" y="1814474"/>
            <a:ext cx="6835588" cy="2318216"/>
          </a:xfrm>
          <a:prstGeom prst="ellipse">
            <a:avLst/>
          </a:prstGeom>
          <a:blipFill rotWithShape="1">
            <a:blip r:embed="rId4"/>
            <a:srcRect/>
            <a:tile tx="0" ty="0" sx="100000" sy="100000" flip="none" algn="tl"/>
          </a:blipFill>
          <a:ln>
            <a:headEnd w="med" len="med"/>
            <a:tailEnd w="med" len="med"/>
          </a:ln>
        </p:spPr>
        <p:style>
          <a:lnRef idx="3">
            <a:schemeClr val="accent5"/>
          </a:lnRef>
          <a:fillRef idx="0">
            <a:schemeClr val="accent5"/>
          </a:fillRef>
          <a:effectRef idx="3">
            <a:schemeClr val="accent5"/>
          </a:effectRef>
          <a:fontRef idx="minor">
            <a:schemeClr val="dk1"/>
          </a:fontRef>
        </p:style>
        <p:txBody>
          <a:bodyPr anchor="ctr"/>
          <a:lstStyle/>
          <a:p>
            <a:pPr lvl="0" algn="ctr">
              <a:defRPr/>
            </a:pPr>
            <a:endParaRPr lang="ko-KR" altLang="en-US">
              <a:ln w="6350" cap="flat" cmpd="sng" algn="ctr">
                <a:solidFill>
                  <a:schemeClr val="accent1"/>
                </a:solidFill>
                <a:prstDash val="solid"/>
                <a:miter/>
                <a:headEnd w="med" len="med"/>
                <a:tailEnd w="med" len="med"/>
              </a:ln>
              <a:pattFill prst="dotGrid">
                <a:fgClr>
                  <a:schemeClr val="accent1"/>
                </a:fgClr>
                <a:bgClr>
                  <a:schemeClr val="bg1"/>
                </a:bgClr>
              </a:pattFill>
              <a:effectLst>
                <a:glow rad="127000">
                  <a:schemeClr val="accent1">
                    <a:satMod val="175000"/>
                    <a:alpha val="50000"/>
                  </a:schemeClr>
                </a:glow>
              </a:effectLst>
            </a:endParaRPr>
          </a:p>
        </p:txBody>
      </p:sp>
      <p:sp>
        <p:nvSpPr>
          <p:cNvPr id="15" name="가로 글상자 14"/>
          <p:cNvSpPr txBox="1"/>
          <p:nvPr/>
        </p:nvSpPr>
        <p:spPr>
          <a:xfrm>
            <a:off x="3573308" y="2014908"/>
            <a:ext cx="6367886" cy="3831530"/>
          </a:xfrm>
          <a:prstGeom prst="rect">
            <a:avLst/>
          </a:prstGeom>
          <a:noFill/>
          <a:ln>
            <a:noFill/>
          </a:ln>
        </p:spPr>
        <p:txBody>
          <a:bodyPr vert="horz" wrap="square" lIns="0" tIns="0" rIns="0" bIns="0" anchor="t">
            <a:noAutofit/>
          </a:bodyPr>
          <a:lstStyle/>
          <a:p>
            <a:pPr marL="203200" lvl="0" indent="-101600" algn="ctr">
              <a:lnSpc>
                <a:spcPct val="160000"/>
              </a:lnSpc>
              <a:spcBef>
                <a:spcPts val="0"/>
              </a:spcBef>
              <a:spcAft>
                <a:spcPts val="0"/>
              </a:spcAft>
              <a:defRPr/>
            </a:pPr>
            <a:r>
              <a:rPr kumimoji="1" lang="ko-KR" altLang="en-US" sz="2800" b="0" i="0" u="none" baseline="0" dirty="0">
                <a:solidFill>
                  <a:schemeClr val="tx1"/>
                </a:solidFill>
                <a:latin typeface="Noto Sans KR Medium"/>
                <a:ea typeface="Noto Sans KR Medium"/>
              </a:rPr>
              <a:t>  </a:t>
            </a:r>
            <a:r>
              <a:rPr kumimoji="1" lang="ko-KR" altLang="en-US" sz="2800" b="1" i="0" u="none" baseline="0" dirty="0">
                <a:solidFill>
                  <a:schemeClr val="tx1"/>
                </a:solidFill>
              </a:rPr>
              <a:t> </a:t>
            </a:r>
            <a:r>
              <a:rPr lang="ko-KR" altLang="en-US" sz="2800" i="0" u="none" strike="noStrike" baseline="0" dirty="0">
                <a:solidFill>
                  <a:srgbClr val="000000"/>
                </a:solidFill>
                <a:cs typeface="나눔바른고딕"/>
              </a:rPr>
              <a:t>병뚜껑</a:t>
            </a:r>
            <a:r>
              <a:rPr sz="2800" i="0" u="none" strike="noStrike" baseline="0" dirty="0">
                <a:solidFill>
                  <a:srgbClr val="000000"/>
                </a:solidFill>
                <a:cs typeface="나눔바른고딕"/>
              </a:rPr>
              <a:t>이 서 </a:t>
            </a:r>
            <a:r>
              <a:rPr sz="2800" i="0" u="none" strike="noStrike" baseline="0" dirty="0" err="1">
                <a:solidFill>
                  <a:srgbClr val="000000"/>
                </a:solidFill>
                <a:cs typeface="나눔바른고딕"/>
              </a:rPr>
              <a:t>있는</a:t>
            </a:r>
            <a:r>
              <a:rPr sz="2800" i="0" u="none" strike="noStrike" baseline="0" dirty="0">
                <a:solidFill>
                  <a:srgbClr val="000000"/>
                </a:solidFill>
                <a:cs typeface="나눔바른고딕"/>
              </a:rPr>
              <a:t> </a:t>
            </a:r>
            <a:r>
              <a:rPr sz="2800" i="0" u="none" strike="noStrike" baseline="0" dirty="0" err="1">
                <a:solidFill>
                  <a:srgbClr val="000000"/>
                </a:solidFill>
                <a:cs typeface="나눔바른고딕"/>
              </a:rPr>
              <a:t>장소에서</a:t>
            </a:r>
            <a:r>
              <a:rPr sz="2800" i="0" u="none" strike="noStrike" baseline="0" dirty="0">
                <a:solidFill>
                  <a:srgbClr val="000000"/>
                </a:solidFill>
                <a:cs typeface="나눔바른고딕"/>
              </a:rPr>
              <a:t> </a:t>
            </a:r>
            <a:r>
              <a:rPr sz="2800" i="0" u="none" strike="noStrike" baseline="0" dirty="0" err="1">
                <a:solidFill>
                  <a:srgbClr val="000000"/>
                </a:solidFill>
                <a:cs typeface="나눔바른고딕"/>
              </a:rPr>
              <a:t>어떤</a:t>
            </a:r>
            <a:r>
              <a:rPr sz="2800" i="0" u="none" strike="noStrike" baseline="0" dirty="0">
                <a:solidFill>
                  <a:srgbClr val="000000"/>
                </a:solidFill>
                <a:cs typeface="나눔바른고딕"/>
              </a:rPr>
              <a:t> </a:t>
            </a:r>
          </a:p>
          <a:p>
            <a:pPr marL="203200" lvl="0" indent="-101600" algn="ctr">
              <a:lnSpc>
                <a:spcPct val="160000"/>
              </a:lnSpc>
              <a:spcBef>
                <a:spcPts val="0"/>
              </a:spcBef>
              <a:spcAft>
                <a:spcPts val="0"/>
              </a:spcAft>
              <a:defRPr/>
            </a:pPr>
            <a:r>
              <a:rPr sz="2800" i="0" u="none" strike="noStrike" baseline="0" dirty="0" err="1">
                <a:solidFill>
                  <a:srgbClr val="000000"/>
                </a:solidFill>
                <a:cs typeface="나눔바른고딕"/>
              </a:rPr>
              <a:t>마음일지</a:t>
            </a:r>
            <a:r>
              <a:rPr sz="2800" i="0" u="none" strike="noStrike" baseline="0" dirty="0">
                <a:solidFill>
                  <a:srgbClr val="000000"/>
                </a:solidFill>
                <a:cs typeface="나눔바른고딕"/>
              </a:rPr>
              <a:t> </a:t>
            </a:r>
            <a:r>
              <a:rPr sz="2800" i="0" u="none" strike="noStrike" baseline="0" dirty="0" err="1">
                <a:solidFill>
                  <a:srgbClr val="000000"/>
                </a:solidFill>
                <a:cs typeface="나눔바른고딕"/>
              </a:rPr>
              <a:t>짐작해</a:t>
            </a:r>
            <a:r>
              <a:rPr sz="2800" i="0" u="none" strike="noStrike" baseline="0" dirty="0">
                <a:solidFill>
                  <a:srgbClr val="000000"/>
                </a:solidFill>
                <a:cs typeface="나눔바른고딕"/>
              </a:rPr>
              <a:t> </a:t>
            </a:r>
            <a:r>
              <a:rPr sz="2800" i="0" u="none" strike="noStrike" baseline="0" dirty="0" err="1">
                <a:solidFill>
                  <a:srgbClr val="000000"/>
                </a:solidFill>
                <a:cs typeface="나눔바른고딕"/>
              </a:rPr>
              <a:t>보고</a:t>
            </a:r>
            <a:r>
              <a:rPr lang="EN-US" sz="2800" i="0" u="none" strike="noStrike" baseline="0" dirty="0">
                <a:solidFill>
                  <a:srgbClr val="000000"/>
                </a:solidFill>
              </a:rPr>
              <a:t>, </a:t>
            </a:r>
            <a:r>
              <a:rPr sz="2800" i="0" u="none" strike="noStrike" baseline="0" dirty="0" err="1">
                <a:solidFill>
                  <a:srgbClr val="000000"/>
                </a:solidFill>
                <a:cs typeface="나눔바른고딕"/>
              </a:rPr>
              <a:t>표정과</a:t>
            </a:r>
            <a:r>
              <a:rPr sz="2800" i="0" u="none" strike="noStrike" baseline="0" dirty="0">
                <a:solidFill>
                  <a:srgbClr val="000000"/>
                </a:solidFill>
                <a:cs typeface="나눔바른고딕"/>
              </a:rPr>
              <a:t> </a:t>
            </a:r>
            <a:r>
              <a:rPr sz="2800" i="0" u="none" strike="noStrike" baseline="0" dirty="0" err="1">
                <a:solidFill>
                  <a:srgbClr val="000000"/>
                </a:solidFill>
                <a:cs typeface="나눔바른고딕"/>
              </a:rPr>
              <a:t>동작으로</a:t>
            </a:r>
            <a:r>
              <a:rPr sz="2800" i="0" u="none" strike="noStrike" baseline="0" dirty="0">
                <a:solidFill>
                  <a:srgbClr val="000000"/>
                </a:solidFill>
                <a:cs typeface="나눔바른고딕"/>
              </a:rPr>
              <a:t> </a:t>
            </a:r>
          </a:p>
          <a:p>
            <a:pPr marL="203200" lvl="0" indent="-101600" algn="ctr">
              <a:lnSpc>
                <a:spcPct val="160000"/>
              </a:lnSpc>
              <a:spcBef>
                <a:spcPts val="0"/>
              </a:spcBef>
              <a:spcAft>
                <a:spcPts val="0"/>
              </a:spcAft>
              <a:defRPr/>
            </a:pPr>
            <a:r>
              <a:rPr lang="ko-KR" altLang="en-US" sz="2800" i="0" u="none" strike="noStrike" baseline="0" dirty="0">
                <a:solidFill>
                  <a:srgbClr val="000000"/>
                </a:solidFill>
                <a:cs typeface="나눔바른고딕"/>
              </a:rPr>
              <a:t>그 마음을 </a:t>
            </a:r>
            <a:r>
              <a:rPr kumimoji="1" lang="ko-KR" altLang="en-US" sz="2800" i="0" u="none" baseline="0" dirty="0">
                <a:solidFill>
                  <a:schemeClr val="tx1"/>
                </a:solidFill>
              </a:rPr>
              <a:t>표현해 봅시다.</a:t>
            </a:r>
          </a:p>
          <a:p>
            <a:pPr marL="0" lvl="0" indent="0" algn="l" defTabSz="1028836" rtl="0" eaLnBrk="1" latinLnBrk="0" hangingPunct="1">
              <a:lnSpc>
                <a:spcPct val="100000"/>
              </a:lnSpc>
              <a:spcBef>
                <a:spcPts val="1400"/>
              </a:spcBef>
              <a:spcAft>
                <a:spcPct val="0"/>
              </a:spcAft>
              <a:buNone/>
              <a:defRPr/>
            </a:pPr>
            <a:endParaRPr kumimoji="1" lang="en-US" altLang="ko-KR" sz="2800" b="0" i="0" u="none" baseline="0" dirty="0">
              <a:solidFill>
                <a:schemeClr val="lt1"/>
              </a:solidFill>
              <a:latin typeface="Noto Sans KR Medium"/>
              <a:ea typeface="Noto Sans KR Medium"/>
              <a:sym typeface="Wingdings"/>
            </a:endParaRPr>
          </a:p>
          <a:p>
            <a:pPr marL="0" lvl="0" indent="0" algn="l" defTabSz="1028836" rtl="0" eaLnBrk="1" latinLnBrk="0" hangingPunct="1">
              <a:lnSpc>
                <a:spcPct val="100000"/>
              </a:lnSpc>
              <a:spcBef>
                <a:spcPts val="1400"/>
              </a:spcBef>
              <a:spcAft>
                <a:spcPct val="0"/>
              </a:spcAft>
              <a:buNone/>
              <a:defRPr/>
            </a:pPr>
            <a:r>
              <a:rPr kumimoji="1" lang="ko-KR" altLang="en-US" sz="2800" b="0" i="0" u="none" baseline="0" dirty="0">
                <a:solidFill>
                  <a:schemeClr val="lt1"/>
                </a:solidFill>
                <a:latin typeface="Noto Sans KR Medium"/>
                <a:ea typeface="Noto Sans KR Medium"/>
                <a:sym typeface="Wingdings"/>
              </a:rPr>
              <a:t> </a:t>
            </a:r>
            <a:r>
              <a:rPr kumimoji="1" lang="ko-KR" altLang="en-US" sz="2800" b="0" i="0" u="none" baseline="0" dirty="0">
                <a:solidFill>
                  <a:schemeClr val="lt1"/>
                </a:solidFill>
                <a:latin typeface="Noto Sans KR Medium"/>
                <a:ea typeface="Noto Sans KR Medium"/>
              </a:rPr>
              <a:t>“나라면 어떤 기분?” 먼저 묻기</a:t>
            </a:r>
          </a:p>
          <a:p>
            <a:pPr marL="0" lvl="0" indent="0" algn="l" defTabSz="1028836" rtl="0" eaLnBrk="1" latinLnBrk="0" hangingPunct="1">
              <a:lnSpc>
                <a:spcPct val="100000"/>
              </a:lnSpc>
              <a:spcBef>
                <a:spcPts val="1400"/>
              </a:spcBef>
              <a:spcAft>
                <a:spcPct val="0"/>
              </a:spcAft>
              <a:buNone/>
              <a:defRPr/>
            </a:pPr>
            <a:r>
              <a:rPr kumimoji="1" lang="ko-KR" altLang="en-US" sz="2800" b="0" i="0" u="none" baseline="0" dirty="0">
                <a:solidFill>
                  <a:schemeClr val="lt1"/>
                </a:solidFill>
                <a:latin typeface="Noto Sans KR Medium"/>
                <a:ea typeface="Noto Sans KR Medium"/>
                <a:sym typeface="Wingdings"/>
              </a:rPr>
              <a:t> </a:t>
            </a:r>
            <a:r>
              <a:rPr kumimoji="1" lang="ko-KR" altLang="en-US" sz="2800" b="0" i="0" u="none" baseline="0" dirty="0">
                <a:solidFill>
                  <a:schemeClr val="lt1"/>
                </a:solidFill>
                <a:latin typeface="Noto Sans KR Medium"/>
                <a:ea typeface="Noto Sans KR Medium"/>
              </a:rPr>
              <a:t>슬픔은 웅크림, 기쁨은 뻗기</a:t>
            </a:r>
          </a:p>
        </p:txBody>
      </p:sp>
      <p:sp>
        <p:nvSpPr>
          <p:cNvPr id="21" name="가로 글상자 20"/>
          <p:cNvSpPr txBox="1"/>
          <p:nvPr/>
        </p:nvSpPr>
        <p:spPr>
          <a:xfrm>
            <a:off x="0" y="6248804"/>
            <a:ext cx="2053590" cy="241492"/>
          </a:xfrm>
          <a:prstGeom prst="rect">
            <a:avLst/>
          </a:prstGeom>
        </p:spPr>
        <p:txBody>
          <a:bodyPr wrap="none">
            <a:spAutoFit/>
          </a:bodyPr>
          <a:lstStyle/>
          <a:p>
            <a:pPr lvl="0">
              <a:defRPr/>
            </a:pPr>
            <a:r>
              <a:rPr lang="en-US" altLang="ko-KR" sz="1000">
                <a:solidFill>
                  <a:schemeClr val="lt1"/>
                </a:solidFill>
              </a:rPr>
              <a:t>AI(Google Flow)</a:t>
            </a:r>
            <a:r>
              <a:rPr lang="ko-KR" altLang="en-US" sz="1000">
                <a:solidFill>
                  <a:schemeClr val="lt1"/>
                </a:solidFill>
              </a:rPr>
              <a:t>로</a:t>
            </a:r>
            <a:r>
              <a:rPr lang="en-US" altLang="ko-KR" sz="1000">
                <a:solidFill>
                  <a:schemeClr val="lt1"/>
                </a:solidFill>
              </a:rPr>
              <a:t> </a:t>
            </a:r>
            <a:r>
              <a:rPr lang="ko-KR" altLang="en-US" sz="1000">
                <a:solidFill>
                  <a:schemeClr val="lt1"/>
                </a:solidFill>
              </a:rPr>
              <a:t>제작한 이미지</a:t>
            </a:r>
          </a:p>
        </p:txBody>
      </p:sp>
    </p:spTree>
    <p:extLst>
      <p:ext uri="{BB962C8B-B14F-4D97-AF65-F5344CB8AC3E}">
        <p14:creationId xmlns:p14="http://schemas.microsoft.com/office/powerpoint/2010/main" val="2225247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슬라이드 번호 개체 틀 8"/>
          <p:cNvSpPr>
            <a:spLocks noGrp="1"/>
          </p:cNvSpPr>
          <p:nvPr>
            <p:ph type="sldNum" sz="quarter" idx="4"/>
          </p:nvPr>
        </p:nvSpPr>
        <p:spPr/>
        <p:txBody>
          <a:bodyPr/>
          <a:lstStyle/>
          <a:p>
            <a:pPr lvl="0">
              <a:defRPr/>
            </a:pPr>
            <a:fld id="{A73DE1A5-A26C-4936-9EB7-341AE0E9F7ED}" type="slidenum">
              <a:rPr lang="en-US" altLang="ko-KR"/>
              <a:pPr lvl="0">
                <a:defRPr/>
              </a:pPr>
              <a:t>11</a:t>
            </a:fld>
            <a:endParaRPr lang="en-US" altLang="ko-KR"/>
          </a:p>
        </p:txBody>
      </p:sp>
      <p:sp>
        <p:nvSpPr>
          <p:cNvPr id="10" name="양쪽 모서리가 둥근 사각형 9"/>
          <p:cNvSpPr/>
          <p:nvPr/>
        </p:nvSpPr>
        <p:spPr>
          <a:xfrm rot="10800000">
            <a:off x="10045137" y="1151708"/>
            <a:ext cx="1580852" cy="545041"/>
          </a:xfrm>
          <a:prstGeom prst="round2SameRect">
            <a:avLst>
              <a:gd name="adj1" fmla="val 50000"/>
              <a:gd name="adj2" fmla="val 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endParaRPr lang="ko-KR" altLang="en-US" sz="2400"/>
          </a:p>
        </p:txBody>
      </p:sp>
      <p:sp>
        <p:nvSpPr>
          <p:cNvPr id="12" name="TextBox 11"/>
          <p:cNvSpPr txBox="1"/>
          <p:nvPr/>
        </p:nvSpPr>
        <p:spPr>
          <a:xfrm>
            <a:off x="10045136" y="1223282"/>
            <a:ext cx="1561176" cy="461665"/>
          </a:xfrm>
          <a:prstGeom prst="rect">
            <a:avLst/>
          </a:prstGeom>
          <a:noFill/>
        </p:spPr>
        <p:txBody>
          <a:bodyPr wrap="square">
            <a:spAutoFit/>
          </a:bodyPr>
          <a:lstStyle/>
          <a:p>
            <a:pPr lvl="0" algn="ctr">
              <a:defRPr/>
            </a:pPr>
            <a:r>
              <a:rPr lang="ko-KR" altLang="en-US" sz="2400" spc="-147">
                <a:solidFill>
                  <a:schemeClr val="tx1">
                    <a:alpha val="99000"/>
                  </a:schemeClr>
                </a:solidFill>
                <a:latin typeface="Noto Sans KR Black"/>
                <a:ea typeface="Noto Sans KR Black"/>
              </a:rPr>
              <a:t>활동</a:t>
            </a:r>
          </a:p>
        </p:txBody>
      </p:sp>
      <p:sp>
        <p:nvSpPr>
          <p:cNvPr id="8" name="제목 1"/>
          <p:cNvSpPr>
            <a:spLocks noGrp="1"/>
          </p:cNvSpPr>
          <p:nvPr>
            <p:ph type="title"/>
          </p:nvPr>
        </p:nvSpPr>
        <p:spPr>
          <a:xfrm>
            <a:off x="519761" y="452670"/>
            <a:ext cx="9525376" cy="641085"/>
          </a:xfrm>
        </p:spPr>
        <p:txBody>
          <a:bodyPr>
            <a:normAutofit fontScale="90000"/>
          </a:bodyPr>
          <a:lstStyle/>
          <a:p>
            <a:pPr marL="0" lvl="0" indent="0" algn="l" defTabSz="1028836" rtl="0" eaLnBrk="1" latinLnBrk="1" hangingPunct="1">
              <a:lnSpc>
                <a:spcPct val="100000"/>
              </a:lnSpc>
              <a:spcBef>
                <a:spcPct val="0"/>
              </a:spcBef>
              <a:spcAft>
                <a:spcPct val="0"/>
              </a:spcAft>
              <a:buNone/>
              <a:defRPr/>
            </a:pPr>
            <a:r>
              <a:rPr kumimoji="0" lang="ko-KR" altLang="en-US" b="1" i="0" u="none" baseline="0">
                <a:solidFill>
                  <a:srgbClr val="4472C4">
                    <a:alpha val="100000"/>
                  </a:srgbClr>
                </a:solidFill>
                <a:latin typeface="에스코어 드림 8 Heavy"/>
                <a:ea typeface="에스코어 드림 8 Heavy"/>
                <a:sym typeface="Calibri"/>
              </a:rPr>
              <a:t>의</a:t>
            </a:r>
            <a:r>
              <a:rPr kumimoji="0" lang="ko-KR" altLang="en-US" b="1" i="0" u="none" baseline="0">
                <a:solidFill>
                  <a:srgbClr val="404040">
                    <a:alpha val="100000"/>
                  </a:srgbClr>
                </a:solidFill>
                <a:latin typeface="에스코어 드림 8 Heavy"/>
                <a:ea typeface="에스코어 드림 8 Heavy"/>
                <a:sym typeface="Calibri"/>
              </a:rPr>
              <a:t>미 만들기 — 발견한 마음 나누기</a:t>
            </a:r>
          </a:p>
        </p:txBody>
      </p:sp>
      <p:sp>
        <p:nvSpPr>
          <p:cNvPr id="15" name="가로 글상자 14"/>
          <p:cNvSpPr txBox="1"/>
          <p:nvPr/>
        </p:nvSpPr>
        <p:spPr>
          <a:xfrm>
            <a:off x="4677755" y="2945764"/>
            <a:ext cx="6729807" cy="4023306"/>
          </a:xfrm>
          <a:prstGeom prst="rect">
            <a:avLst/>
          </a:prstGeom>
          <a:noFill/>
          <a:ln>
            <a:noFill/>
          </a:ln>
        </p:spPr>
        <p:txBody>
          <a:bodyPr vert="horz" wrap="square" lIns="0" tIns="0" rIns="0" bIns="0" anchor="t">
            <a:normAutofit fontScale="32500" lnSpcReduction="20000"/>
          </a:bodyPr>
          <a:lstStyle/>
          <a:p>
            <a:pPr marL="203200" lvl="0" indent="-101600" algn="ctr">
              <a:lnSpc>
                <a:spcPct val="160000"/>
              </a:lnSpc>
              <a:spcBef>
                <a:spcPts val="0"/>
              </a:spcBef>
              <a:spcAft>
                <a:spcPts val="0"/>
              </a:spcAft>
              <a:defRPr/>
            </a:pPr>
            <a:r>
              <a:rPr kumimoji="1" lang="ko-KR" altLang="en-US" sz="5473" b="0" i="0" u="none" baseline="0" dirty="0">
                <a:solidFill>
                  <a:srgbClr val="FFFFFF">
                    <a:alpha val="100000"/>
                  </a:srgbClr>
                </a:solidFill>
              </a:rPr>
              <a:t>  </a:t>
            </a:r>
            <a:r>
              <a:rPr sz="9600" b="0" i="0" u="none" strike="noStrike" baseline="0" dirty="0" err="1">
                <a:solidFill>
                  <a:srgbClr val="000000"/>
                </a:solidFill>
                <a:cs typeface="나눔바른고딕"/>
              </a:rPr>
              <a:t>다른</a:t>
            </a:r>
            <a:r>
              <a:rPr sz="9600" b="0" i="0" u="none" strike="noStrike" baseline="0" dirty="0">
                <a:solidFill>
                  <a:srgbClr val="000000"/>
                </a:solidFill>
                <a:cs typeface="나눔바른고딕"/>
              </a:rPr>
              <a:t> </a:t>
            </a:r>
            <a:r>
              <a:rPr sz="9600" b="0" i="0" u="none" strike="noStrike" baseline="0" dirty="0" err="1">
                <a:solidFill>
                  <a:srgbClr val="000000"/>
                </a:solidFill>
                <a:cs typeface="나눔바른고딕"/>
              </a:rPr>
              <a:t>모둠을</a:t>
            </a:r>
            <a:r>
              <a:rPr sz="9600" b="0" i="0" u="none" strike="noStrike" baseline="0" dirty="0">
                <a:solidFill>
                  <a:srgbClr val="000000"/>
                </a:solidFill>
                <a:cs typeface="나눔바른고딕"/>
              </a:rPr>
              <a:t> </a:t>
            </a:r>
            <a:r>
              <a:rPr sz="9600" b="0" i="0" u="none" strike="noStrike" baseline="0" dirty="0" err="1">
                <a:solidFill>
                  <a:srgbClr val="000000"/>
                </a:solidFill>
                <a:cs typeface="나눔바른고딕"/>
              </a:rPr>
              <a:t>둘러보고</a:t>
            </a:r>
            <a:r>
              <a:rPr lang="EN-US" sz="9600" b="0" i="0" u="none" strike="noStrike" baseline="0" dirty="0">
                <a:solidFill>
                  <a:srgbClr val="000000"/>
                </a:solidFill>
              </a:rPr>
              <a:t>, </a:t>
            </a:r>
            <a:r>
              <a:rPr lang="ko-KR" altLang="en-US" sz="9600" b="0" i="0" u="none" strike="noStrike" baseline="0" dirty="0">
                <a:solidFill>
                  <a:srgbClr val="000000"/>
                </a:solidFill>
              </a:rPr>
              <a:t> </a:t>
            </a:r>
            <a:r>
              <a:rPr sz="9600" b="0" i="0" u="none" strike="noStrike" baseline="0" dirty="0" err="1">
                <a:solidFill>
                  <a:srgbClr val="000000"/>
                </a:solidFill>
                <a:cs typeface="나눔바른고딕"/>
              </a:rPr>
              <a:t>인상</a:t>
            </a:r>
            <a:r>
              <a:rPr sz="9600" b="0" i="0" u="none" strike="noStrike" baseline="0" dirty="0">
                <a:solidFill>
                  <a:srgbClr val="000000"/>
                </a:solidFill>
                <a:cs typeface="나눔바른고딕"/>
              </a:rPr>
              <a:t> </a:t>
            </a:r>
            <a:r>
              <a:rPr sz="9600" b="0" i="0" u="none" strike="noStrike" baseline="0" dirty="0" err="1">
                <a:solidFill>
                  <a:srgbClr val="000000"/>
                </a:solidFill>
                <a:cs typeface="나눔바른고딕"/>
              </a:rPr>
              <a:t>깊었던</a:t>
            </a:r>
            <a:r>
              <a:rPr sz="9600" b="0" i="0" u="none" strike="noStrike" baseline="0" dirty="0">
                <a:solidFill>
                  <a:srgbClr val="000000"/>
                </a:solidFill>
                <a:cs typeface="나눔바른고딕"/>
              </a:rPr>
              <a:t> </a:t>
            </a:r>
            <a:endParaRPr lang="ko-KR" altLang="en-US" sz="9600" b="0" i="0" u="none" strike="noStrike" baseline="0" dirty="0">
              <a:solidFill>
                <a:srgbClr val="000000"/>
              </a:solidFill>
              <a:cs typeface="나눔바른고딕"/>
            </a:endParaRPr>
          </a:p>
          <a:p>
            <a:pPr marL="203200" lvl="0" indent="-101600" algn="ctr">
              <a:lnSpc>
                <a:spcPct val="160000"/>
              </a:lnSpc>
              <a:spcBef>
                <a:spcPts val="0"/>
              </a:spcBef>
              <a:spcAft>
                <a:spcPts val="0"/>
              </a:spcAft>
              <a:defRPr/>
            </a:pPr>
            <a:r>
              <a:rPr lang="ko-KR" altLang="en-US" sz="9600" b="0" i="0" u="none" strike="noStrike" baseline="0" dirty="0">
                <a:solidFill>
                  <a:srgbClr val="000000"/>
                </a:solidFill>
                <a:cs typeface="나눔바른고딕"/>
              </a:rPr>
              <a:t>표정이나 동작 하나를 골라볼까요</a:t>
            </a:r>
            <a:r>
              <a:rPr lang="en-US" altLang="ko-KR" sz="9600" b="0" i="0" u="none" strike="noStrike" baseline="0" dirty="0">
                <a:solidFill>
                  <a:srgbClr val="000000"/>
                </a:solidFill>
              </a:rPr>
              <a:t>? </a:t>
            </a:r>
            <a:endParaRPr lang="ko-KR" altLang="en-US" sz="9600" b="0" i="0" u="none" strike="noStrike" baseline="0" dirty="0">
              <a:solidFill>
                <a:srgbClr val="000000"/>
              </a:solidFill>
              <a:cs typeface="나눔바른고딕"/>
            </a:endParaRPr>
          </a:p>
          <a:p>
            <a:pPr marL="203200" lvl="0" indent="-101600" algn="ctr">
              <a:lnSpc>
                <a:spcPct val="160000"/>
              </a:lnSpc>
              <a:spcBef>
                <a:spcPts val="0"/>
              </a:spcBef>
              <a:spcAft>
                <a:spcPts val="0"/>
              </a:spcAft>
              <a:defRPr/>
            </a:pPr>
            <a:r>
              <a:rPr sz="9600" b="0" i="0" u="none" strike="noStrike" baseline="0" dirty="0">
                <a:solidFill>
                  <a:srgbClr val="000000"/>
                </a:solidFill>
                <a:cs typeface="나눔바른고딕"/>
              </a:rPr>
              <a:t>왜 </a:t>
            </a:r>
            <a:r>
              <a:rPr sz="9600" b="0" i="0" u="none" strike="noStrike" baseline="0" dirty="0" err="1">
                <a:solidFill>
                  <a:srgbClr val="000000"/>
                </a:solidFill>
                <a:cs typeface="나눔바른고딕"/>
              </a:rPr>
              <a:t>그렇게</a:t>
            </a:r>
            <a:r>
              <a:rPr sz="9600" b="0" i="0" u="none" strike="noStrike" baseline="0" dirty="0">
                <a:solidFill>
                  <a:srgbClr val="000000"/>
                </a:solidFill>
                <a:cs typeface="나눔바른고딕"/>
              </a:rPr>
              <a:t> </a:t>
            </a:r>
            <a:r>
              <a:rPr sz="9600" b="0" i="0" u="none" strike="noStrike" baseline="0" dirty="0" err="1">
                <a:solidFill>
                  <a:srgbClr val="000000"/>
                </a:solidFill>
                <a:cs typeface="나눔바른고딕"/>
              </a:rPr>
              <a:t>표현했을지</a:t>
            </a:r>
            <a:r>
              <a:rPr sz="9600" b="0" i="0" u="none" strike="noStrike" baseline="0" dirty="0">
                <a:solidFill>
                  <a:srgbClr val="000000"/>
                </a:solidFill>
                <a:cs typeface="나눔바른고딕"/>
              </a:rPr>
              <a:t> </a:t>
            </a:r>
            <a:r>
              <a:rPr sz="9600" b="0" i="0" u="none" strike="noStrike" baseline="0" dirty="0" err="1">
                <a:solidFill>
                  <a:srgbClr val="000000"/>
                </a:solidFill>
                <a:cs typeface="나눔바른고딕"/>
              </a:rPr>
              <a:t>짐작해</a:t>
            </a:r>
            <a:r>
              <a:rPr sz="9600" b="0" i="0" u="none" strike="noStrike" baseline="0" dirty="0">
                <a:solidFill>
                  <a:srgbClr val="000000"/>
                </a:solidFill>
                <a:cs typeface="나눔바른고딕"/>
              </a:rPr>
              <a:t> </a:t>
            </a:r>
            <a:r>
              <a:rPr sz="9600" b="0" i="0" u="none" strike="noStrike" baseline="0" dirty="0" err="1">
                <a:solidFill>
                  <a:srgbClr val="000000"/>
                </a:solidFill>
                <a:cs typeface="나눔바른고딕"/>
              </a:rPr>
              <a:t>봅시다</a:t>
            </a:r>
            <a:r>
              <a:rPr sz="9600" b="0" i="0" u="none" strike="noStrike" baseline="0" dirty="0">
                <a:solidFill>
                  <a:srgbClr val="000000"/>
                </a:solidFill>
                <a:cs typeface="나눔바른고딕"/>
              </a:rPr>
              <a:t>.</a:t>
            </a:r>
            <a:endParaRPr lang="en-US" sz="9600" dirty="0">
              <a:solidFill>
                <a:srgbClr val="000000"/>
              </a:solidFill>
              <a:cs typeface="나눔바른고딕"/>
            </a:endParaRPr>
          </a:p>
          <a:p>
            <a:pPr marL="203200" lvl="0" indent="-101600" algn="ctr">
              <a:lnSpc>
                <a:spcPct val="160000"/>
              </a:lnSpc>
              <a:spcBef>
                <a:spcPts val="0"/>
              </a:spcBef>
              <a:spcAft>
                <a:spcPts val="0"/>
              </a:spcAft>
              <a:defRPr/>
            </a:pPr>
            <a:endParaRPr lang="en-US" altLang="ko-KR" sz="9600" b="0" i="0" u="none" strike="noStrike" baseline="0" dirty="0">
              <a:solidFill>
                <a:srgbClr val="000000"/>
              </a:solidFill>
              <a:cs typeface="나눔바른고딕"/>
            </a:endParaRPr>
          </a:p>
        </p:txBody>
      </p:sp>
      <p:sp>
        <p:nvSpPr>
          <p:cNvPr id="18" name="타원 17"/>
          <p:cNvSpPr/>
          <p:nvPr/>
        </p:nvSpPr>
        <p:spPr>
          <a:xfrm>
            <a:off x="4735159" y="1614791"/>
            <a:ext cx="6835588" cy="4426086"/>
          </a:xfrm>
          <a:prstGeom prst="ellipse">
            <a:avLst/>
          </a:prstGeom>
          <a:noFill/>
          <a:ln>
            <a:solidFill>
              <a:schemeClr val="dk1"/>
            </a:solidFill>
          </a:ln>
        </p:spPr>
        <p:style>
          <a:lnRef idx="2">
            <a:schemeClr val="accent1">
              <a:shade val="20000"/>
            </a:schemeClr>
          </a:lnRef>
          <a:fillRef idx="1">
            <a:schemeClr val="accent1"/>
          </a:fillRef>
          <a:effectRef idx="0">
            <a:schemeClr val="accent1"/>
          </a:effectRef>
          <a:fontRef idx="minor">
            <a:schemeClr val="lt1"/>
          </a:fontRef>
        </p:style>
        <p:txBody>
          <a:bodyPr anchor="ctr"/>
          <a:lstStyle/>
          <a:p>
            <a:pPr lvl="0" algn="ctr">
              <a:defRPr/>
            </a:pPr>
            <a:endParaRPr lang="ko-KR" altLang="en-US"/>
          </a:p>
        </p:txBody>
      </p:sp>
      <p:pic>
        <p:nvPicPr>
          <p:cNvPr id="19" name="그림 18"/>
          <p:cNvPicPr>
            <a:picLocks noChangeAspect="1"/>
          </p:cNvPicPr>
          <p:nvPr/>
        </p:nvPicPr>
        <p:blipFill rotWithShape="1">
          <a:blip r:embed="rId3"/>
          <a:srcRect l="33760" r="31450"/>
          <a:stretch>
            <a:fillRect/>
          </a:stretch>
        </p:blipFill>
        <p:spPr>
          <a:xfrm>
            <a:off x="0" y="1142183"/>
            <a:ext cx="4242518" cy="5357638"/>
          </a:xfrm>
          <a:prstGeom prst="rect">
            <a:avLst/>
          </a:prstGeom>
        </p:spPr>
      </p:pic>
      <p:sp>
        <p:nvSpPr>
          <p:cNvPr id="20" name="가로 글상자 19"/>
          <p:cNvSpPr txBox="1"/>
          <p:nvPr/>
        </p:nvSpPr>
        <p:spPr>
          <a:xfrm>
            <a:off x="0" y="6248804"/>
            <a:ext cx="2053590" cy="241492"/>
          </a:xfrm>
          <a:prstGeom prst="rect">
            <a:avLst/>
          </a:prstGeom>
        </p:spPr>
        <p:txBody>
          <a:bodyPr wrap="none">
            <a:spAutoFit/>
          </a:bodyPr>
          <a:lstStyle/>
          <a:p>
            <a:pPr lvl="0">
              <a:defRPr/>
            </a:pPr>
            <a:r>
              <a:rPr lang="en-US" altLang="ko-KR" sz="1000">
                <a:solidFill>
                  <a:schemeClr val="lt1"/>
                </a:solidFill>
              </a:rPr>
              <a:t>AI(Google Flow)</a:t>
            </a:r>
            <a:r>
              <a:rPr lang="ko-KR" altLang="en-US" sz="1000">
                <a:solidFill>
                  <a:schemeClr val="lt1"/>
                </a:solidFill>
              </a:rPr>
              <a:t>로</a:t>
            </a:r>
            <a:r>
              <a:rPr lang="en-US" altLang="ko-KR" sz="1000">
                <a:solidFill>
                  <a:schemeClr val="lt1"/>
                </a:solidFill>
              </a:rPr>
              <a:t> </a:t>
            </a:r>
            <a:r>
              <a:rPr lang="ko-KR" altLang="en-US" sz="1000">
                <a:solidFill>
                  <a:schemeClr val="lt1"/>
                </a:solidFill>
              </a:rPr>
              <a:t>제작한 이미지</a:t>
            </a:r>
          </a:p>
        </p:txBody>
      </p:sp>
    </p:spTree>
    <p:extLst>
      <p:ext uri="{BB962C8B-B14F-4D97-AF65-F5344CB8AC3E}">
        <p14:creationId xmlns:p14="http://schemas.microsoft.com/office/powerpoint/2010/main" val="4237477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슬라이드 번호 개체 틀 8"/>
          <p:cNvSpPr>
            <a:spLocks noGrp="1"/>
          </p:cNvSpPr>
          <p:nvPr>
            <p:ph type="sldNum" sz="quarter" idx="4"/>
          </p:nvPr>
        </p:nvSpPr>
        <p:spPr/>
        <p:txBody>
          <a:bodyPr/>
          <a:lstStyle/>
          <a:p>
            <a:fld id="{A73DE1A5-A26C-4936-9EB7-341AE0E9F7ED}" type="slidenum">
              <a:rPr lang="en-US" altLang="ko-KR" smtClean="0"/>
              <a:pPr/>
              <a:t>12</a:t>
            </a:fld>
            <a:endParaRPr lang="en-US" dirty="0"/>
          </a:p>
        </p:txBody>
      </p:sp>
      <p:sp>
        <p:nvSpPr>
          <p:cNvPr id="8" name="제목 1"/>
          <p:cNvSpPr>
            <a:spLocks noGrp="1"/>
          </p:cNvSpPr>
          <p:nvPr>
            <p:ph type="title"/>
          </p:nvPr>
        </p:nvSpPr>
        <p:spPr/>
        <p:txBody>
          <a:bodyPr>
            <a:normAutofit fontScale="90000"/>
          </a:bodyPr>
          <a:lstStyle/>
          <a:p>
            <a:r>
              <a:rPr lang="ko-KR" altLang="en-US" b="1" dirty="0">
                <a:solidFill>
                  <a:schemeClr val="tx1">
                    <a:lumMod val="75000"/>
                    <a:lumOff val="25000"/>
                    <a:alpha val="99000"/>
                  </a:schemeClr>
                </a:solidFill>
                <a:latin typeface="+mj-ea"/>
                <a:ea typeface="+mj-ea"/>
              </a:rPr>
              <a:t>정리하기</a:t>
            </a:r>
          </a:p>
        </p:txBody>
      </p:sp>
      <p:sp>
        <p:nvSpPr>
          <p:cNvPr id="12" name="가로 글상자 11"/>
          <p:cNvSpPr txBox="1"/>
          <p:nvPr/>
        </p:nvSpPr>
        <p:spPr>
          <a:xfrm>
            <a:off x="892019" y="1991960"/>
            <a:ext cx="7245564" cy="3659336"/>
          </a:xfrm>
          <a:prstGeom prst="rect">
            <a:avLst/>
          </a:prstGeom>
          <a:noFill/>
          <a:ln>
            <a:noFill/>
          </a:ln>
        </p:spPr>
        <p:txBody>
          <a:bodyPr vert="horz" wrap="square" lIns="0" tIns="0" rIns="0" bIns="0" anchor="t">
            <a:noAutofit/>
          </a:bodyPr>
          <a:lstStyle/>
          <a:p>
            <a:pPr marL="0" lvl="0" indent="0" algn="l" defTabSz="1028836" rtl="0" eaLnBrk="1" latinLnBrk="0" hangingPunct="1">
              <a:lnSpc>
                <a:spcPct val="100000"/>
              </a:lnSpc>
              <a:spcBef>
                <a:spcPts val="1400"/>
              </a:spcBef>
              <a:spcAft>
                <a:spcPct val="0"/>
              </a:spcAft>
              <a:buNone/>
              <a:defRPr/>
            </a:pPr>
            <a:r>
              <a:rPr kumimoji="1" lang="ko-KR" altLang="en-US" sz="2500" b="0" i="0" u="none" baseline="0">
                <a:solidFill>
                  <a:srgbClr val="2C2C2A">
                    <a:alpha val="100000"/>
                  </a:srgbClr>
                </a:solidFill>
                <a:latin typeface="Noto Sans KR Medium"/>
                <a:ea typeface="Noto Sans KR Medium"/>
                <a:sym typeface="Wingdings"/>
              </a:rPr>
              <a:t> </a:t>
            </a:r>
            <a:r>
              <a:rPr kumimoji="1" lang="ko-KR" altLang="en-US" sz="2500" b="0" i="0" u="none" baseline="0">
                <a:solidFill>
                  <a:srgbClr val="2C2C2A">
                    <a:alpha val="100000"/>
                  </a:srgbClr>
                </a:solidFill>
                <a:latin typeface="Noto Sans KR Medium"/>
                <a:ea typeface="Noto Sans KR Medium"/>
              </a:rPr>
              <a:t>나와 병뚜껑 인형이 자연 속에서 느낄 마음을 표정과 동작으로 발견해 표현함</a:t>
            </a:r>
          </a:p>
          <a:p>
            <a:pPr marL="0" lvl="0" indent="0" algn="l" defTabSz="1028836" rtl="0" eaLnBrk="1" latinLnBrk="0" hangingPunct="1">
              <a:lnSpc>
                <a:spcPct val="100000"/>
              </a:lnSpc>
              <a:spcBef>
                <a:spcPts val="1400"/>
              </a:spcBef>
              <a:spcAft>
                <a:spcPct val="0"/>
              </a:spcAft>
              <a:buNone/>
              <a:defRPr/>
            </a:pPr>
            <a:endParaRPr kumimoji="1" lang="ko-KR" altLang="en-US" sz="2500" b="0" i="0" u="none" baseline="0">
              <a:solidFill>
                <a:srgbClr val="2C2C2A">
                  <a:alpha val="100000"/>
                </a:srgbClr>
              </a:solidFill>
              <a:latin typeface="Noto Sans KR Medium"/>
              <a:ea typeface="Noto Sans KR Medium"/>
            </a:endParaRPr>
          </a:p>
          <a:p>
            <a:pPr marL="0" lvl="0" indent="0" algn="l" defTabSz="1028836" rtl="0" eaLnBrk="1" latinLnBrk="0" hangingPunct="1">
              <a:lnSpc>
                <a:spcPct val="100000"/>
              </a:lnSpc>
              <a:spcBef>
                <a:spcPts val="1400"/>
              </a:spcBef>
              <a:spcAft>
                <a:spcPct val="0"/>
              </a:spcAft>
              <a:buNone/>
              <a:defRPr/>
            </a:pPr>
            <a:r>
              <a:rPr kumimoji="1" lang="ko-KR" altLang="en-US" sz="2500" b="0" i="0" u="none" baseline="0">
                <a:solidFill>
                  <a:srgbClr val="2C2C2A">
                    <a:alpha val="100000"/>
                  </a:srgbClr>
                </a:solidFill>
                <a:latin typeface="Noto Sans KR Medium"/>
                <a:ea typeface="Noto Sans KR Medium"/>
                <a:sym typeface="Wingdings"/>
              </a:rPr>
              <a:t> </a:t>
            </a:r>
            <a:r>
              <a:rPr kumimoji="1" lang="ko-KR" altLang="en-US" sz="2500" b="0" i="0" u="none" baseline="0">
                <a:solidFill>
                  <a:srgbClr val="2C2C2A">
                    <a:alpha val="100000"/>
                  </a:srgbClr>
                </a:solidFill>
                <a:latin typeface="Noto Sans KR Medium"/>
                <a:ea typeface="Noto Sans KR Medium"/>
              </a:rPr>
              <a:t>슬링카추처럼 작은 존재가 놓인 장소에서 새로운 이야기를 발견함</a:t>
            </a:r>
          </a:p>
          <a:p>
            <a:pPr marL="0" lvl="0" indent="0" algn="l" defTabSz="1028836" rtl="0" eaLnBrk="1" latinLnBrk="0" hangingPunct="1">
              <a:lnSpc>
                <a:spcPct val="100000"/>
              </a:lnSpc>
              <a:spcBef>
                <a:spcPts val="1400"/>
              </a:spcBef>
              <a:spcAft>
                <a:spcPct val="0"/>
              </a:spcAft>
              <a:buNone/>
              <a:defRPr/>
            </a:pPr>
            <a:endParaRPr kumimoji="1" lang="ko-KR" altLang="en-US" sz="2500" b="0" i="0" u="none" baseline="0">
              <a:solidFill>
                <a:srgbClr val="2C2C2A">
                  <a:alpha val="100000"/>
                </a:srgbClr>
              </a:solidFill>
              <a:latin typeface="Noto Sans KR Medium"/>
              <a:ea typeface="Noto Sans KR Medium"/>
              <a:sym typeface="Wingdings"/>
            </a:endParaRPr>
          </a:p>
          <a:p>
            <a:pPr marL="0" lvl="0" indent="0" algn="l" defTabSz="1028836" rtl="0" eaLnBrk="1" latinLnBrk="0" hangingPunct="1">
              <a:lnSpc>
                <a:spcPct val="100000"/>
              </a:lnSpc>
              <a:spcBef>
                <a:spcPts val="1400"/>
              </a:spcBef>
              <a:spcAft>
                <a:spcPct val="0"/>
              </a:spcAft>
              <a:buNone/>
              <a:defRPr/>
            </a:pPr>
            <a:r>
              <a:rPr kumimoji="1" lang="ko-KR" altLang="en-US" sz="2500" b="0" i="0" u="none" baseline="0">
                <a:solidFill>
                  <a:srgbClr val="2C2C2A">
                    <a:alpha val="100000"/>
                  </a:srgbClr>
                </a:solidFill>
                <a:latin typeface="Noto Sans KR Medium"/>
                <a:ea typeface="Noto Sans KR Medium"/>
              </a:rPr>
              <a:t>□ 다음 시간 예고: 색깔이 된 감정</a:t>
            </a:r>
          </a:p>
          <a:p>
            <a:pPr marL="0" lvl="0" indent="0" algn="l" defTabSz="1028836" rtl="0" eaLnBrk="1" latinLnBrk="0" hangingPunct="1">
              <a:lnSpc>
                <a:spcPct val="100000"/>
              </a:lnSpc>
              <a:spcBef>
                <a:spcPts val="1400"/>
              </a:spcBef>
              <a:spcAft>
                <a:spcPct val="0"/>
              </a:spcAft>
              <a:buNone/>
              <a:defRPr/>
            </a:pPr>
            <a:r>
              <a:rPr kumimoji="1" lang="ko-KR" altLang="en-US" sz="2500" b="0" i="0" u="none" baseline="0">
                <a:solidFill>
                  <a:srgbClr val="2C2C2A">
                    <a:alpha val="100000"/>
                  </a:srgbClr>
                </a:solidFill>
                <a:latin typeface="Noto Sans KR Medium"/>
                <a:ea typeface="Noto Sans KR Medium"/>
              </a:rPr>
              <a:t>준비물: 도화지</a:t>
            </a:r>
            <a:r>
              <a:rPr kumimoji="1" lang="en-US" altLang="ko-KR" sz="2500" b="0" i="0" u="none" baseline="0">
                <a:solidFill>
                  <a:srgbClr val="2C2C2A">
                    <a:alpha val="100000"/>
                  </a:srgbClr>
                </a:solidFill>
                <a:latin typeface="Noto Sans KR Medium"/>
                <a:ea typeface="Noto Sans KR Medium"/>
              </a:rPr>
              <a:t>,</a:t>
            </a:r>
            <a:r>
              <a:rPr kumimoji="1" lang="ko-KR" altLang="en-US" sz="2500" b="0" i="0" u="none" baseline="0">
                <a:solidFill>
                  <a:srgbClr val="2C2C2A">
                    <a:alpha val="100000"/>
                  </a:srgbClr>
                </a:solidFill>
                <a:latin typeface="Noto Sans KR Medium"/>
                <a:ea typeface="Noto Sans KR Medium"/>
              </a:rPr>
              <a:t> 분무기</a:t>
            </a:r>
            <a:r>
              <a:rPr kumimoji="1" lang="en-US" altLang="ko-KR" sz="2500" b="0" i="0" u="none" baseline="0">
                <a:solidFill>
                  <a:srgbClr val="2C2C2A">
                    <a:alpha val="100000"/>
                  </a:srgbClr>
                </a:solidFill>
                <a:latin typeface="Noto Sans KR Medium"/>
                <a:ea typeface="Noto Sans KR Medium"/>
              </a:rPr>
              <a:t>,</a:t>
            </a:r>
            <a:r>
              <a:rPr kumimoji="1" lang="ko-KR" altLang="en-US" sz="2500" b="0" i="0" u="none" baseline="0">
                <a:solidFill>
                  <a:srgbClr val="2C2C2A">
                    <a:alpha val="100000"/>
                  </a:srgbClr>
                </a:solidFill>
                <a:latin typeface="Noto Sans KR Medium"/>
                <a:ea typeface="Noto Sans KR Medium"/>
              </a:rPr>
              <a:t> 습자지(또는 색한지)</a:t>
            </a:r>
          </a:p>
        </p:txBody>
      </p:sp>
      <p:pic>
        <p:nvPicPr>
          <p:cNvPr id="13" name="그림 12"/>
          <p:cNvPicPr/>
          <p:nvPr/>
        </p:nvPicPr>
        <p:blipFill rotWithShape="1">
          <a:blip r:embed="rId3"/>
          <a:stretch>
            <a:fillRect/>
          </a:stretch>
        </p:blipFill>
        <p:spPr>
          <a:xfrm>
            <a:off x="8426472" y="2010832"/>
            <a:ext cx="2764491" cy="3528887"/>
          </a:xfrm>
          <a:prstGeom prst="rect">
            <a:avLst/>
          </a:prstGeom>
          <a:noFill/>
          <a:ln>
            <a:noFill/>
          </a:ln>
          <a:effectLst/>
        </p:spPr>
      </p:pic>
      <p:sp>
        <p:nvSpPr>
          <p:cNvPr id="3" name="직사각형 2">
            <a:extLst>
              <a:ext uri="{FF2B5EF4-FFF2-40B4-BE49-F238E27FC236}">
                <a16:creationId xmlns:a16="http://schemas.microsoft.com/office/drawing/2014/main" id="{445996EE-AFA5-6C40-B754-502B24E20673}"/>
              </a:ext>
            </a:extLst>
          </p:cNvPr>
          <p:cNvSpPr/>
          <p:nvPr/>
        </p:nvSpPr>
        <p:spPr>
          <a:xfrm>
            <a:off x="9008062" y="5783680"/>
            <a:ext cx="2640933" cy="246221"/>
          </a:xfrm>
          <a:prstGeom prst="rect">
            <a:avLst/>
          </a:prstGeom>
          <a:noFill/>
          <a:ln>
            <a:noFill/>
          </a:ln>
        </p:spPr>
        <p:txBody>
          <a:bodyPr wrap="square">
            <a:spAutoFit/>
          </a:bodyPr>
          <a:lstStyle/>
          <a:p>
            <a:pPr>
              <a:defRPr/>
            </a:pPr>
            <a:r>
              <a:rPr lang="ko-KR" altLang="en-US" sz="1000" b="0" i="0" strike="noStrike" dirty="0">
                <a:solidFill>
                  <a:srgbClr val="000000">
                    <a:alpha val="100000"/>
                  </a:srgbClr>
                </a:solidFill>
                <a:latin typeface="Arial"/>
                <a:ea typeface="굴림"/>
              </a:rPr>
              <a:t>출처</a:t>
            </a:r>
            <a:r>
              <a:rPr lang="en-US" altLang="ko-KR" sz="1000" b="0" i="0" strike="noStrike" dirty="0">
                <a:solidFill>
                  <a:srgbClr val="000000">
                    <a:alpha val="100000"/>
                  </a:srgbClr>
                </a:solidFill>
                <a:latin typeface="Arial"/>
                <a:ea typeface="굴림"/>
              </a:rPr>
              <a:t>: AI(Google Gemini)</a:t>
            </a:r>
            <a:r>
              <a:rPr lang="ko-KR" altLang="en-US" sz="1000" b="0" i="0" strike="noStrike" dirty="0">
                <a:solidFill>
                  <a:srgbClr val="000000">
                    <a:alpha val="100000"/>
                  </a:srgbClr>
                </a:solidFill>
                <a:latin typeface="Arial"/>
                <a:ea typeface="굴림"/>
              </a:rPr>
              <a:t>로</a:t>
            </a:r>
            <a:r>
              <a:rPr lang="en-US" altLang="ko-KR" sz="1000" b="0" i="0" strike="noStrike" dirty="0">
                <a:solidFill>
                  <a:srgbClr val="000000">
                    <a:alpha val="100000"/>
                  </a:srgbClr>
                </a:solidFill>
                <a:latin typeface="Arial"/>
                <a:ea typeface="굴림"/>
              </a:rPr>
              <a:t> </a:t>
            </a:r>
            <a:r>
              <a:rPr lang="ko-KR" altLang="en-US" sz="1000" b="0" i="0" strike="noStrike" dirty="0">
                <a:solidFill>
                  <a:srgbClr val="000000">
                    <a:alpha val="100000"/>
                  </a:srgbClr>
                </a:solidFill>
                <a:latin typeface="Arial"/>
                <a:ea typeface="굴림"/>
              </a:rPr>
              <a:t>생성한 이미지</a:t>
            </a:r>
            <a:endParaRPr lang="ko-KR" altLang="ko-KR" dirty="0"/>
          </a:p>
        </p:txBody>
      </p:sp>
    </p:spTree>
    <p:extLst>
      <p:ext uri="{BB962C8B-B14F-4D97-AF65-F5344CB8AC3E}">
        <p14:creationId xmlns:p14="http://schemas.microsoft.com/office/powerpoint/2010/main" val="3974363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모서리가 둥근 직사각형 1"/>
          <p:cNvSpPr/>
          <p:nvPr/>
        </p:nvSpPr>
        <p:spPr>
          <a:xfrm>
            <a:off x="431371" y="3500604"/>
            <a:ext cx="11329259" cy="101600"/>
          </a:xfrm>
          <a:prstGeom prst="roundRect">
            <a:avLst>
              <a:gd name="adj" fmla="val 50000"/>
            </a:avLst>
          </a:prstGeom>
          <a:solidFill>
            <a:srgbClr val="F687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Tree>
    <p:extLst>
      <p:ext uri="{BB962C8B-B14F-4D97-AF65-F5344CB8AC3E}">
        <p14:creationId xmlns:p14="http://schemas.microsoft.com/office/powerpoint/2010/main" val="2661022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사용자 지정 10">
      <a:majorFont>
        <a:latin typeface="에스코어 드림 8 Heavy"/>
        <a:ea typeface="에스코어 드림 8 Heavy"/>
        <a:cs typeface=""/>
      </a:majorFont>
      <a:minorFont>
        <a:latin typeface="Noto Sans KR Medium"/>
        <a:ea typeface="Noto Sans KR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1117</Words>
  <Application>Microsoft Office PowerPoint</Application>
  <PresentationFormat>와이드스크린</PresentationFormat>
  <Paragraphs>134</Paragraphs>
  <Slides>13</Slides>
  <Notes>12</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13</vt:i4>
      </vt:variant>
    </vt:vector>
  </HeadingPairs>
  <TitlesOfParts>
    <vt:vector size="22" baseType="lpstr">
      <vt:lpstr>Noto Sans KR</vt:lpstr>
      <vt:lpstr>Noto Sans KR Black</vt:lpstr>
      <vt:lpstr>Noto Sans KR Medium</vt:lpstr>
      <vt:lpstr>나눔바른고딕</vt:lpstr>
      <vt:lpstr>나눔스퀘어 ExtraBold</vt:lpstr>
      <vt:lpstr>땅스부대찌개 Bold</vt:lpstr>
      <vt:lpstr>에스코어 드림 8 Heavy</vt:lpstr>
      <vt:lpstr>Arial</vt:lpstr>
      <vt:lpstr>Office Theme</vt:lpstr>
      <vt:lpstr>PowerPoint 프레젠테이션</vt:lpstr>
      <vt:lpstr>PowerPoint 프레젠테이션</vt:lpstr>
      <vt:lpstr>자연과 만난 병뚜껑</vt:lpstr>
      <vt:lpstr>예술가의 비밀 무기</vt:lpstr>
      <vt:lpstr>예술가의 비밀 무기</vt:lpstr>
      <vt:lpstr>AI는? 나는?</vt:lpstr>
      <vt:lpstr>활동 안내</vt:lpstr>
      <vt:lpstr>질문하기 — 자연 속 병뚜껑 이야기 상상하기</vt:lpstr>
      <vt:lpstr>판단하기 — 산, 들, 바다 지형 만들기</vt:lpstr>
      <vt:lpstr>공감하기 — 표정과 동작으로 마음 발견하기</vt:lpstr>
      <vt:lpstr>의미 만들기 — 발견한 마음 나누기</vt:lpstr>
      <vt:lpstr>정리하기</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장 혜림</cp:lastModifiedBy>
  <cp:revision>113</cp:revision>
  <dcterms:created xsi:type="dcterms:W3CDTF">2026-07-09T22:35:37Z</dcterms:created>
  <dcterms:modified xsi:type="dcterms:W3CDTF">2026-10-23T02:00:03Z</dcterms:modified>
  <cp:version/>
</cp:coreProperties>
</file>