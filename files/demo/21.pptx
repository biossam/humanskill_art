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64" r:id="rId2"/>
    <p:sldId id="283" r:id="rId3"/>
    <p:sldId id="266" r:id="rId4"/>
    <p:sldId id="285" r:id="rId5"/>
    <p:sldId id="265" r:id="rId6"/>
    <p:sldId id="272" r:id="rId7"/>
    <p:sldId id="300" r:id="rId8"/>
    <p:sldId id="286" r:id="rId9"/>
    <p:sldId id="288" r:id="rId10"/>
    <p:sldId id="295" r:id="rId11"/>
    <p:sldId id="296" r:id="rId12"/>
    <p:sldId id="297" r:id="rId13"/>
    <p:sldId id="299" r:id="rId14"/>
    <p:sldId id="279" r:id="rId15"/>
    <p:sldId id="294" r:id="rId16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877E"/>
    <a:srgbClr val="DD655D"/>
    <a:srgbClr val="FFD966"/>
    <a:srgbClr val="818181"/>
    <a:srgbClr val="D9534A"/>
    <a:srgbClr val="DD635B"/>
    <a:srgbClr val="808080"/>
    <a:srgbClr val="FAE4D6"/>
    <a:srgbClr val="FDEC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41B469-6F7B-4CDE-BA0B-9A3409BB4834}" v="148" dt="2026-10-24T07:13:22.5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2" d="100"/>
          <a:sy n="42" d="100"/>
        </p:scale>
        <p:origin x="405" y="4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 은찬" userId="7171d596-a1e6-43c2-b263-57fdfdab9399" providerId="ADAL" clId="{7241B469-6F7B-4CDE-BA0B-9A3409BB4834}"/>
    <pc:docChg chg="undo redo custSel addSld delSld modSld sldOrd">
      <pc:chgData name="이 은찬" userId="7171d596-a1e6-43c2-b263-57fdfdab9399" providerId="ADAL" clId="{7241B469-6F7B-4CDE-BA0B-9A3409BB4834}" dt="2026-10-24T07:17:53.258" v="5476" actId="478"/>
      <pc:docMkLst>
        <pc:docMk/>
      </pc:docMkLst>
      <pc:sldChg chg="delSp modSp mod">
        <pc:chgData name="이 은찬" userId="7171d596-a1e6-43c2-b263-57fdfdab9399" providerId="ADAL" clId="{7241B469-6F7B-4CDE-BA0B-9A3409BB4834}" dt="2026-10-24T07:09:26.118" v="5438" actId="478"/>
        <pc:sldMkLst>
          <pc:docMk/>
          <pc:sldMk cId="2746174679" sldId="264"/>
        </pc:sldMkLst>
        <pc:spChg chg="del">
          <ac:chgData name="이 은찬" userId="7171d596-a1e6-43c2-b263-57fdfdab9399" providerId="ADAL" clId="{7241B469-6F7B-4CDE-BA0B-9A3409BB4834}" dt="2026-10-24T07:09:26.118" v="5438" actId="478"/>
          <ac:spMkLst>
            <pc:docMk/>
            <pc:sldMk cId="2746174679" sldId="264"/>
            <ac:spMk id="3" creationId="{7FF98ABA-47D1-A5F4-9281-577DFA30E12E}"/>
          </ac:spMkLst>
        </pc:spChg>
        <pc:spChg chg="mod">
          <ac:chgData name="이 은찬" userId="7171d596-a1e6-43c2-b263-57fdfdab9399" providerId="ADAL" clId="{7241B469-6F7B-4CDE-BA0B-9A3409BB4834}" dt="2026-10-03T07:00:36.186" v="11"/>
          <ac:spMkLst>
            <pc:docMk/>
            <pc:sldMk cId="2746174679" sldId="264"/>
            <ac:spMk id="4" creationId="{FA334E57-535E-D53B-C8AD-17A1D28241E4}"/>
          </ac:spMkLst>
        </pc:spChg>
        <pc:spChg chg="mod">
          <ac:chgData name="이 은찬" userId="7171d596-a1e6-43c2-b263-57fdfdab9399" providerId="ADAL" clId="{7241B469-6F7B-4CDE-BA0B-9A3409BB4834}" dt="2026-10-18T07:04:38.570" v="5415" actId="20577"/>
          <ac:spMkLst>
            <pc:docMk/>
            <pc:sldMk cId="2746174679" sldId="264"/>
            <ac:spMk id="8" creationId="{8A85E423-5130-678A-F2A2-6017CB42FB8E}"/>
          </ac:spMkLst>
        </pc:spChg>
        <pc:spChg chg="mod">
          <ac:chgData name="이 은찬" userId="7171d596-a1e6-43c2-b263-57fdfdab9399" providerId="ADAL" clId="{7241B469-6F7B-4CDE-BA0B-9A3409BB4834}" dt="2026-10-03T07:00:21.198" v="8" actId="20577"/>
          <ac:spMkLst>
            <pc:docMk/>
            <pc:sldMk cId="2746174679" sldId="264"/>
            <ac:spMk id="32" creationId="{00000000-0000-0000-0000-000000000000}"/>
          </ac:spMkLst>
        </pc:spChg>
        <pc:picChg chg="del">
          <ac:chgData name="이 은찬" userId="7171d596-a1e6-43c2-b263-57fdfdab9399" providerId="ADAL" clId="{7241B469-6F7B-4CDE-BA0B-9A3409BB4834}" dt="2026-10-24T07:09:23.204" v="5437" actId="478"/>
          <ac:picMkLst>
            <pc:docMk/>
            <pc:sldMk cId="2746174679" sldId="264"/>
            <ac:picMk id="20" creationId="{CF129326-65E2-B351-ED3A-4D3C7ED73678}"/>
          </ac:picMkLst>
        </pc:picChg>
      </pc:sldChg>
      <pc:sldChg chg="modSp mod">
        <pc:chgData name="이 은찬" userId="7171d596-a1e6-43c2-b263-57fdfdab9399" providerId="ADAL" clId="{7241B469-6F7B-4CDE-BA0B-9A3409BB4834}" dt="2026-10-03T07:28:49.824" v="1945" actId="404"/>
        <pc:sldMkLst>
          <pc:docMk/>
          <pc:sldMk cId="1828356913" sldId="265"/>
        </pc:sldMkLst>
        <pc:spChg chg="mod">
          <ac:chgData name="이 은찬" userId="7171d596-a1e6-43c2-b263-57fdfdab9399" providerId="ADAL" clId="{7241B469-6F7B-4CDE-BA0B-9A3409BB4834}" dt="2026-10-03T07:28:49.824" v="1945" actId="404"/>
          <ac:spMkLst>
            <pc:docMk/>
            <pc:sldMk cId="1828356913" sldId="265"/>
            <ac:spMk id="3" creationId="{A0A52C7F-80DB-1F40-2637-9FB6949E0EB8}"/>
          </ac:spMkLst>
        </pc:spChg>
      </pc:sldChg>
      <pc:sldChg chg="addSp delSp modSp mod">
        <pc:chgData name="이 은찬" userId="7171d596-a1e6-43c2-b263-57fdfdab9399" providerId="ADAL" clId="{7241B469-6F7B-4CDE-BA0B-9A3409BB4834}" dt="2026-10-04T14:08:24.537" v="5411" actId="404"/>
        <pc:sldMkLst>
          <pc:docMk/>
          <pc:sldMk cId="4246831794" sldId="266"/>
        </pc:sldMkLst>
        <pc:spChg chg="mod">
          <ac:chgData name="이 은찬" userId="7171d596-a1e6-43c2-b263-57fdfdab9399" providerId="ADAL" clId="{7241B469-6F7B-4CDE-BA0B-9A3409BB4834}" dt="2026-10-04T14:08:24.537" v="5411" actId="404"/>
          <ac:spMkLst>
            <pc:docMk/>
            <pc:sldMk cId="4246831794" sldId="266"/>
            <ac:spMk id="2" creationId="{00000000-0000-0000-0000-000000000000}"/>
          </ac:spMkLst>
        </pc:spChg>
        <pc:spChg chg="add mod">
          <ac:chgData name="이 은찬" userId="7171d596-a1e6-43c2-b263-57fdfdab9399" providerId="ADAL" clId="{7241B469-6F7B-4CDE-BA0B-9A3409BB4834}" dt="2026-10-03T09:09:47.561" v="5179" actId="20577"/>
          <ac:spMkLst>
            <pc:docMk/>
            <pc:sldMk cId="4246831794" sldId="266"/>
            <ac:spMk id="4" creationId="{478E83B3-0D1F-8C33-185D-0525C56788A8}"/>
          </ac:spMkLst>
        </pc:spChg>
        <pc:spChg chg="del">
          <ac:chgData name="이 은찬" userId="7171d596-a1e6-43c2-b263-57fdfdab9399" providerId="ADAL" clId="{7241B469-6F7B-4CDE-BA0B-9A3409BB4834}" dt="2026-10-03T07:17:35.813" v="1564" actId="478"/>
          <ac:spMkLst>
            <pc:docMk/>
            <pc:sldMk cId="4246831794" sldId="266"/>
            <ac:spMk id="10" creationId="{694512E4-038C-FE6D-478A-6D746473F87C}"/>
          </ac:spMkLst>
        </pc:spChg>
        <pc:spChg chg="mod">
          <ac:chgData name="이 은찬" userId="7171d596-a1e6-43c2-b263-57fdfdab9399" providerId="ADAL" clId="{7241B469-6F7B-4CDE-BA0B-9A3409BB4834}" dt="2026-10-03T07:20:54.281" v="1667" actId="1036"/>
          <ac:spMkLst>
            <pc:docMk/>
            <pc:sldMk cId="4246831794" sldId="266"/>
            <ac:spMk id="11" creationId="{633A60DF-EA79-DF55-16FD-AB2777B25155}"/>
          </ac:spMkLst>
        </pc:spChg>
        <pc:spChg chg="del">
          <ac:chgData name="이 은찬" userId="7171d596-a1e6-43c2-b263-57fdfdab9399" providerId="ADAL" clId="{7241B469-6F7B-4CDE-BA0B-9A3409BB4834}" dt="2026-10-03T07:08:12.423" v="221" actId="478"/>
          <ac:spMkLst>
            <pc:docMk/>
            <pc:sldMk cId="4246831794" sldId="266"/>
            <ac:spMk id="12" creationId="{46F7658C-5ACD-DB48-86C2-E2D6DBC41B78}"/>
          </ac:spMkLst>
        </pc:spChg>
        <pc:spChg chg="del">
          <ac:chgData name="이 은찬" userId="7171d596-a1e6-43c2-b263-57fdfdab9399" providerId="ADAL" clId="{7241B469-6F7B-4CDE-BA0B-9A3409BB4834}" dt="2026-10-03T07:08:15.456" v="223" actId="478"/>
          <ac:spMkLst>
            <pc:docMk/>
            <pc:sldMk cId="4246831794" sldId="266"/>
            <ac:spMk id="13" creationId="{A76FD4A6-26AA-DACE-945D-2E02C7D2DC37}"/>
          </ac:spMkLst>
        </pc:spChg>
        <pc:spChg chg="mod">
          <ac:chgData name="이 은찬" userId="7171d596-a1e6-43c2-b263-57fdfdab9399" providerId="ADAL" clId="{7241B469-6F7B-4CDE-BA0B-9A3409BB4834}" dt="2026-10-03T07:22:37.523" v="1680"/>
          <ac:spMkLst>
            <pc:docMk/>
            <pc:sldMk cId="4246831794" sldId="266"/>
            <ac:spMk id="14" creationId="{D8E5F600-0999-9422-1C3C-8299F3CA9C9E}"/>
          </ac:spMkLst>
        </pc:spChg>
        <pc:spChg chg="mod">
          <ac:chgData name="이 은찬" userId="7171d596-a1e6-43c2-b263-57fdfdab9399" providerId="ADAL" clId="{7241B469-6F7B-4CDE-BA0B-9A3409BB4834}" dt="2026-10-03T07:22:30.299" v="1678"/>
          <ac:spMkLst>
            <pc:docMk/>
            <pc:sldMk cId="4246831794" sldId="266"/>
            <ac:spMk id="15" creationId="{802D531F-43CC-7F30-8933-8AAB320D51A2}"/>
          </ac:spMkLst>
        </pc:spChg>
        <pc:spChg chg="mod">
          <ac:chgData name="이 은찬" userId="7171d596-a1e6-43c2-b263-57fdfdab9399" providerId="ADAL" clId="{7241B469-6F7B-4CDE-BA0B-9A3409BB4834}" dt="2026-10-03T07:22:44.511" v="1684" actId="20577"/>
          <ac:spMkLst>
            <pc:docMk/>
            <pc:sldMk cId="4246831794" sldId="266"/>
            <ac:spMk id="16" creationId="{0B5149CE-8166-C52B-D92D-BCEAFFE97638}"/>
          </ac:spMkLst>
        </pc:spChg>
        <pc:spChg chg="del mod topLvl">
          <ac:chgData name="이 은찬" userId="7171d596-a1e6-43c2-b263-57fdfdab9399" providerId="ADAL" clId="{7241B469-6F7B-4CDE-BA0B-9A3409BB4834}" dt="2026-10-03T07:22:40.485" v="1681" actId="478"/>
          <ac:spMkLst>
            <pc:docMk/>
            <pc:sldMk cId="4246831794" sldId="266"/>
            <ac:spMk id="41" creationId="{00000000-0000-0000-0000-000000000000}"/>
          </ac:spMkLst>
        </pc:spChg>
        <pc:grpChg chg="add mod">
          <ac:chgData name="이 은찬" userId="7171d596-a1e6-43c2-b263-57fdfdab9399" providerId="ADAL" clId="{7241B469-6F7B-4CDE-BA0B-9A3409BB4834}" dt="2026-10-03T07:22:30.299" v="1678"/>
          <ac:grpSpMkLst>
            <pc:docMk/>
            <pc:sldMk cId="4246831794" sldId="266"/>
            <ac:grpSpMk id="5" creationId="{19DEC6DB-55AF-F13D-AB47-7ACAA1371AFE}"/>
          </ac:grpSpMkLst>
        </pc:grpChg>
        <pc:grpChg chg="mod">
          <ac:chgData name="이 은찬" userId="7171d596-a1e6-43c2-b263-57fdfdab9399" providerId="ADAL" clId="{7241B469-6F7B-4CDE-BA0B-9A3409BB4834}" dt="2026-10-03T07:22:30.299" v="1678"/>
          <ac:grpSpMkLst>
            <pc:docMk/>
            <pc:sldMk cId="4246831794" sldId="266"/>
            <ac:grpSpMk id="7" creationId="{5A9F6678-988E-B4AE-864D-F4CFE5D8592F}"/>
          </ac:grpSpMkLst>
        </pc:grpChg>
        <pc:grpChg chg="del mod">
          <ac:chgData name="이 은찬" userId="7171d596-a1e6-43c2-b263-57fdfdab9399" providerId="ADAL" clId="{7241B469-6F7B-4CDE-BA0B-9A3409BB4834}" dt="2026-10-03T07:22:40.485" v="1681" actId="478"/>
          <ac:grpSpMkLst>
            <pc:docMk/>
            <pc:sldMk cId="4246831794" sldId="266"/>
            <ac:grpSpMk id="35" creationId="{00000000-0000-0000-0000-000000000000}"/>
          </ac:grpSpMkLst>
        </pc:grpChg>
        <pc:grpChg chg="del topLvl">
          <ac:chgData name="이 은찬" userId="7171d596-a1e6-43c2-b263-57fdfdab9399" providerId="ADAL" clId="{7241B469-6F7B-4CDE-BA0B-9A3409BB4834}" dt="2026-10-03T07:22:41.992" v="1682" actId="478"/>
          <ac:grpSpMkLst>
            <pc:docMk/>
            <pc:sldMk cId="4246831794" sldId="266"/>
            <ac:grpSpMk id="36" creationId="{00000000-0000-0000-0000-000000000000}"/>
          </ac:grpSpMkLst>
        </pc:grpChg>
        <pc:picChg chg="del">
          <ac:chgData name="이 은찬" userId="7171d596-a1e6-43c2-b263-57fdfdab9399" providerId="ADAL" clId="{7241B469-6F7B-4CDE-BA0B-9A3409BB4834}" dt="2026-10-03T07:08:11.726" v="220" actId="478"/>
          <ac:picMkLst>
            <pc:docMk/>
            <pc:sldMk cId="4246831794" sldId="266"/>
            <ac:picMk id="6" creationId="{25BD36E0-EFC0-CE4C-9351-BBC1FA87EEB6}"/>
          </ac:picMkLst>
        </pc:picChg>
        <pc:picChg chg="del">
          <ac:chgData name="이 은찬" userId="7171d596-a1e6-43c2-b263-57fdfdab9399" providerId="ADAL" clId="{7241B469-6F7B-4CDE-BA0B-9A3409BB4834}" dt="2026-10-03T07:08:13.123" v="222" actId="478"/>
          <ac:picMkLst>
            <pc:docMk/>
            <pc:sldMk cId="4246831794" sldId="266"/>
            <ac:picMk id="8" creationId="{CECE14DE-457C-9229-F57C-CFBD788E1D5A}"/>
          </ac:picMkLst>
        </pc:picChg>
      </pc:sldChg>
      <pc:sldChg chg="del">
        <pc:chgData name="이 은찬" userId="7171d596-a1e6-43c2-b263-57fdfdab9399" providerId="ADAL" clId="{7241B469-6F7B-4CDE-BA0B-9A3409BB4834}" dt="2026-10-03T08:25:10.919" v="4441" actId="47"/>
        <pc:sldMkLst>
          <pc:docMk/>
          <pc:sldMk cId="3974363792" sldId="269"/>
        </pc:sldMkLst>
      </pc:sldChg>
      <pc:sldChg chg="delSp mod">
        <pc:chgData name="이 은찬" userId="7171d596-a1e6-43c2-b263-57fdfdab9399" providerId="ADAL" clId="{7241B469-6F7B-4CDE-BA0B-9A3409BB4834}" dt="2026-10-24T07:17:53.258" v="5476" actId="478"/>
        <pc:sldMkLst>
          <pc:docMk/>
          <pc:sldMk cId="2661022117" sldId="270"/>
        </pc:sldMkLst>
        <pc:picChg chg="del">
          <ac:chgData name="이 은찬" userId="7171d596-a1e6-43c2-b263-57fdfdab9399" providerId="ADAL" clId="{7241B469-6F7B-4CDE-BA0B-9A3409BB4834}" dt="2026-10-24T07:17:53.258" v="5476" actId="478"/>
          <ac:picMkLst>
            <pc:docMk/>
            <pc:sldMk cId="2661022117" sldId="270"/>
            <ac:picMk id="3" creationId="{888A0CB2-5A9D-FB97-20BE-35995711E5A6}"/>
          </ac:picMkLst>
        </pc:picChg>
      </pc:sldChg>
      <pc:sldChg chg="addSp delSp modSp mod">
        <pc:chgData name="이 은찬" userId="7171d596-a1e6-43c2-b263-57fdfdab9399" providerId="ADAL" clId="{7241B469-6F7B-4CDE-BA0B-9A3409BB4834}" dt="2026-10-03T09:00:09.736" v="5152" actId="478"/>
        <pc:sldMkLst>
          <pc:docMk/>
          <pc:sldMk cId="1468056876" sldId="272"/>
        </pc:sldMkLst>
        <pc:spChg chg="add del mod">
          <ac:chgData name="이 은찬" userId="7171d596-a1e6-43c2-b263-57fdfdab9399" providerId="ADAL" clId="{7241B469-6F7B-4CDE-BA0B-9A3409BB4834}" dt="2026-10-03T08:44:46.666" v="5068"/>
          <ac:spMkLst>
            <pc:docMk/>
            <pc:sldMk cId="1468056876" sldId="272"/>
            <ac:spMk id="4" creationId="{55C09AAD-FA2D-23EA-F9F7-42DEE0A4407D}"/>
          </ac:spMkLst>
        </pc:spChg>
        <pc:spChg chg="add del mod">
          <ac:chgData name="이 은찬" userId="7171d596-a1e6-43c2-b263-57fdfdab9399" providerId="ADAL" clId="{7241B469-6F7B-4CDE-BA0B-9A3409BB4834}" dt="2026-10-03T09:00:09.736" v="5152" actId="478"/>
          <ac:spMkLst>
            <pc:docMk/>
            <pc:sldMk cId="1468056876" sldId="272"/>
            <ac:spMk id="4" creationId="{C7D41E55-A915-1D32-6AB5-F8BC9358A3A0}"/>
          </ac:spMkLst>
        </pc:spChg>
        <pc:spChg chg="mod">
          <ac:chgData name="이 은찬" userId="7171d596-a1e6-43c2-b263-57fdfdab9399" providerId="ADAL" clId="{7241B469-6F7B-4CDE-BA0B-9A3409BB4834}" dt="2026-10-03T08:45:17.769" v="5077" actId="20577"/>
          <ac:spMkLst>
            <pc:docMk/>
            <pc:sldMk cId="1468056876" sldId="272"/>
            <ac:spMk id="6" creationId="{702A533B-750F-D3DA-05E5-BF140579B77C}"/>
          </ac:spMkLst>
        </pc:spChg>
        <pc:spChg chg="mod">
          <ac:chgData name="이 은찬" userId="7171d596-a1e6-43c2-b263-57fdfdab9399" providerId="ADAL" clId="{7241B469-6F7B-4CDE-BA0B-9A3409BB4834}" dt="2026-10-03T07:30:00.418" v="1958" actId="20577"/>
          <ac:spMkLst>
            <pc:docMk/>
            <pc:sldMk cId="1468056876" sldId="272"/>
            <ac:spMk id="7" creationId="{BA6F16A0-9C58-E2C5-EAC6-285D5992B700}"/>
          </ac:spMkLst>
        </pc:spChg>
        <pc:spChg chg="mod">
          <ac:chgData name="이 은찬" userId="7171d596-a1e6-43c2-b263-57fdfdab9399" providerId="ADAL" clId="{7241B469-6F7B-4CDE-BA0B-9A3409BB4834}" dt="2026-10-03T08:44:48.245" v="5069" actId="20577"/>
          <ac:spMkLst>
            <pc:docMk/>
            <pc:sldMk cId="1468056876" sldId="272"/>
            <ac:spMk id="8" creationId="{3168F200-C15A-7DEE-8B3B-0700DE64E854}"/>
          </ac:spMkLst>
        </pc:spChg>
        <pc:spChg chg="mod">
          <ac:chgData name="이 은찬" userId="7171d596-a1e6-43c2-b263-57fdfdab9399" providerId="ADAL" clId="{7241B469-6F7B-4CDE-BA0B-9A3409BB4834}" dt="2026-10-03T07:29:56.384" v="1956" actId="20577"/>
          <ac:spMkLst>
            <pc:docMk/>
            <pc:sldMk cId="1468056876" sldId="272"/>
            <ac:spMk id="9" creationId="{DFD1A338-1A2E-A94C-E877-B5FD7BF6AB01}"/>
          </ac:spMkLst>
        </pc:spChg>
        <pc:spChg chg="add del mod">
          <ac:chgData name="이 은찬" userId="7171d596-a1e6-43c2-b263-57fdfdab9399" providerId="ADAL" clId="{7241B469-6F7B-4CDE-BA0B-9A3409BB4834}" dt="2026-10-03T09:00:09.736" v="5152" actId="478"/>
          <ac:spMkLst>
            <pc:docMk/>
            <pc:sldMk cId="1468056876" sldId="272"/>
            <ac:spMk id="12" creationId="{5105013E-ABE1-E804-2E7D-5DEA72B8EF65}"/>
          </ac:spMkLst>
        </pc:spChg>
        <pc:spChg chg="add del mod">
          <ac:chgData name="이 은찬" userId="7171d596-a1e6-43c2-b263-57fdfdab9399" providerId="ADAL" clId="{7241B469-6F7B-4CDE-BA0B-9A3409BB4834}" dt="2026-10-03T08:44:46.665" v="5066" actId="478"/>
          <ac:spMkLst>
            <pc:docMk/>
            <pc:sldMk cId="1468056876" sldId="272"/>
            <ac:spMk id="12" creationId="{9A978394-D2D4-41C7-84F9-67F8A79444E0}"/>
          </ac:spMkLst>
        </pc:spChg>
        <pc:spChg chg="add mod">
          <ac:chgData name="이 은찬" userId="7171d596-a1e6-43c2-b263-57fdfdab9399" providerId="ADAL" clId="{7241B469-6F7B-4CDE-BA0B-9A3409BB4834}" dt="2026-10-03T08:57:36.421" v="5138" actId="1076"/>
          <ac:spMkLst>
            <pc:docMk/>
            <pc:sldMk cId="1468056876" sldId="272"/>
            <ac:spMk id="13" creationId="{BCBE663F-AB66-987B-788C-BDE88A1A63DE}"/>
          </ac:spMkLst>
        </pc:spChg>
        <pc:spChg chg="add del mod">
          <ac:chgData name="이 은찬" userId="7171d596-a1e6-43c2-b263-57fdfdab9399" providerId="ADAL" clId="{7241B469-6F7B-4CDE-BA0B-9A3409BB4834}" dt="2026-10-03T08:45:16.266" v="5076" actId="478"/>
          <ac:spMkLst>
            <pc:docMk/>
            <pc:sldMk cId="1468056876" sldId="272"/>
            <ac:spMk id="14" creationId="{680AE590-B272-7FE2-0B7B-C52F044C6EF9}"/>
          </ac:spMkLst>
        </pc:spChg>
        <pc:spChg chg="add del mod">
          <ac:chgData name="이 은찬" userId="7171d596-a1e6-43c2-b263-57fdfdab9399" providerId="ADAL" clId="{7241B469-6F7B-4CDE-BA0B-9A3409BB4834}" dt="2026-10-03T09:00:09.736" v="5152" actId="478"/>
          <ac:spMkLst>
            <pc:docMk/>
            <pc:sldMk cId="1468056876" sldId="272"/>
            <ac:spMk id="14" creationId="{6B3F4E44-A7CA-4445-4589-99307B6279FE}"/>
          </ac:spMkLst>
        </pc:spChg>
        <pc:spChg chg="add mod">
          <ac:chgData name="이 은찬" userId="7171d596-a1e6-43c2-b263-57fdfdab9399" providerId="ADAL" clId="{7241B469-6F7B-4CDE-BA0B-9A3409BB4834}" dt="2026-10-03T08:49:42.192" v="5084" actId="2711"/>
          <ac:spMkLst>
            <pc:docMk/>
            <pc:sldMk cId="1468056876" sldId="272"/>
            <ac:spMk id="15" creationId="{E4E756B1-0891-8E2A-9AEB-7A1365E162E8}"/>
          </ac:spMkLst>
        </pc:spChg>
        <pc:spChg chg="add del mod">
          <ac:chgData name="이 은찬" userId="7171d596-a1e6-43c2-b263-57fdfdab9399" providerId="ADAL" clId="{7241B469-6F7B-4CDE-BA0B-9A3409BB4834}" dt="2026-10-03T09:00:09.736" v="5152" actId="478"/>
          <ac:spMkLst>
            <pc:docMk/>
            <pc:sldMk cId="1468056876" sldId="272"/>
            <ac:spMk id="17" creationId="{6886E065-ED7D-3B6B-B5BD-579AA6CCBCFB}"/>
          </ac:spMkLst>
        </pc:spChg>
        <pc:spChg chg="add del mod">
          <ac:chgData name="이 은찬" userId="7171d596-a1e6-43c2-b263-57fdfdab9399" providerId="ADAL" clId="{7241B469-6F7B-4CDE-BA0B-9A3409BB4834}" dt="2026-10-03T09:00:09.736" v="5152" actId="478"/>
          <ac:spMkLst>
            <pc:docMk/>
            <pc:sldMk cId="1468056876" sldId="272"/>
            <ac:spMk id="18" creationId="{AF073304-AB72-9A38-7D71-288E0DD1C285}"/>
          </ac:spMkLst>
        </pc:spChg>
        <pc:spChg chg="add del mod">
          <ac:chgData name="이 은찬" userId="7171d596-a1e6-43c2-b263-57fdfdab9399" providerId="ADAL" clId="{7241B469-6F7B-4CDE-BA0B-9A3409BB4834}" dt="2026-10-03T09:00:09.736" v="5152" actId="478"/>
          <ac:spMkLst>
            <pc:docMk/>
            <pc:sldMk cId="1468056876" sldId="272"/>
            <ac:spMk id="19" creationId="{006E7B1E-376F-BAB7-A921-D8F12B54AA02}"/>
          </ac:spMkLst>
        </pc:spChg>
        <pc:spChg chg="add del mod">
          <ac:chgData name="이 은찬" userId="7171d596-a1e6-43c2-b263-57fdfdab9399" providerId="ADAL" clId="{7241B469-6F7B-4CDE-BA0B-9A3409BB4834}" dt="2026-10-03T09:00:09.736" v="5152" actId="478"/>
          <ac:spMkLst>
            <pc:docMk/>
            <pc:sldMk cId="1468056876" sldId="272"/>
            <ac:spMk id="20" creationId="{CB866997-C98A-5077-19A9-07BB05027366}"/>
          </ac:spMkLst>
        </pc:spChg>
        <pc:spChg chg="add del mod">
          <ac:chgData name="이 은찬" userId="7171d596-a1e6-43c2-b263-57fdfdab9399" providerId="ADAL" clId="{7241B469-6F7B-4CDE-BA0B-9A3409BB4834}" dt="2026-10-03T09:00:09.736" v="5152" actId="478"/>
          <ac:spMkLst>
            <pc:docMk/>
            <pc:sldMk cId="1468056876" sldId="272"/>
            <ac:spMk id="21" creationId="{779C2245-03C8-3FEF-925F-76B2487E08A1}"/>
          </ac:spMkLst>
        </pc:spChg>
        <pc:grpChg chg="mod">
          <ac:chgData name="이 은찬" userId="7171d596-a1e6-43c2-b263-57fdfdab9399" providerId="ADAL" clId="{7241B469-6F7B-4CDE-BA0B-9A3409BB4834}" dt="2026-10-03T08:47:18.364" v="5079" actId="164"/>
          <ac:grpSpMkLst>
            <pc:docMk/>
            <pc:sldMk cId="1468056876" sldId="272"/>
            <ac:grpSpMk id="2" creationId="{DAE63B14-E732-26C8-79E1-2768CEF592C9}"/>
          </ac:grpSpMkLst>
        </pc:grpChg>
        <pc:grpChg chg="add mod">
          <ac:chgData name="이 은찬" userId="7171d596-a1e6-43c2-b263-57fdfdab9399" providerId="ADAL" clId="{7241B469-6F7B-4CDE-BA0B-9A3409BB4834}" dt="2026-10-03T08:47:18.364" v="5079" actId="164"/>
          <ac:grpSpMkLst>
            <pc:docMk/>
            <pc:sldMk cId="1468056876" sldId="272"/>
            <ac:grpSpMk id="16" creationId="{B289915A-2A60-08F2-7A82-411A80B14F98}"/>
          </ac:grpSpMkLst>
        </pc:grpChg>
      </pc:sldChg>
      <pc:sldChg chg="del">
        <pc:chgData name="이 은찬" userId="7171d596-a1e6-43c2-b263-57fdfdab9399" providerId="ADAL" clId="{7241B469-6F7B-4CDE-BA0B-9A3409BB4834}" dt="2026-10-03T08:25:03.460" v="4436" actId="47"/>
        <pc:sldMkLst>
          <pc:docMk/>
          <pc:sldMk cId="2003696341" sldId="274"/>
        </pc:sldMkLst>
      </pc:sldChg>
      <pc:sldChg chg="del">
        <pc:chgData name="이 은찬" userId="7171d596-a1e6-43c2-b263-57fdfdab9399" providerId="ADAL" clId="{7241B469-6F7B-4CDE-BA0B-9A3409BB4834}" dt="2026-10-03T08:25:05.479" v="4437" actId="47"/>
        <pc:sldMkLst>
          <pc:docMk/>
          <pc:sldMk cId="1598805440" sldId="275"/>
        </pc:sldMkLst>
      </pc:sldChg>
      <pc:sldChg chg="del">
        <pc:chgData name="이 은찬" userId="7171d596-a1e6-43c2-b263-57fdfdab9399" providerId="ADAL" clId="{7241B469-6F7B-4CDE-BA0B-9A3409BB4834}" dt="2026-10-03T08:25:06.436" v="4438" actId="47"/>
        <pc:sldMkLst>
          <pc:docMk/>
          <pc:sldMk cId="1625460004" sldId="276"/>
        </pc:sldMkLst>
      </pc:sldChg>
      <pc:sldChg chg="del">
        <pc:chgData name="이 은찬" userId="7171d596-a1e6-43c2-b263-57fdfdab9399" providerId="ADAL" clId="{7241B469-6F7B-4CDE-BA0B-9A3409BB4834}" dt="2026-10-03T08:25:08.937" v="4439" actId="47"/>
        <pc:sldMkLst>
          <pc:docMk/>
          <pc:sldMk cId="959801221" sldId="277"/>
        </pc:sldMkLst>
      </pc:sldChg>
      <pc:sldChg chg="modSp del mod">
        <pc:chgData name="이 은찬" userId="7171d596-a1e6-43c2-b263-57fdfdab9399" providerId="ADAL" clId="{7241B469-6F7B-4CDE-BA0B-9A3409BB4834}" dt="2026-10-03T08:25:09.906" v="4440" actId="47"/>
        <pc:sldMkLst>
          <pc:docMk/>
          <pc:sldMk cId="2725197688" sldId="278"/>
        </pc:sldMkLst>
        <pc:spChg chg="mod">
          <ac:chgData name="이 은찬" userId="7171d596-a1e6-43c2-b263-57fdfdab9399" providerId="ADAL" clId="{7241B469-6F7B-4CDE-BA0B-9A3409BB4834}" dt="2026-10-03T08:09:10.737" v="3703" actId="20577"/>
          <ac:spMkLst>
            <pc:docMk/>
            <pc:sldMk cId="2725197688" sldId="278"/>
            <ac:spMk id="19" creationId="{D63D451C-63B7-BFAB-B19B-06A2620A96C3}"/>
          </ac:spMkLst>
        </pc:spChg>
      </pc:sldChg>
      <pc:sldChg chg="addSp delSp modSp mod">
        <pc:chgData name="이 은찬" userId="7171d596-a1e6-43c2-b263-57fdfdab9399" providerId="ADAL" clId="{7241B469-6F7B-4CDE-BA0B-9A3409BB4834}" dt="2026-10-24T07:13:43.946" v="5475"/>
        <pc:sldMkLst>
          <pc:docMk/>
          <pc:sldMk cId="1345329290" sldId="279"/>
        </pc:sldMkLst>
        <pc:spChg chg="del">
          <ac:chgData name="이 은찬" userId="7171d596-a1e6-43c2-b263-57fdfdab9399" providerId="ADAL" clId="{7241B469-6F7B-4CDE-BA0B-9A3409BB4834}" dt="2026-10-03T08:25:17.632" v="4443" actId="478"/>
          <ac:spMkLst>
            <pc:docMk/>
            <pc:sldMk cId="1345329290" sldId="279"/>
            <ac:spMk id="2" creationId="{BD2BA96E-A503-E600-DCB9-64F97FC65F5D}"/>
          </ac:spMkLst>
        </pc:spChg>
        <pc:spChg chg="del">
          <ac:chgData name="이 은찬" userId="7171d596-a1e6-43c2-b263-57fdfdab9399" providerId="ADAL" clId="{7241B469-6F7B-4CDE-BA0B-9A3409BB4834}" dt="2026-10-03T08:25:16.255" v="4442" actId="478"/>
          <ac:spMkLst>
            <pc:docMk/>
            <pc:sldMk cId="1345329290" sldId="279"/>
            <ac:spMk id="3" creationId="{9B7CF3A5-02F4-467E-1443-5C318ABEE8D7}"/>
          </ac:spMkLst>
        </pc:spChg>
        <pc:spChg chg="add del mod">
          <ac:chgData name="이 은찬" userId="7171d596-a1e6-43c2-b263-57fdfdab9399" providerId="ADAL" clId="{7241B469-6F7B-4CDE-BA0B-9A3409BB4834}" dt="2026-10-03T08:28:08.113" v="4512" actId="478"/>
          <ac:spMkLst>
            <pc:docMk/>
            <pc:sldMk cId="1345329290" sldId="279"/>
            <ac:spMk id="7" creationId="{76E82426-8FDC-D3EF-D5C3-80F4D9965133}"/>
          </ac:spMkLst>
        </pc:spChg>
        <pc:spChg chg="add mod">
          <ac:chgData name="이 은찬" userId="7171d596-a1e6-43c2-b263-57fdfdab9399" providerId="ADAL" clId="{7241B469-6F7B-4CDE-BA0B-9A3409BB4834}" dt="2026-10-24T07:13:41.985" v="5474"/>
          <ac:spMkLst>
            <pc:docMk/>
            <pc:sldMk cId="1345329290" sldId="279"/>
            <ac:spMk id="10" creationId="{C231D0AA-C26C-6CCB-FE71-71436D46BD06}"/>
          </ac:spMkLst>
        </pc:spChg>
        <pc:spChg chg="add mod">
          <ac:chgData name="이 은찬" userId="7171d596-a1e6-43c2-b263-57fdfdab9399" providerId="ADAL" clId="{7241B469-6F7B-4CDE-BA0B-9A3409BB4834}" dt="2026-10-24T07:13:43.946" v="5475"/>
          <ac:spMkLst>
            <pc:docMk/>
            <pc:sldMk cId="1345329290" sldId="279"/>
            <ac:spMk id="11" creationId="{5361EBCF-3402-89A5-B038-0FB2DA9D60C5}"/>
          </ac:spMkLst>
        </pc:spChg>
        <pc:spChg chg="del">
          <ac:chgData name="이 은찬" userId="7171d596-a1e6-43c2-b263-57fdfdab9399" providerId="ADAL" clId="{7241B469-6F7B-4CDE-BA0B-9A3409BB4834}" dt="2026-10-03T08:25:26.346" v="4445" actId="478"/>
          <ac:spMkLst>
            <pc:docMk/>
            <pc:sldMk cId="1345329290" sldId="279"/>
            <ac:spMk id="17" creationId="{0F69B248-1DA2-0830-8560-4D249201B6E7}"/>
          </ac:spMkLst>
        </pc:spChg>
        <pc:graphicFrameChg chg="add del">
          <ac:chgData name="이 은찬" userId="7171d596-a1e6-43c2-b263-57fdfdab9399" providerId="ADAL" clId="{7241B469-6F7B-4CDE-BA0B-9A3409BB4834}" dt="2026-10-03T08:25:39.985" v="4447" actId="478"/>
          <ac:graphicFrameMkLst>
            <pc:docMk/>
            <pc:sldMk cId="1345329290" sldId="279"/>
            <ac:graphicFrameMk id="4" creationId="{13B93D44-5412-A5EE-548F-00CC9C29B41B}"/>
          </ac:graphicFrameMkLst>
        </pc:graphicFrameChg>
        <pc:graphicFrameChg chg="add del mod modGraphic">
          <ac:chgData name="이 은찬" userId="7171d596-a1e6-43c2-b263-57fdfdab9399" providerId="ADAL" clId="{7241B469-6F7B-4CDE-BA0B-9A3409BB4834}" dt="2026-10-03T08:27:18.738" v="4493" actId="478"/>
          <ac:graphicFrameMkLst>
            <pc:docMk/>
            <pc:sldMk cId="1345329290" sldId="279"/>
            <ac:graphicFrameMk id="5" creationId="{94E783C5-3C2E-08A2-D71E-E54AD5078624}"/>
          </ac:graphicFrameMkLst>
        </pc:graphicFrameChg>
        <pc:graphicFrameChg chg="add mod modGraphic">
          <ac:chgData name="이 은찬" userId="7171d596-a1e6-43c2-b263-57fdfdab9399" providerId="ADAL" clId="{7241B469-6F7B-4CDE-BA0B-9A3409BB4834}" dt="2026-10-03T09:13:22.903" v="5337" actId="403"/>
          <ac:graphicFrameMkLst>
            <pc:docMk/>
            <pc:sldMk cId="1345329290" sldId="279"/>
            <ac:graphicFrameMk id="12" creationId="{937E6E89-82DA-F3BF-6D52-95B6C8277C5A}"/>
          </ac:graphicFrameMkLst>
        </pc:graphicFrameChg>
        <pc:picChg chg="del">
          <ac:chgData name="이 은찬" userId="7171d596-a1e6-43c2-b263-57fdfdab9399" providerId="ADAL" clId="{7241B469-6F7B-4CDE-BA0B-9A3409BB4834}" dt="2026-10-03T08:25:18.649" v="4444" actId="478"/>
          <ac:picMkLst>
            <pc:docMk/>
            <pc:sldMk cId="1345329290" sldId="279"/>
            <ac:picMk id="6" creationId="{6520D954-91D7-A924-485A-EE52AEC0CE35}"/>
          </ac:picMkLst>
        </pc:picChg>
      </pc:sldChg>
      <pc:sldChg chg="addSp delSp modSp mod">
        <pc:chgData name="이 은찬" userId="7171d596-a1e6-43c2-b263-57fdfdab9399" providerId="ADAL" clId="{7241B469-6F7B-4CDE-BA0B-9A3409BB4834}" dt="2026-10-18T07:05:09.377" v="5436" actId="20577"/>
        <pc:sldMkLst>
          <pc:docMk/>
          <pc:sldMk cId="0" sldId="283"/>
        </pc:sldMkLst>
        <pc:spChg chg="mod">
          <ac:chgData name="이 은찬" userId="7171d596-a1e6-43c2-b263-57fdfdab9399" providerId="ADAL" clId="{7241B469-6F7B-4CDE-BA0B-9A3409BB4834}" dt="2026-10-04T14:08:29.111" v="5414" actId="404"/>
          <ac:spMkLst>
            <pc:docMk/>
            <pc:sldMk cId="0" sldId="283"/>
            <ac:spMk id="2" creationId="{00000000-0000-0000-0000-000000000000}"/>
          </ac:spMkLst>
        </pc:spChg>
        <pc:spChg chg="mod">
          <ac:chgData name="이 은찬" userId="7171d596-a1e6-43c2-b263-57fdfdab9399" providerId="ADAL" clId="{7241B469-6F7B-4CDE-BA0B-9A3409BB4834}" dt="2026-10-18T07:04:45.112" v="5418" actId="20577"/>
          <ac:spMkLst>
            <pc:docMk/>
            <pc:sldMk cId="0" sldId="283"/>
            <ac:spMk id="4" creationId="{BBE7FE75-2E23-0C91-04F6-0F3CC49ED665}"/>
          </ac:spMkLst>
        </pc:spChg>
        <pc:spChg chg="add mod">
          <ac:chgData name="이 은찬" userId="7171d596-a1e6-43c2-b263-57fdfdab9399" providerId="ADAL" clId="{7241B469-6F7B-4CDE-BA0B-9A3409BB4834}" dt="2026-10-18T07:04:47.738" v="5419" actId="20577"/>
          <ac:spMkLst>
            <pc:docMk/>
            <pc:sldMk cId="0" sldId="283"/>
            <ac:spMk id="5" creationId="{A9987F09-2E70-65FA-07B9-57FDBAFFED31}"/>
          </ac:spMkLst>
        </pc:spChg>
        <pc:spChg chg="add mod">
          <ac:chgData name="이 은찬" userId="7171d596-a1e6-43c2-b263-57fdfdab9399" providerId="ADAL" clId="{7241B469-6F7B-4CDE-BA0B-9A3409BB4834}" dt="2026-10-03T08:42:53.917" v="5016"/>
          <ac:spMkLst>
            <pc:docMk/>
            <pc:sldMk cId="0" sldId="283"/>
            <ac:spMk id="5" creationId="{B41D3082-1DD3-9522-80BD-9BE6836D673F}"/>
          </ac:spMkLst>
        </pc:spChg>
        <pc:spChg chg="add del mod">
          <ac:chgData name="이 은찬" userId="7171d596-a1e6-43c2-b263-57fdfdab9399" providerId="ADAL" clId="{7241B469-6F7B-4CDE-BA0B-9A3409BB4834}" dt="2026-10-03T08:54:20.496" v="5118" actId="478"/>
          <ac:spMkLst>
            <pc:docMk/>
            <pc:sldMk cId="0" sldId="283"/>
            <ac:spMk id="5" creationId="{E75C1FF8-5892-105F-5CB0-FFD770340729}"/>
          </ac:spMkLst>
        </pc:spChg>
        <pc:spChg chg="add del mod">
          <ac:chgData name="이 은찬" userId="7171d596-a1e6-43c2-b263-57fdfdab9399" providerId="ADAL" clId="{7241B469-6F7B-4CDE-BA0B-9A3409BB4834}" dt="2026-10-03T08:56:57.598" v="5133" actId="478"/>
          <ac:spMkLst>
            <pc:docMk/>
            <pc:sldMk cId="0" sldId="283"/>
            <ac:spMk id="6" creationId="{32C671F2-5A8E-3916-22B2-B37168E53305}"/>
          </ac:spMkLst>
        </pc:spChg>
        <pc:spChg chg="add del mod">
          <ac:chgData name="이 은찬" userId="7171d596-a1e6-43c2-b263-57fdfdab9399" providerId="ADAL" clId="{7241B469-6F7B-4CDE-BA0B-9A3409BB4834}" dt="2026-10-03T08:52:18.337" v="5097" actId="478"/>
          <ac:spMkLst>
            <pc:docMk/>
            <pc:sldMk cId="0" sldId="283"/>
            <ac:spMk id="7" creationId="{6E8DA2D8-2B47-F700-7DA7-C759BD78633F}"/>
          </ac:spMkLst>
        </pc:spChg>
        <pc:spChg chg="add del mod">
          <ac:chgData name="이 은찬" userId="7171d596-a1e6-43c2-b263-57fdfdab9399" providerId="ADAL" clId="{7241B469-6F7B-4CDE-BA0B-9A3409BB4834}" dt="2026-10-03T08:56:54.957" v="5132" actId="478"/>
          <ac:spMkLst>
            <pc:docMk/>
            <pc:sldMk cId="0" sldId="283"/>
            <ac:spMk id="7" creationId="{A863EC95-62C3-49AF-C74B-D9DC952C194B}"/>
          </ac:spMkLst>
        </pc:spChg>
        <pc:spChg chg="add del mod">
          <ac:chgData name="이 은찬" userId="7171d596-a1e6-43c2-b263-57fdfdab9399" providerId="ADAL" clId="{7241B469-6F7B-4CDE-BA0B-9A3409BB4834}" dt="2026-10-03T08:56:59.199" v="5134" actId="478"/>
          <ac:spMkLst>
            <pc:docMk/>
            <pc:sldMk cId="0" sldId="283"/>
            <ac:spMk id="10" creationId="{7EABEB03-982F-535E-8D1C-2714E7B2C89B}"/>
          </ac:spMkLst>
        </pc:spChg>
        <pc:spChg chg="add mod">
          <ac:chgData name="이 은찬" userId="7171d596-a1e6-43c2-b263-57fdfdab9399" providerId="ADAL" clId="{7241B469-6F7B-4CDE-BA0B-9A3409BB4834}" dt="2026-10-03T08:43:24.580" v="5025"/>
          <ac:spMkLst>
            <pc:docMk/>
            <pc:sldMk cId="0" sldId="283"/>
            <ac:spMk id="10" creationId="{9968808B-5468-B01C-3312-2F448554ED55}"/>
          </ac:spMkLst>
        </pc:spChg>
        <pc:spChg chg="add del mod">
          <ac:chgData name="이 은찬" userId="7171d596-a1e6-43c2-b263-57fdfdab9399" providerId="ADAL" clId="{7241B469-6F7B-4CDE-BA0B-9A3409BB4834}" dt="2026-10-03T08:43:43.458" v="5031" actId="478"/>
          <ac:spMkLst>
            <pc:docMk/>
            <pc:sldMk cId="0" sldId="283"/>
            <ac:spMk id="14" creationId="{4E70CAFA-9C14-52E6-7DCF-C43C0F4CD00E}"/>
          </ac:spMkLst>
        </pc:spChg>
        <pc:spChg chg="mod">
          <ac:chgData name="이 은찬" userId="7171d596-a1e6-43c2-b263-57fdfdab9399" providerId="ADAL" clId="{7241B469-6F7B-4CDE-BA0B-9A3409BB4834}" dt="2026-10-18T07:05:09.377" v="5436" actId="20577"/>
          <ac:spMkLst>
            <pc:docMk/>
            <pc:sldMk cId="0" sldId="283"/>
            <ac:spMk id="18" creationId="{1190AE18-0900-A828-1F58-9A19E59A07F5}"/>
          </ac:spMkLst>
        </pc:spChg>
        <pc:spChg chg="del mod">
          <ac:chgData name="이 은찬" userId="7171d596-a1e6-43c2-b263-57fdfdab9399" providerId="ADAL" clId="{7241B469-6F7B-4CDE-BA0B-9A3409BB4834}" dt="2026-10-03T08:42:47.946" v="5015" actId="478"/>
          <ac:spMkLst>
            <pc:docMk/>
            <pc:sldMk cId="0" sldId="283"/>
            <ac:spMk id="20" creationId="{120C9BE9-BE65-9E95-A06F-21B7C5C04DB8}"/>
          </ac:spMkLst>
        </pc:spChg>
        <pc:spChg chg="mod">
          <ac:chgData name="이 은찬" userId="7171d596-a1e6-43c2-b263-57fdfdab9399" providerId="ADAL" clId="{7241B469-6F7B-4CDE-BA0B-9A3409BB4834}" dt="2026-10-18T07:04:52.744" v="5422" actId="20577"/>
          <ac:spMkLst>
            <pc:docMk/>
            <pc:sldMk cId="0" sldId="283"/>
            <ac:spMk id="22" creationId="{2C270440-D40B-364B-8BEE-F08A6EE3A51A}"/>
          </ac:spMkLst>
        </pc:spChg>
        <pc:spChg chg="mod">
          <ac:chgData name="이 은찬" userId="7171d596-a1e6-43c2-b263-57fdfdab9399" providerId="ADAL" clId="{7241B469-6F7B-4CDE-BA0B-9A3409BB4834}" dt="2026-10-18T07:04:57.263" v="5425" actId="20577"/>
          <ac:spMkLst>
            <pc:docMk/>
            <pc:sldMk cId="0" sldId="283"/>
            <ac:spMk id="23" creationId="{3E968277-2D3A-8AD5-F027-647F2A1857A9}"/>
          </ac:spMkLst>
        </pc:spChg>
        <pc:spChg chg="mod">
          <ac:chgData name="이 은찬" userId="7171d596-a1e6-43c2-b263-57fdfdab9399" providerId="ADAL" clId="{7241B469-6F7B-4CDE-BA0B-9A3409BB4834}" dt="2026-10-03T07:06:07.430" v="29"/>
          <ac:spMkLst>
            <pc:docMk/>
            <pc:sldMk cId="0" sldId="283"/>
            <ac:spMk id="25" creationId="{923CEA3C-687A-33A9-F268-DAD19E2A567F}"/>
          </ac:spMkLst>
        </pc:spChg>
        <pc:spChg chg="mod">
          <ac:chgData name="이 은찬" userId="7171d596-a1e6-43c2-b263-57fdfdab9399" providerId="ADAL" clId="{7241B469-6F7B-4CDE-BA0B-9A3409BB4834}" dt="2026-10-18T07:05:02" v="5428" actId="20577"/>
          <ac:spMkLst>
            <pc:docMk/>
            <pc:sldMk cId="0" sldId="283"/>
            <ac:spMk id="26" creationId="{FC4F26A3-B3FF-1B7F-5E5F-7B63B6C5BF50}"/>
          </ac:spMkLst>
        </pc:spChg>
        <pc:spChg chg="mod">
          <ac:chgData name="이 은찬" userId="7171d596-a1e6-43c2-b263-57fdfdab9399" providerId="ADAL" clId="{7241B469-6F7B-4CDE-BA0B-9A3409BB4834}" dt="2026-10-18T07:05:05.854" v="5433" actId="20577"/>
          <ac:spMkLst>
            <pc:docMk/>
            <pc:sldMk cId="0" sldId="283"/>
            <ac:spMk id="27" creationId="{3CBE7C41-2F0B-1E9E-28A7-4ADA194B2A0B}"/>
          </ac:spMkLst>
        </pc:spChg>
        <pc:spChg chg="mod">
          <ac:chgData name="이 은찬" userId="7171d596-a1e6-43c2-b263-57fdfdab9399" providerId="ADAL" clId="{7241B469-6F7B-4CDE-BA0B-9A3409BB4834}" dt="2026-10-03T07:01:26.080" v="15" actId="207"/>
          <ac:spMkLst>
            <pc:docMk/>
            <pc:sldMk cId="0" sldId="283"/>
            <ac:spMk id="100" creationId="{00000000-0000-0000-0000-000000000000}"/>
          </ac:spMkLst>
        </pc:spChg>
        <pc:spChg chg="mod">
          <ac:chgData name="이 은찬" userId="7171d596-a1e6-43c2-b263-57fdfdab9399" providerId="ADAL" clId="{7241B469-6F7B-4CDE-BA0B-9A3409BB4834}" dt="2026-10-03T07:01:15.275" v="14" actId="207"/>
          <ac:spMkLst>
            <pc:docMk/>
            <pc:sldMk cId="0" sldId="283"/>
            <ac:spMk id="102" creationId="{00000000-0000-0000-0000-000000000000}"/>
          </ac:spMkLst>
        </pc:spChg>
        <pc:graphicFrameChg chg="add mod">
          <ac:chgData name="이 은찬" userId="7171d596-a1e6-43c2-b263-57fdfdab9399" providerId="ADAL" clId="{7241B469-6F7B-4CDE-BA0B-9A3409BB4834}" dt="2026-10-03T07:05:58.097" v="28"/>
          <ac:graphicFrameMkLst>
            <pc:docMk/>
            <pc:sldMk cId="0" sldId="283"/>
            <ac:graphicFrameMk id="5" creationId="{4882AD80-BF5B-F8EE-5DCA-3AA9E74F3976}"/>
          </ac:graphicFrameMkLst>
        </pc:graphicFrameChg>
        <pc:picChg chg="add">
          <ac:chgData name="이 은찬" userId="7171d596-a1e6-43c2-b263-57fdfdab9399" providerId="ADAL" clId="{7241B469-6F7B-4CDE-BA0B-9A3409BB4834}" dt="2026-10-03T08:42:57.101" v="5017"/>
          <ac:picMkLst>
            <pc:docMk/>
            <pc:sldMk cId="0" sldId="283"/>
            <ac:picMk id="6" creationId="{1A7444A6-4F08-C05C-9C42-60BB586AEEF0}"/>
          </ac:picMkLst>
        </pc:picChg>
        <pc:picChg chg="add mod">
          <ac:chgData name="이 은찬" userId="7171d596-a1e6-43c2-b263-57fdfdab9399" providerId="ADAL" clId="{7241B469-6F7B-4CDE-BA0B-9A3409BB4834}" dt="2026-10-03T09:02:58.857" v="5168" actId="1037"/>
          <ac:picMkLst>
            <pc:docMk/>
            <pc:sldMk cId="0" sldId="283"/>
            <ac:picMk id="6" creationId="{D620B125-0917-DD17-B88E-E3B771C4D5D6}"/>
          </ac:picMkLst>
        </pc:picChg>
        <pc:picChg chg="mod">
          <ac:chgData name="이 은찬" userId="7171d596-a1e6-43c2-b263-57fdfdab9399" providerId="ADAL" clId="{7241B469-6F7B-4CDE-BA0B-9A3409BB4834}" dt="2026-10-03T09:02:24.612" v="5153"/>
          <ac:picMkLst>
            <pc:docMk/>
            <pc:sldMk cId="0" sldId="283"/>
            <ac:picMk id="11" creationId="{2A45240A-967E-5DDE-85B9-0E3683CD25C6}"/>
          </ac:picMkLst>
        </pc:picChg>
        <pc:picChg chg="add del mod">
          <ac:chgData name="이 은찬" userId="7171d596-a1e6-43c2-b263-57fdfdab9399" providerId="ADAL" clId="{7241B469-6F7B-4CDE-BA0B-9A3409BB4834}" dt="2026-10-03T08:43:29.837" v="5028" actId="478"/>
          <ac:picMkLst>
            <pc:docMk/>
            <pc:sldMk cId="0" sldId="283"/>
            <ac:picMk id="12" creationId="{901D4341-1A6D-B8A9-77ED-4EB7D4056B5B}"/>
          </ac:picMkLst>
        </pc:picChg>
        <pc:picChg chg="mod">
          <ac:chgData name="이 은찬" userId="7171d596-a1e6-43c2-b263-57fdfdab9399" providerId="ADAL" clId="{7241B469-6F7B-4CDE-BA0B-9A3409BB4834}" dt="2026-10-03T09:02:30.193" v="5154"/>
          <ac:picMkLst>
            <pc:docMk/>
            <pc:sldMk cId="0" sldId="283"/>
            <ac:picMk id="13" creationId="{D8F4C225-D12B-793F-5AE4-A66C69E36502}"/>
          </ac:picMkLst>
        </pc:picChg>
        <pc:picChg chg="del">
          <ac:chgData name="이 은찬" userId="7171d596-a1e6-43c2-b263-57fdfdab9399" providerId="ADAL" clId="{7241B469-6F7B-4CDE-BA0B-9A3409BB4834}" dt="2026-10-03T09:02:51.131" v="5160" actId="478"/>
          <ac:picMkLst>
            <pc:docMk/>
            <pc:sldMk cId="0" sldId="283"/>
            <ac:picMk id="24" creationId="{54612EE2-C4E5-CDEB-D56A-F0917584DCA1}"/>
          </ac:picMkLst>
        </pc:picChg>
      </pc:sldChg>
      <pc:sldChg chg="addSp delSp modSp del mod ord">
        <pc:chgData name="이 은찬" userId="7171d596-a1e6-43c2-b263-57fdfdab9399" providerId="ADAL" clId="{7241B469-6F7B-4CDE-BA0B-9A3409BB4834}" dt="2026-10-03T09:53:51.472" v="5381" actId="47"/>
        <pc:sldMkLst>
          <pc:docMk/>
          <pc:sldMk cId="618715306" sldId="284"/>
        </pc:sldMkLst>
        <pc:spChg chg="mod">
          <ac:chgData name="이 은찬" userId="7171d596-a1e6-43c2-b263-57fdfdab9399" providerId="ADAL" clId="{7241B469-6F7B-4CDE-BA0B-9A3409BB4834}" dt="2026-10-03T07:42:11.519" v="2218" actId="14100"/>
          <ac:spMkLst>
            <pc:docMk/>
            <pc:sldMk cId="618715306" sldId="284"/>
            <ac:spMk id="2" creationId="{1DE9954C-656C-69AC-B8FF-E6C9FF3B88A7}"/>
          </ac:spMkLst>
        </pc:spChg>
        <pc:spChg chg="mod">
          <ac:chgData name="이 은찬" userId="7171d596-a1e6-43c2-b263-57fdfdab9399" providerId="ADAL" clId="{7241B469-6F7B-4CDE-BA0B-9A3409BB4834}" dt="2026-10-03T07:42:07.485" v="2217"/>
          <ac:spMkLst>
            <pc:docMk/>
            <pc:sldMk cId="618715306" sldId="284"/>
            <ac:spMk id="5" creationId="{2DC5C4EB-7AE5-B4FD-194C-DDF27C085C94}"/>
          </ac:spMkLst>
        </pc:spChg>
        <pc:spChg chg="mod">
          <ac:chgData name="이 은찬" userId="7171d596-a1e6-43c2-b263-57fdfdab9399" providerId="ADAL" clId="{7241B469-6F7B-4CDE-BA0B-9A3409BB4834}" dt="2026-10-03T07:41:13.381" v="2198" actId="122"/>
          <ac:spMkLst>
            <pc:docMk/>
            <pc:sldMk cId="618715306" sldId="284"/>
            <ac:spMk id="7" creationId="{DA34C7EF-0F64-884C-3D4B-C76658C680EB}"/>
          </ac:spMkLst>
        </pc:spChg>
        <pc:spChg chg="mod">
          <ac:chgData name="이 은찬" userId="7171d596-a1e6-43c2-b263-57fdfdab9399" providerId="ADAL" clId="{7241B469-6F7B-4CDE-BA0B-9A3409BB4834}" dt="2026-10-03T07:32:50.445" v="2060" actId="404"/>
          <ac:spMkLst>
            <pc:docMk/>
            <pc:sldMk cId="618715306" sldId="284"/>
            <ac:spMk id="8" creationId="{00000000-0000-0000-0000-000000000000}"/>
          </ac:spMkLst>
        </pc:spChg>
        <pc:spChg chg="add">
          <ac:chgData name="이 은찬" userId="7171d596-a1e6-43c2-b263-57fdfdab9399" providerId="ADAL" clId="{7241B469-6F7B-4CDE-BA0B-9A3409BB4834}" dt="2026-10-03T07:40:33.513" v="2185"/>
          <ac:spMkLst>
            <pc:docMk/>
            <pc:sldMk cId="618715306" sldId="284"/>
            <ac:spMk id="13" creationId="{0F92AD32-B7A8-9B08-3F92-1324D1BEB716}"/>
          </ac:spMkLst>
        </pc:spChg>
        <pc:spChg chg="add">
          <ac:chgData name="이 은찬" userId="7171d596-a1e6-43c2-b263-57fdfdab9399" providerId="ADAL" clId="{7241B469-6F7B-4CDE-BA0B-9A3409BB4834}" dt="2026-10-03T07:40:37.048" v="2188"/>
          <ac:spMkLst>
            <pc:docMk/>
            <pc:sldMk cId="618715306" sldId="284"/>
            <ac:spMk id="14" creationId="{49D5DDC5-87CB-523E-4BD8-6C4BC03FE157}"/>
          </ac:spMkLst>
        </pc:spChg>
        <pc:spChg chg="add mod">
          <ac:chgData name="이 은찬" userId="7171d596-a1e6-43c2-b263-57fdfdab9399" providerId="ADAL" clId="{7241B469-6F7B-4CDE-BA0B-9A3409BB4834}" dt="2026-10-03T08:03:37.712" v="3585" actId="1076"/>
          <ac:spMkLst>
            <pc:docMk/>
            <pc:sldMk cId="618715306" sldId="284"/>
            <ac:spMk id="16" creationId="{6C7F6546-C896-5922-01AC-93D350DE19FF}"/>
          </ac:spMkLst>
        </pc:spChg>
        <pc:spChg chg="del">
          <ac:chgData name="이 은찬" userId="7171d596-a1e6-43c2-b263-57fdfdab9399" providerId="ADAL" clId="{7241B469-6F7B-4CDE-BA0B-9A3409BB4834}" dt="2026-10-03T07:40:24.106" v="2182" actId="478"/>
          <ac:spMkLst>
            <pc:docMk/>
            <pc:sldMk cId="618715306" sldId="284"/>
            <ac:spMk id="26" creationId="{502A89E0-D6EE-374D-D206-973D234B1F7F}"/>
          </ac:spMkLst>
        </pc:spChg>
        <pc:spChg chg="mod">
          <ac:chgData name="이 은찬" userId="7171d596-a1e6-43c2-b263-57fdfdab9399" providerId="ADAL" clId="{7241B469-6F7B-4CDE-BA0B-9A3409BB4834}" dt="2026-10-03T07:38:29.775" v="2090"/>
          <ac:spMkLst>
            <pc:docMk/>
            <pc:sldMk cId="618715306" sldId="284"/>
            <ac:spMk id="29" creationId="{A62A6DE8-A1F9-6F73-ACB6-86786FD63B50}"/>
          </ac:spMkLst>
        </pc:spChg>
        <pc:grpChg chg="mod">
          <ac:chgData name="이 은찬" userId="7171d596-a1e6-43c2-b263-57fdfdab9399" providerId="ADAL" clId="{7241B469-6F7B-4CDE-BA0B-9A3409BB4834}" dt="2026-10-03T07:41:43.573" v="2207" actId="1076"/>
          <ac:grpSpMkLst>
            <pc:docMk/>
            <pc:sldMk cId="618715306" sldId="284"/>
            <ac:grpSpMk id="3" creationId="{547A2D70-E0C5-A0A3-3226-42C785AB5962}"/>
          </ac:grpSpMkLst>
        </pc:grpChg>
        <pc:grpChg chg="del">
          <ac:chgData name="이 은찬" userId="7171d596-a1e6-43c2-b263-57fdfdab9399" providerId="ADAL" clId="{7241B469-6F7B-4CDE-BA0B-9A3409BB4834}" dt="2026-10-03T07:40:24.106" v="2182" actId="478"/>
          <ac:grpSpMkLst>
            <pc:docMk/>
            <pc:sldMk cId="618715306" sldId="284"/>
            <ac:grpSpMk id="11" creationId="{99100149-24AC-4898-3D53-A24FB6379F7F}"/>
          </ac:grpSpMkLst>
        </pc:grpChg>
        <pc:picChg chg="add mod">
          <ac:chgData name="이 은찬" userId="7171d596-a1e6-43c2-b263-57fdfdab9399" providerId="ADAL" clId="{7241B469-6F7B-4CDE-BA0B-9A3409BB4834}" dt="2026-10-03T07:41:40.206" v="2206" actId="1076"/>
          <ac:picMkLst>
            <pc:docMk/>
            <pc:sldMk cId="618715306" sldId="284"/>
            <ac:picMk id="15" creationId="{9960478C-DBB1-98EC-B755-3BB7124CC62B}"/>
          </ac:picMkLst>
        </pc:picChg>
      </pc:sldChg>
      <pc:sldChg chg="addSp delSp modSp add mod">
        <pc:chgData name="이 은찬" userId="7171d596-a1e6-43c2-b263-57fdfdab9399" providerId="ADAL" clId="{7241B469-6F7B-4CDE-BA0B-9A3409BB4834}" dt="2026-10-04T14:08:19.948" v="5408" actId="404"/>
        <pc:sldMkLst>
          <pc:docMk/>
          <pc:sldMk cId="2542867423" sldId="285"/>
        </pc:sldMkLst>
        <pc:spChg chg="mod">
          <ac:chgData name="이 은찬" userId="7171d596-a1e6-43c2-b263-57fdfdab9399" providerId="ADAL" clId="{7241B469-6F7B-4CDE-BA0B-9A3409BB4834}" dt="2026-10-04T14:08:19.948" v="5408" actId="404"/>
          <ac:spMkLst>
            <pc:docMk/>
            <pc:sldMk cId="2542867423" sldId="285"/>
            <ac:spMk id="2" creationId="{00000000-0000-0000-0000-000000000000}"/>
          </ac:spMkLst>
        </pc:spChg>
        <pc:spChg chg="del">
          <ac:chgData name="이 은찬" userId="7171d596-a1e6-43c2-b263-57fdfdab9399" providerId="ADAL" clId="{7241B469-6F7B-4CDE-BA0B-9A3409BB4834}" dt="2026-10-03T07:22:14.638" v="1675" actId="478"/>
          <ac:spMkLst>
            <pc:docMk/>
            <pc:sldMk cId="2542867423" sldId="285"/>
            <ac:spMk id="4" creationId="{478E83B3-0D1F-8C33-185D-0525C56788A8}"/>
          </ac:spMkLst>
        </pc:spChg>
        <pc:spChg chg="add mod">
          <ac:chgData name="이 은찬" userId="7171d596-a1e6-43c2-b263-57fdfdab9399" providerId="ADAL" clId="{7241B469-6F7B-4CDE-BA0B-9A3409BB4834}" dt="2026-10-03T07:22:52.455" v="1686"/>
          <ac:spMkLst>
            <pc:docMk/>
            <pc:sldMk cId="2542867423" sldId="285"/>
            <ac:spMk id="5" creationId="{8B81B696-2CDE-8130-2687-A4C3ADD3D11E}"/>
          </ac:spMkLst>
        </pc:spChg>
        <pc:spChg chg="mod">
          <ac:chgData name="이 은찬" userId="7171d596-a1e6-43c2-b263-57fdfdab9399" providerId="ADAL" clId="{7241B469-6F7B-4CDE-BA0B-9A3409BB4834}" dt="2026-10-03T07:23:30.792" v="1770" actId="20577"/>
          <ac:spMkLst>
            <pc:docMk/>
            <pc:sldMk cId="2542867423" sldId="285"/>
            <ac:spMk id="8" creationId="{D2FE1098-9DAF-0D94-C28D-10A06631B409}"/>
          </ac:spMkLst>
        </pc:spChg>
        <pc:spChg chg="mod">
          <ac:chgData name="이 은찬" userId="7171d596-a1e6-43c2-b263-57fdfdab9399" providerId="ADAL" clId="{7241B469-6F7B-4CDE-BA0B-9A3409BB4834}" dt="2026-10-03T09:13:33.654" v="5339" actId="20577"/>
          <ac:spMkLst>
            <pc:docMk/>
            <pc:sldMk cId="2542867423" sldId="285"/>
            <ac:spMk id="9" creationId="{00000000-0000-0000-0000-000000000000}"/>
          </ac:spMkLst>
        </pc:spChg>
        <pc:spChg chg="mod">
          <ac:chgData name="이 은찬" userId="7171d596-a1e6-43c2-b263-57fdfdab9399" providerId="ADAL" clId="{7241B469-6F7B-4CDE-BA0B-9A3409BB4834}" dt="2026-10-03T07:22:57.018" v="1687"/>
          <ac:spMkLst>
            <pc:docMk/>
            <pc:sldMk cId="2542867423" sldId="285"/>
            <ac:spMk id="10" creationId="{480B3C5E-6F47-60DB-E817-0FC713039238}"/>
          </ac:spMkLst>
        </pc:spChg>
        <pc:spChg chg="del mod">
          <ac:chgData name="이 은찬" userId="7171d596-a1e6-43c2-b263-57fdfdab9399" providerId="ADAL" clId="{7241B469-6F7B-4CDE-BA0B-9A3409BB4834}" dt="2026-10-03T07:22:12.964" v="1674" actId="478"/>
          <ac:spMkLst>
            <pc:docMk/>
            <pc:sldMk cId="2542867423" sldId="285"/>
            <ac:spMk id="11" creationId="{633A60DF-EA79-DF55-16FD-AB2777B25155}"/>
          </ac:spMkLst>
        </pc:spChg>
        <pc:spChg chg="mod">
          <ac:chgData name="이 은찬" userId="7171d596-a1e6-43c2-b263-57fdfdab9399" providerId="ADAL" clId="{7241B469-6F7B-4CDE-BA0B-9A3409BB4834}" dt="2026-10-03T07:23:00.414" v="1689" actId="20577"/>
          <ac:spMkLst>
            <pc:docMk/>
            <pc:sldMk cId="2542867423" sldId="285"/>
            <ac:spMk id="12" creationId="{9CEB0B74-7463-D531-0128-E0D1F1128BBD}"/>
          </ac:spMkLst>
        </pc:spChg>
        <pc:spChg chg="mod">
          <ac:chgData name="이 은찬" userId="7171d596-a1e6-43c2-b263-57fdfdab9399" providerId="ADAL" clId="{7241B469-6F7B-4CDE-BA0B-9A3409BB4834}" dt="2026-10-03T07:24:33.011" v="1937" actId="20577"/>
          <ac:spMkLst>
            <pc:docMk/>
            <pc:sldMk cId="2542867423" sldId="285"/>
            <ac:spMk id="15" creationId="{52B232AB-782A-E03B-BBD8-4153C5D6AE50}"/>
          </ac:spMkLst>
        </pc:spChg>
        <pc:spChg chg="mod">
          <ac:chgData name="이 은찬" userId="7171d596-a1e6-43c2-b263-57fdfdab9399" providerId="ADAL" clId="{7241B469-6F7B-4CDE-BA0B-9A3409BB4834}" dt="2026-10-03T07:23:40.006" v="1771"/>
          <ac:spMkLst>
            <pc:docMk/>
            <pc:sldMk cId="2542867423" sldId="285"/>
            <ac:spMk id="16" creationId="{134810D0-EF6A-0590-A932-DA42A1F209A3}"/>
          </ac:spMkLst>
        </pc:spChg>
        <pc:spChg chg="mod">
          <ac:chgData name="이 은찬" userId="7171d596-a1e6-43c2-b263-57fdfdab9399" providerId="ADAL" clId="{7241B469-6F7B-4CDE-BA0B-9A3409BB4834}" dt="2026-10-03T07:24:37.870" v="1939" actId="20577"/>
          <ac:spMkLst>
            <pc:docMk/>
            <pc:sldMk cId="2542867423" sldId="285"/>
            <ac:spMk id="17" creationId="{9B62FE55-C8FC-33C5-582B-3E04FA40933D}"/>
          </ac:spMkLst>
        </pc:spChg>
        <pc:spChg chg="add">
          <ac:chgData name="이 은찬" userId="7171d596-a1e6-43c2-b263-57fdfdab9399" providerId="ADAL" clId="{7241B469-6F7B-4CDE-BA0B-9A3409BB4834}" dt="2026-10-03T07:30:29.501" v="1961"/>
          <ac:spMkLst>
            <pc:docMk/>
            <pc:sldMk cId="2542867423" sldId="285"/>
            <ac:spMk id="18" creationId="{9C5A61FD-4C4E-F963-D597-F687B552E290}"/>
          </ac:spMkLst>
        </pc:spChg>
        <pc:spChg chg="add mod">
          <ac:chgData name="이 은찬" userId="7171d596-a1e6-43c2-b263-57fdfdab9399" providerId="ADAL" clId="{7241B469-6F7B-4CDE-BA0B-9A3409BB4834}" dt="2026-10-04T09:37:11.912" v="5383" actId="404"/>
          <ac:spMkLst>
            <pc:docMk/>
            <pc:sldMk cId="2542867423" sldId="285"/>
            <ac:spMk id="20" creationId="{F56A777F-7CF6-C065-04B4-0CD14A4E15A0}"/>
          </ac:spMkLst>
        </pc:spChg>
        <pc:spChg chg="mod">
          <ac:chgData name="이 은찬" userId="7171d596-a1e6-43c2-b263-57fdfdab9399" providerId="ADAL" clId="{7241B469-6F7B-4CDE-BA0B-9A3409BB4834}" dt="2026-10-03T07:22:17.367" v="1677" actId="20577"/>
          <ac:spMkLst>
            <pc:docMk/>
            <pc:sldMk cId="2542867423" sldId="285"/>
            <ac:spMk id="43" creationId="{00000000-0000-0000-0000-000000000000}"/>
          </ac:spMkLst>
        </pc:spChg>
        <pc:grpChg chg="add mod">
          <ac:chgData name="이 은찬" userId="7171d596-a1e6-43c2-b263-57fdfdab9399" providerId="ADAL" clId="{7241B469-6F7B-4CDE-BA0B-9A3409BB4834}" dt="2026-10-03T07:22:57.018" v="1687"/>
          <ac:grpSpMkLst>
            <pc:docMk/>
            <pc:sldMk cId="2542867423" sldId="285"/>
            <ac:grpSpMk id="6" creationId="{1202E18C-84BE-9D4F-A4A3-86B570955472}"/>
          </ac:grpSpMkLst>
        </pc:grpChg>
        <pc:grpChg chg="mod">
          <ac:chgData name="이 은찬" userId="7171d596-a1e6-43c2-b263-57fdfdab9399" providerId="ADAL" clId="{7241B469-6F7B-4CDE-BA0B-9A3409BB4834}" dt="2026-10-03T07:22:57.018" v="1687"/>
          <ac:grpSpMkLst>
            <pc:docMk/>
            <pc:sldMk cId="2542867423" sldId="285"/>
            <ac:grpSpMk id="7" creationId="{C9927A06-A043-9347-1EC2-32FCA7292888}"/>
          </ac:grpSpMkLst>
        </pc:grpChg>
        <pc:grpChg chg="add mod">
          <ac:chgData name="이 은찬" userId="7171d596-a1e6-43c2-b263-57fdfdab9399" providerId="ADAL" clId="{7241B469-6F7B-4CDE-BA0B-9A3409BB4834}" dt="2026-10-03T07:23:43.903" v="1772" actId="1076"/>
          <ac:grpSpMkLst>
            <pc:docMk/>
            <pc:sldMk cId="2542867423" sldId="285"/>
            <ac:grpSpMk id="13" creationId="{DF21E437-1C4D-5153-93E9-87E1A0AD2823}"/>
          </ac:grpSpMkLst>
        </pc:grpChg>
        <pc:grpChg chg="mod">
          <ac:chgData name="이 은찬" userId="7171d596-a1e6-43c2-b263-57fdfdab9399" providerId="ADAL" clId="{7241B469-6F7B-4CDE-BA0B-9A3409BB4834}" dt="2026-10-03T07:23:40.006" v="1771"/>
          <ac:grpSpMkLst>
            <pc:docMk/>
            <pc:sldMk cId="2542867423" sldId="285"/>
            <ac:grpSpMk id="14" creationId="{C5A1C694-ACC7-7E0A-9014-0DC00023AA61}"/>
          </ac:grpSpMkLst>
        </pc:grpChg>
        <pc:grpChg chg="del">
          <ac:chgData name="이 은찬" userId="7171d596-a1e6-43c2-b263-57fdfdab9399" providerId="ADAL" clId="{7241B469-6F7B-4CDE-BA0B-9A3409BB4834}" dt="2026-10-03T07:22:51.572" v="1685" actId="478"/>
          <ac:grpSpMkLst>
            <pc:docMk/>
            <pc:sldMk cId="2542867423" sldId="285"/>
            <ac:grpSpMk id="35" creationId="{00000000-0000-0000-0000-000000000000}"/>
          </ac:grpSpMkLst>
        </pc:grpChg>
        <pc:picChg chg="add mod">
          <ac:chgData name="이 은찬" userId="7171d596-a1e6-43c2-b263-57fdfdab9399" providerId="ADAL" clId="{7241B469-6F7B-4CDE-BA0B-9A3409BB4834}" dt="2026-10-03T07:31:45.380" v="1980" actId="1036"/>
          <ac:picMkLst>
            <pc:docMk/>
            <pc:sldMk cId="2542867423" sldId="285"/>
            <ac:picMk id="19" creationId="{73D17123-2774-8117-DD01-72E880557B45}"/>
          </ac:picMkLst>
        </pc:picChg>
      </pc:sldChg>
      <pc:sldChg chg="addSp delSp modSp add mod">
        <pc:chgData name="이 은찬" userId="7171d596-a1e6-43c2-b263-57fdfdab9399" providerId="ADAL" clId="{7241B469-6F7B-4CDE-BA0B-9A3409BB4834}" dt="2026-10-24T07:10:08.835" v="5445" actId="1035"/>
        <pc:sldMkLst>
          <pc:docMk/>
          <pc:sldMk cId="3473696529" sldId="286"/>
        </pc:sldMkLst>
        <pc:spChg chg="mod">
          <ac:chgData name="이 은찬" userId="7171d596-a1e6-43c2-b263-57fdfdab9399" providerId="ADAL" clId="{7241B469-6F7B-4CDE-BA0B-9A3409BB4834}" dt="2026-10-04T14:08:03.235" v="5404" actId="20577"/>
          <ac:spMkLst>
            <pc:docMk/>
            <pc:sldMk cId="3473696529" sldId="286"/>
            <ac:spMk id="2" creationId="{00000000-0000-0000-0000-000000000000}"/>
          </ac:spMkLst>
        </pc:spChg>
        <pc:spChg chg="add mod">
          <ac:chgData name="이 은찬" userId="7171d596-a1e6-43c2-b263-57fdfdab9399" providerId="ADAL" clId="{7241B469-6F7B-4CDE-BA0B-9A3409BB4834}" dt="2026-10-24T07:10:08.835" v="5445" actId="1035"/>
          <ac:spMkLst>
            <pc:docMk/>
            <pc:sldMk cId="3473696529" sldId="286"/>
            <ac:spMk id="4" creationId="{15CE965D-EEA0-3D28-745A-DFCFA26D2F9B}"/>
          </ac:spMkLst>
        </pc:spChg>
        <pc:spChg chg="del">
          <ac:chgData name="이 은찬" userId="7171d596-a1e6-43c2-b263-57fdfdab9399" providerId="ADAL" clId="{7241B469-6F7B-4CDE-BA0B-9A3409BB4834}" dt="2026-10-03T07:35:22.800" v="2076" actId="478"/>
          <ac:spMkLst>
            <pc:docMk/>
            <pc:sldMk cId="3473696529" sldId="286"/>
            <ac:spMk id="4" creationId="{6AC4BE56-2517-14EB-2368-E703864108EB}"/>
          </ac:spMkLst>
        </pc:spChg>
        <pc:spChg chg="add">
          <ac:chgData name="이 은찬" userId="7171d596-a1e6-43c2-b263-57fdfdab9399" providerId="ADAL" clId="{7241B469-6F7B-4CDE-BA0B-9A3409BB4834}" dt="2026-10-03T07:37:10.832" v="2083"/>
          <ac:spMkLst>
            <pc:docMk/>
            <pc:sldMk cId="3473696529" sldId="286"/>
            <ac:spMk id="5" creationId="{D1B296EB-AD1A-23F4-6A32-ED1F5365DB57}"/>
          </ac:spMkLst>
        </pc:spChg>
        <pc:spChg chg="add">
          <ac:chgData name="이 은찬" userId="7171d596-a1e6-43c2-b263-57fdfdab9399" providerId="ADAL" clId="{7241B469-6F7B-4CDE-BA0B-9A3409BB4834}" dt="2026-10-03T07:46:25.132" v="2389"/>
          <ac:spMkLst>
            <pc:docMk/>
            <pc:sldMk cId="3473696529" sldId="286"/>
            <ac:spMk id="7" creationId="{9CC5B59B-E5D9-84C3-3AE9-AE8394FA788A}"/>
          </ac:spMkLst>
        </pc:spChg>
        <pc:spChg chg="del">
          <ac:chgData name="이 은찬" userId="7171d596-a1e6-43c2-b263-57fdfdab9399" providerId="ADAL" clId="{7241B469-6F7B-4CDE-BA0B-9A3409BB4834}" dt="2026-10-03T07:35:20.940" v="2075" actId="478"/>
          <ac:spMkLst>
            <pc:docMk/>
            <pc:sldMk cId="3473696529" sldId="286"/>
            <ac:spMk id="11" creationId="{85C1EBB4-E1E7-1D50-20DE-C572F9829AF7}"/>
          </ac:spMkLst>
        </pc:spChg>
        <pc:spChg chg="mod">
          <ac:chgData name="이 은찬" userId="7171d596-a1e6-43c2-b263-57fdfdab9399" providerId="ADAL" clId="{7241B469-6F7B-4CDE-BA0B-9A3409BB4834}" dt="2026-10-03T07:43:11.605" v="2388" actId="20577"/>
          <ac:spMkLst>
            <pc:docMk/>
            <pc:sldMk cId="3473696529" sldId="286"/>
            <ac:spMk id="31" creationId="{C1E058C1-8AAF-AE76-7C38-254B98CD19BD}"/>
          </ac:spMkLst>
        </pc:spChg>
        <pc:spChg chg="mod">
          <ac:chgData name="이 은찬" userId="7171d596-a1e6-43c2-b263-57fdfdab9399" providerId="ADAL" clId="{7241B469-6F7B-4CDE-BA0B-9A3409BB4834}" dt="2026-10-03T07:42:25.601" v="2220" actId="20577"/>
          <ac:spMkLst>
            <pc:docMk/>
            <pc:sldMk cId="3473696529" sldId="286"/>
            <ac:spMk id="33" creationId="{8EDF2654-BE01-EF84-31E7-1DC08914F93A}"/>
          </ac:spMkLst>
        </pc:spChg>
        <pc:picChg chg="add del mod">
          <ac:chgData name="이 은찬" userId="7171d596-a1e6-43c2-b263-57fdfdab9399" providerId="ADAL" clId="{7241B469-6F7B-4CDE-BA0B-9A3409BB4834}" dt="2026-10-03T07:37:19.783" v="2087" actId="478"/>
          <ac:picMkLst>
            <pc:docMk/>
            <pc:sldMk cId="3473696529" sldId="286"/>
            <ac:picMk id="6" creationId="{0B96A8B9-D506-7F46-94AD-EF6B6019E52B}"/>
          </ac:picMkLst>
        </pc:picChg>
        <pc:picChg chg="add mod">
          <ac:chgData name="이 은찬" userId="7171d596-a1e6-43c2-b263-57fdfdab9399" providerId="ADAL" clId="{7241B469-6F7B-4CDE-BA0B-9A3409BB4834}" dt="2026-10-03T07:47:01.320" v="2398" actId="14100"/>
          <ac:picMkLst>
            <pc:docMk/>
            <pc:sldMk cId="3473696529" sldId="286"/>
            <ac:picMk id="8" creationId="{F90D7201-BFEC-E569-F631-231A2EDD68D8}"/>
          </ac:picMkLst>
        </pc:picChg>
        <pc:picChg chg="del">
          <ac:chgData name="이 은찬" userId="7171d596-a1e6-43c2-b263-57fdfdab9399" providerId="ADAL" clId="{7241B469-6F7B-4CDE-BA0B-9A3409BB4834}" dt="2026-10-03T07:35:44.910" v="2082" actId="478"/>
          <ac:picMkLst>
            <pc:docMk/>
            <pc:sldMk cId="3473696529" sldId="286"/>
            <ac:picMk id="24" creationId="{02E54112-1E19-CCC0-E200-0A28C9059A07}"/>
          </ac:picMkLst>
        </pc:picChg>
      </pc:sldChg>
      <pc:sldChg chg="addSp delSp modSp add del mod">
        <pc:chgData name="이 은찬" userId="7171d596-a1e6-43c2-b263-57fdfdab9399" providerId="ADAL" clId="{7241B469-6F7B-4CDE-BA0B-9A3409BB4834}" dt="2026-10-03T08:25:02.455" v="4435" actId="47"/>
        <pc:sldMkLst>
          <pc:docMk/>
          <pc:sldMk cId="2874319167" sldId="287"/>
        </pc:sldMkLst>
        <pc:spChg chg="add mod">
          <ac:chgData name="이 은찬" userId="7171d596-a1e6-43c2-b263-57fdfdab9399" providerId="ADAL" clId="{7241B469-6F7B-4CDE-BA0B-9A3409BB4834}" dt="2026-10-03T07:49:30.323" v="2499" actId="1076"/>
          <ac:spMkLst>
            <pc:docMk/>
            <pc:sldMk cId="2874319167" sldId="287"/>
            <ac:spMk id="4" creationId="{4F3BC764-DC7C-150A-5DE2-D162981C6FDD}"/>
          </ac:spMkLst>
        </pc:spChg>
        <pc:spChg chg="add mod">
          <ac:chgData name="이 은찬" userId="7171d596-a1e6-43c2-b263-57fdfdab9399" providerId="ADAL" clId="{7241B469-6F7B-4CDE-BA0B-9A3409BB4834}" dt="2026-10-03T07:49:30.323" v="2499" actId="1076"/>
          <ac:spMkLst>
            <pc:docMk/>
            <pc:sldMk cId="2874319167" sldId="287"/>
            <ac:spMk id="5" creationId="{E979C7FB-EA94-102E-F121-31F24F567D22}"/>
          </ac:spMkLst>
        </pc:spChg>
        <pc:spChg chg="mod">
          <ac:chgData name="이 은찬" userId="7171d596-a1e6-43c2-b263-57fdfdab9399" providerId="ADAL" clId="{7241B469-6F7B-4CDE-BA0B-9A3409BB4834}" dt="2026-10-03T07:49:02.098" v="2497" actId="20577"/>
          <ac:spMkLst>
            <pc:docMk/>
            <pc:sldMk cId="2874319167" sldId="287"/>
            <ac:spMk id="31" creationId="{C1E058C1-8AAF-AE76-7C38-254B98CD19BD}"/>
          </ac:spMkLst>
        </pc:spChg>
        <pc:spChg chg="mod">
          <ac:chgData name="이 은찬" userId="7171d596-a1e6-43c2-b263-57fdfdab9399" providerId="ADAL" clId="{7241B469-6F7B-4CDE-BA0B-9A3409BB4834}" dt="2026-10-03T07:48:26.358" v="2402" actId="20577"/>
          <ac:spMkLst>
            <pc:docMk/>
            <pc:sldMk cId="2874319167" sldId="287"/>
            <ac:spMk id="33" creationId="{8EDF2654-BE01-EF84-31E7-1DC08914F93A}"/>
          </ac:spMkLst>
        </pc:spChg>
        <pc:picChg chg="del">
          <ac:chgData name="이 은찬" userId="7171d596-a1e6-43c2-b263-57fdfdab9399" providerId="ADAL" clId="{7241B469-6F7B-4CDE-BA0B-9A3409BB4834}" dt="2026-10-03T07:48:22.654" v="2400" actId="478"/>
          <ac:picMkLst>
            <pc:docMk/>
            <pc:sldMk cId="2874319167" sldId="287"/>
            <ac:picMk id="8" creationId="{F90D7201-BFEC-E569-F631-231A2EDD68D8}"/>
          </ac:picMkLst>
        </pc:picChg>
      </pc:sldChg>
      <pc:sldChg chg="addSp delSp modSp add mod">
        <pc:chgData name="이 은찬" userId="7171d596-a1e6-43c2-b263-57fdfdab9399" providerId="ADAL" clId="{7241B469-6F7B-4CDE-BA0B-9A3409BB4834}" dt="2026-10-04T14:08:00.411" v="5403" actId="20577"/>
        <pc:sldMkLst>
          <pc:docMk/>
          <pc:sldMk cId="1571869871" sldId="288"/>
        </pc:sldMkLst>
        <pc:spChg chg="del">
          <ac:chgData name="이 은찬" userId="7171d596-a1e6-43c2-b263-57fdfdab9399" providerId="ADAL" clId="{7241B469-6F7B-4CDE-BA0B-9A3409BB4834}" dt="2026-10-03T07:50:10.590" v="2506" actId="478"/>
          <ac:spMkLst>
            <pc:docMk/>
            <pc:sldMk cId="1571869871" sldId="288"/>
            <ac:spMk id="2" creationId="{1DE9954C-656C-69AC-B8FF-E6C9FF3B88A7}"/>
          </ac:spMkLst>
        </pc:spChg>
        <pc:spChg chg="mod">
          <ac:chgData name="이 은찬" userId="7171d596-a1e6-43c2-b263-57fdfdab9399" providerId="ADAL" clId="{7241B469-6F7B-4CDE-BA0B-9A3409BB4834}" dt="2026-10-03T07:50:09.337" v="2504" actId="20577"/>
          <ac:spMkLst>
            <pc:docMk/>
            <pc:sldMk cId="1571869871" sldId="288"/>
            <ac:spMk id="5" creationId="{2DC5C4EB-7AE5-B4FD-194C-DDF27C085C94}"/>
          </ac:spMkLst>
        </pc:spChg>
        <pc:spChg chg="mod">
          <ac:chgData name="이 은찬" userId="7171d596-a1e6-43c2-b263-57fdfdab9399" providerId="ADAL" clId="{7241B469-6F7B-4CDE-BA0B-9A3409BB4834}" dt="2026-10-04T14:08:00.411" v="5403" actId="20577"/>
          <ac:spMkLst>
            <pc:docMk/>
            <pc:sldMk cId="1571869871" sldId="288"/>
            <ac:spMk id="8" creationId="{00000000-0000-0000-0000-000000000000}"/>
          </ac:spMkLst>
        </pc:spChg>
        <pc:spChg chg="add mod">
          <ac:chgData name="이 은찬" userId="7171d596-a1e6-43c2-b263-57fdfdab9399" providerId="ADAL" clId="{7241B469-6F7B-4CDE-BA0B-9A3409BB4834}" dt="2026-10-03T07:50:55.809" v="2579" actId="1076"/>
          <ac:spMkLst>
            <pc:docMk/>
            <pc:sldMk cId="1571869871" sldId="288"/>
            <ac:spMk id="11" creationId="{43B165CF-36A7-3724-8E7A-66ACF57BBAF9}"/>
          </ac:spMkLst>
        </pc:spChg>
        <pc:spChg chg="add mod">
          <ac:chgData name="이 은찬" userId="7171d596-a1e6-43c2-b263-57fdfdab9399" providerId="ADAL" clId="{7241B469-6F7B-4CDE-BA0B-9A3409BB4834}" dt="2026-10-03T07:50:36.836" v="2574" actId="20577"/>
          <ac:spMkLst>
            <pc:docMk/>
            <pc:sldMk cId="1571869871" sldId="288"/>
            <ac:spMk id="13" creationId="{CAFD687C-756C-9E1E-631D-C4ABC19A009D}"/>
          </ac:spMkLst>
        </pc:spChg>
        <pc:spChg chg="mod">
          <ac:chgData name="이 은찬" userId="7171d596-a1e6-43c2-b263-57fdfdab9399" providerId="ADAL" clId="{7241B469-6F7B-4CDE-BA0B-9A3409BB4834}" dt="2026-10-03T07:52:23.992" v="2656" actId="20577"/>
          <ac:spMkLst>
            <pc:docMk/>
            <pc:sldMk cId="1571869871" sldId="288"/>
            <ac:spMk id="17" creationId="{6FA07EE4-18E1-C6EC-B297-E698AF7569D9}"/>
          </ac:spMkLst>
        </pc:spChg>
        <pc:spChg chg="mod">
          <ac:chgData name="이 은찬" userId="7171d596-a1e6-43c2-b263-57fdfdab9399" providerId="ADAL" clId="{7241B469-6F7B-4CDE-BA0B-9A3409BB4834}" dt="2026-10-03T07:50:52.374" v="2576"/>
          <ac:spMkLst>
            <pc:docMk/>
            <pc:sldMk cId="1571869871" sldId="288"/>
            <ac:spMk id="18" creationId="{6BD256ED-9DEB-99B2-FD61-870ECDF370B7}"/>
          </ac:spMkLst>
        </pc:spChg>
        <pc:spChg chg="mod">
          <ac:chgData name="이 은찬" userId="7171d596-a1e6-43c2-b263-57fdfdab9399" providerId="ADAL" clId="{7241B469-6F7B-4CDE-BA0B-9A3409BB4834}" dt="2026-10-03T07:51:08.925" v="2582" actId="20577"/>
          <ac:spMkLst>
            <pc:docMk/>
            <pc:sldMk cId="1571869871" sldId="288"/>
            <ac:spMk id="19" creationId="{84A01148-DACC-88D3-2E78-35A4545140EB}"/>
          </ac:spMkLst>
        </pc:spChg>
        <pc:spChg chg="add mod">
          <ac:chgData name="이 은찬" userId="7171d596-a1e6-43c2-b263-57fdfdab9399" providerId="ADAL" clId="{7241B469-6F7B-4CDE-BA0B-9A3409BB4834}" dt="2026-10-03T07:59:07.314" v="3485" actId="207"/>
          <ac:spMkLst>
            <pc:docMk/>
            <pc:sldMk cId="1571869871" sldId="288"/>
            <ac:spMk id="20" creationId="{CCD8B4FA-E154-3389-368E-F2271CB098FE}"/>
          </ac:spMkLst>
        </pc:spChg>
        <pc:spChg chg="add">
          <ac:chgData name="이 은찬" userId="7171d596-a1e6-43c2-b263-57fdfdab9399" providerId="ADAL" clId="{7241B469-6F7B-4CDE-BA0B-9A3409BB4834}" dt="2026-10-03T07:57:44.915" v="3451"/>
          <ac:spMkLst>
            <pc:docMk/>
            <pc:sldMk cId="1571869871" sldId="288"/>
            <ac:spMk id="21" creationId="{1EB63D41-FF7C-3D8C-2371-1AD4735C4152}"/>
          </ac:spMkLst>
        </pc:spChg>
        <pc:spChg chg="add mod">
          <ac:chgData name="이 은찬" userId="7171d596-a1e6-43c2-b263-57fdfdab9399" providerId="ADAL" clId="{7241B469-6F7B-4CDE-BA0B-9A3409BB4834}" dt="2026-10-04T09:37:28.046" v="5387" actId="404"/>
          <ac:spMkLst>
            <pc:docMk/>
            <pc:sldMk cId="1571869871" sldId="288"/>
            <ac:spMk id="23" creationId="{0D6B8125-2256-EC3E-8E0C-94466408A0F9}"/>
          </ac:spMkLst>
        </pc:spChg>
        <pc:spChg chg="mod">
          <ac:chgData name="이 은찬" userId="7171d596-a1e6-43c2-b263-57fdfdab9399" providerId="ADAL" clId="{7241B469-6F7B-4CDE-BA0B-9A3409BB4834}" dt="2026-10-03T07:50:19.594" v="2508"/>
          <ac:spMkLst>
            <pc:docMk/>
            <pc:sldMk cId="1571869871" sldId="288"/>
            <ac:spMk id="29" creationId="{A62A6DE8-A1F9-6F73-ACB6-86786FD63B50}"/>
          </ac:spMkLst>
        </pc:spChg>
        <pc:spChg chg="mod">
          <ac:chgData name="이 은찬" userId="7171d596-a1e6-43c2-b263-57fdfdab9399" providerId="ADAL" clId="{7241B469-6F7B-4CDE-BA0B-9A3409BB4834}" dt="2026-10-03T07:49:55.747" v="2502" actId="20577"/>
          <ac:spMkLst>
            <pc:docMk/>
            <pc:sldMk cId="1571869871" sldId="288"/>
            <ac:spMk id="31" creationId="{C03F09F3-36C3-A1E2-BBA6-B2B1A807FCEE}"/>
          </ac:spMkLst>
        </pc:spChg>
        <pc:grpChg chg="del">
          <ac:chgData name="이 은찬" userId="7171d596-a1e6-43c2-b263-57fdfdab9399" providerId="ADAL" clId="{7241B469-6F7B-4CDE-BA0B-9A3409BB4834}" dt="2026-10-03T07:50:10.128" v="2505" actId="478"/>
          <ac:grpSpMkLst>
            <pc:docMk/>
            <pc:sldMk cId="1571869871" sldId="288"/>
            <ac:grpSpMk id="3" creationId="{547A2D70-E0C5-A0A3-3226-42C785AB5962}"/>
          </ac:grpSpMkLst>
        </pc:grpChg>
        <pc:grpChg chg="add mod">
          <ac:chgData name="이 은찬" userId="7171d596-a1e6-43c2-b263-57fdfdab9399" providerId="ADAL" clId="{7241B469-6F7B-4CDE-BA0B-9A3409BB4834}" dt="2026-10-03T07:51:06.814" v="2580" actId="1076"/>
          <ac:grpSpMkLst>
            <pc:docMk/>
            <pc:sldMk cId="1571869871" sldId="288"/>
            <ac:grpSpMk id="14" creationId="{A4746484-6F7D-0AE4-91D1-A8BB697D1679}"/>
          </ac:grpSpMkLst>
        </pc:grpChg>
        <pc:grpChg chg="mod">
          <ac:chgData name="이 은찬" userId="7171d596-a1e6-43c2-b263-57fdfdab9399" providerId="ADAL" clId="{7241B469-6F7B-4CDE-BA0B-9A3409BB4834}" dt="2026-10-03T07:50:52.374" v="2576"/>
          <ac:grpSpMkLst>
            <pc:docMk/>
            <pc:sldMk cId="1571869871" sldId="288"/>
            <ac:grpSpMk id="16" creationId="{FA7BA1F0-8838-FE38-E83F-FD410996DEA6}"/>
          </ac:grpSpMkLst>
        </pc:grpChg>
        <pc:picChg chg="del">
          <ac:chgData name="이 은찬" userId="7171d596-a1e6-43c2-b263-57fdfdab9399" providerId="ADAL" clId="{7241B469-6F7B-4CDE-BA0B-9A3409BB4834}" dt="2026-10-03T07:50:07.323" v="2503" actId="478"/>
          <ac:picMkLst>
            <pc:docMk/>
            <pc:sldMk cId="1571869871" sldId="288"/>
            <ac:picMk id="15" creationId="{9960478C-DBB1-98EC-B755-3BB7124CC62B}"/>
          </ac:picMkLst>
        </pc:picChg>
        <pc:picChg chg="add mod modCrop">
          <ac:chgData name="이 은찬" userId="7171d596-a1e6-43c2-b263-57fdfdab9399" providerId="ADAL" clId="{7241B469-6F7B-4CDE-BA0B-9A3409BB4834}" dt="2026-10-03T07:58:14.939" v="3459" actId="14100"/>
          <ac:picMkLst>
            <pc:docMk/>
            <pc:sldMk cId="1571869871" sldId="288"/>
            <ac:picMk id="22" creationId="{76B7DBFA-EC9B-F929-B9D2-08AE42C10F91}"/>
          </ac:picMkLst>
        </pc:picChg>
      </pc:sldChg>
      <pc:sldChg chg="addSp delSp modSp add del mod">
        <pc:chgData name="이 은찬" userId="7171d596-a1e6-43c2-b263-57fdfdab9399" providerId="ADAL" clId="{7241B469-6F7B-4CDE-BA0B-9A3409BB4834}" dt="2026-10-03T09:14:15.033" v="5344" actId="47"/>
        <pc:sldMkLst>
          <pc:docMk/>
          <pc:sldMk cId="298462454" sldId="289"/>
        </pc:sldMkLst>
        <pc:spChg chg="add">
          <ac:chgData name="이 은찬" userId="7171d596-a1e6-43c2-b263-57fdfdab9399" providerId="ADAL" clId="{7241B469-6F7B-4CDE-BA0B-9A3409BB4834}" dt="2026-10-03T08:04:37.386" v="3588"/>
          <ac:spMkLst>
            <pc:docMk/>
            <pc:sldMk cId="298462454" sldId="289"/>
            <ac:spMk id="2" creationId="{F513477D-9091-EE27-D91B-660A9F31AD3C}"/>
          </ac:spMkLst>
        </pc:spChg>
        <pc:spChg chg="del">
          <ac:chgData name="이 은찬" userId="7171d596-a1e6-43c2-b263-57fdfdab9399" providerId="ADAL" clId="{7241B469-6F7B-4CDE-BA0B-9A3409BB4834}" dt="2026-10-03T08:01:18.983" v="3552" actId="478"/>
          <ac:spMkLst>
            <pc:docMk/>
            <pc:sldMk cId="298462454" sldId="289"/>
            <ac:spMk id="9" creationId="{00000000-0000-0000-0000-000000000000}"/>
          </ac:spMkLst>
        </pc:spChg>
        <pc:spChg chg="del">
          <ac:chgData name="이 은찬" userId="7171d596-a1e6-43c2-b263-57fdfdab9399" providerId="ADAL" clId="{7241B469-6F7B-4CDE-BA0B-9A3409BB4834}" dt="2026-10-03T08:01:18.983" v="3552" actId="478"/>
          <ac:spMkLst>
            <pc:docMk/>
            <pc:sldMk cId="298462454" sldId="289"/>
            <ac:spMk id="11" creationId="{43B165CF-36A7-3724-8E7A-66ACF57BBAF9}"/>
          </ac:spMkLst>
        </pc:spChg>
        <pc:spChg chg="del">
          <ac:chgData name="이 은찬" userId="7171d596-a1e6-43c2-b263-57fdfdab9399" providerId="ADAL" clId="{7241B469-6F7B-4CDE-BA0B-9A3409BB4834}" dt="2026-10-03T08:01:18.983" v="3552" actId="478"/>
          <ac:spMkLst>
            <pc:docMk/>
            <pc:sldMk cId="298462454" sldId="289"/>
            <ac:spMk id="13" creationId="{CAFD687C-756C-9E1E-631D-C4ABC19A009D}"/>
          </ac:spMkLst>
        </pc:spChg>
        <pc:spChg chg="del">
          <ac:chgData name="이 은찬" userId="7171d596-a1e6-43c2-b263-57fdfdab9399" providerId="ADAL" clId="{7241B469-6F7B-4CDE-BA0B-9A3409BB4834}" dt="2026-10-03T08:01:18.983" v="3552" actId="478"/>
          <ac:spMkLst>
            <pc:docMk/>
            <pc:sldMk cId="298462454" sldId="289"/>
            <ac:spMk id="20" creationId="{CCD8B4FA-E154-3389-368E-F2271CB098FE}"/>
          </ac:spMkLst>
        </pc:spChg>
        <pc:spChg chg="mod">
          <ac:chgData name="이 은찬" userId="7171d596-a1e6-43c2-b263-57fdfdab9399" providerId="ADAL" clId="{7241B469-6F7B-4CDE-BA0B-9A3409BB4834}" dt="2026-10-03T08:01:37.700" v="3583" actId="20577"/>
          <ac:spMkLst>
            <pc:docMk/>
            <pc:sldMk cId="298462454" sldId="289"/>
            <ac:spMk id="29" creationId="{A62A6DE8-A1F9-6F73-ACB6-86786FD63B50}"/>
          </ac:spMkLst>
        </pc:spChg>
        <pc:spChg chg="mod">
          <ac:chgData name="이 은찬" userId="7171d596-a1e6-43c2-b263-57fdfdab9399" providerId="ADAL" clId="{7241B469-6F7B-4CDE-BA0B-9A3409BB4834}" dt="2026-10-03T08:00:05.199" v="3488" actId="20577"/>
          <ac:spMkLst>
            <pc:docMk/>
            <pc:sldMk cId="298462454" sldId="289"/>
            <ac:spMk id="31" creationId="{C03F09F3-36C3-A1E2-BBA6-B2B1A807FCEE}"/>
          </ac:spMkLst>
        </pc:spChg>
        <pc:grpChg chg="del">
          <ac:chgData name="이 은찬" userId="7171d596-a1e6-43c2-b263-57fdfdab9399" providerId="ADAL" clId="{7241B469-6F7B-4CDE-BA0B-9A3409BB4834}" dt="2026-10-03T08:01:18.983" v="3552" actId="478"/>
          <ac:grpSpMkLst>
            <pc:docMk/>
            <pc:sldMk cId="298462454" sldId="289"/>
            <ac:grpSpMk id="14" creationId="{A4746484-6F7D-0AE4-91D1-A8BB697D1679}"/>
          </ac:grpSpMkLst>
        </pc:grpChg>
        <pc:picChg chg="add mod">
          <ac:chgData name="이 은찬" userId="7171d596-a1e6-43c2-b263-57fdfdab9399" providerId="ADAL" clId="{7241B469-6F7B-4CDE-BA0B-9A3409BB4834}" dt="2026-10-03T08:04:54.827" v="3594" actId="14100"/>
          <ac:picMkLst>
            <pc:docMk/>
            <pc:sldMk cId="298462454" sldId="289"/>
            <ac:picMk id="3" creationId="{448490BA-029E-D71D-ACF7-2A98E5DDBCC6}"/>
          </ac:picMkLst>
        </pc:picChg>
        <pc:picChg chg="del">
          <ac:chgData name="이 은찬" userId="7171d596-a1e6-43c2-b263-57fdfdab9399" providerId="ADAL" clId="{7241B469-6F7B-4CDE-BA0B-9A3409BB4834}" dt="2026-10-03T08:01:18.983" v="3552" actId="478"/>
          <ac:picMkLst>
            <pc:docMk/>
            <pc:sldMk cId="298462454" sldId="289"/>
            <ac:picMk id="22" creationId="{76B7DBFA-EC9B-F929-B9D2-08AE42C10F91}"/>
          </ac:picMkLst>
        </pc:picChg>
      </pc:sldChg>
      <pc:sldChg chg="addSp delSp modSp add del mod">
        <pc:chgData name="이 은찬" userId="7171d596-a1e6-43c2-b263-57fdfdab9399" providerId="ADAL" clId="{7241B469-6F7B-4CDE-BA0B-9A3409BB4834}" dt="2026-10-03T09:15:01.165" v="5350" actId="47"/>
        <pc:sldMkLst>
          <pc:docMk/>
          <pc:sldMk cId="2843761646" sldId="290"/>
        </pc:sldMkLst>
        <pc:spChg chg="add mod">
          <ac:chgData name="이 은찬" userId="7171d596-a1e6-43c2-b263-57fdfdab9399" providerId="ADAL" clId="{7241B469-6F7B-4CDE-BA0B-9A3409BB4834}" dt="2026-10-03T08:11:03.047" v="3842" actId="207"/>
          <ac:spMkLst>
            <pc:docMk/>
            <pc:sldMk cId="2843761646" sldId="290"/>
            <ac:spMk id="4" creationId="{90E2EE6F-5F67-2748-CD2A-154DF2E2EE0F}"/>
          </ac:spMkLst>
        </pc:spChg>
        <pc:spChg chg="mod">
          <ac:chgData name="이 은찬" userId="7171d596-a1e6-43c2-b263-57fdfdab9399" providerId="ADAL" clId="{7241B469-6F7B-4CDE-BA0B-9A3409BB4834}" dt="2026-10-03T08:11:59.686" v="3845" actId="20577"/>
          <ac:spMkLst>
            <pc:docMk/>
            <pc:sldMk cId="2843761646" sldId="290"/>
            <ac:spMk id="8" creationId="{00000000-0000-0000-0000-000000000000}"/>
          </ac:spMkLst>
        </pc:spChg>
        <pc:spChg chg="mod">
          <ac:chgData name="이 은찬" userId="7171d596-a1e6-43c2-b263-57fdfdab9399" providerId="ADAL" clId="{7241B469-6F7B-4CDE-BA0B-9A3409BB4834}" dt="2026-10-03T08:06:44.251" v="3689" actId="20577"/>
          <ac:spMkLst>
            <pc:docMk/>
            <pc:sldMk cId="2843761646" sldId="290"/>
            <ac:spMk id="29" creationId="{A62A6DE8-A1F9-6F73-ACB6-86786FD63B50}"/>
          </ac:spMkLst>
        </pc:spChg>
        <pc:spChg chg="mod">
          <ac:chgData name="이 은찬" userId="7171d596-a1e6-43c2-b263-57fdfdab9399" providerId="ADAL" clId="{7241B469-6F7B-4CDE-BA0B-9A3409BB4834}" dt="2026-10-03T08:06:12.678" v="3609" actId="20577"/>
          <ac:spMkLst>
            <pc:docMk/>
            <pc:sldMk cId="2843761646" sldId="290"/>
            <ac:spMk id="31" creationId="{C03F09F3-36C3-A1E2-BBA6-B2B1A807FCEE}"/>
          </ac:spMkLst>
        </pc:spChg>
        <pc:picChg chg="add mod modCrop">
          <ac:chgData name="이 은찬" userId="7171d596-a1e6-43c2-b263-57fdfdab9399" providerId="ADAL" clId="{7241B469-6F7B-4CDE-BA0B-9A3409BB4834}" dt="2026-10-03T08:09:25.748" v="3707" actId="14100"/>
          <ac:picMkLst>
            <pc:docMk/>
            <pc:sldMk cId="2843761646" sldId="290"/>
            <ac:picMk id="2" creationId="{7C910491-06F3-AF9E-DE68-FFB7C61DD673}"/>
          </ac:picMkLst>
        </pc:picChg>
        <pc:picChg chg="del">
          <ac:chgData name="이 은찬" userId="7171d596-a1e6-43c2-b263-57fdfdab9399" providerId="ADAL" clId="{7241B469-6F7B-4CDE-BA0B-9A3409BB4834}" dt="2026-10-03T08:06:09.270" v="3607" actId="478"/>
          <ac:picMkLst>
            <pc:docMk/>
            <pc:sldMk cId="2843761646" sldId="290"/>
            <ac:picMk id="3" creationId="{448490BA-029E-D71D-ACF7-2A98E5DDBCC6}"/>
          </ac:picMkLst>
        </pc:picChg>
      </pc:sldChg>
      <pc:sldChg chg="addSp delSp modSp add del mod">
        <pc:chgData name="이 은찬" userId="7171d596-a1e6-43c2-b263-57fdfdab9399" providerId="ADAL" clId="{7241B469-6F7B-4CDE-BA0B-9A3409BB4834}" dt="2026-10-03T09:15:57.289" v="5360" actId="47"/>
        <pc:sldMkLst>
          <pc:docMk/>
          <pc:sldMk cId="296720574" sldId="291"/>
        </pc:sldMkLst>
        <pc:spChg chg="del">
          <ac:chgData name="이 은찬" userId="7171d596-a1e6-43c2-b263-57fdfdab9399" providerId="ADAL" clId="{7241B469-6F7B-4CDE-BA0B-9A3409BB4834}" dt="2026-10-03T08:14:28.394" v="4018" actId="478"/>
          <ac:spMkLst>
            <pc:docMk/>
            <pc:sldMk cId="296720574" sldId="291"/>
            <ac:spMk id="4" creationId="{90E2EE6F-5F67-2748-CD2A-154DF2E2EE0F}"/>
          </ac:spMkLst>
        </pc:spChg>
        <pc:spChg chg="mod">
          <ac:chgData name="이 은찬" userId="7171d596-a1e6-43c2-b263-57fdfdab9399" providerId="ADAL" clId="{7241B469-6F7B-4CDE-BA0B-9A3409BB4834}" dt="2026-10-03T08:12:06.864" v="3846"/>
          <ac:spMkLst>
            <pc:docMk/>
            <pc:sldMk cId="296720574" sldId="291"/>
            <ac:spMk id="8" creationId="{00000000-0000-0000-0000-000000000000}"/>
          </ac:spMkLst>
        </pc:spChg>
        <pc:spChg chg="mod">
          <ac:chgData name="이 은찬" userId="7171d596-a1e6-43c2-b263-57fdfdab9399" providerId="ADAL" clId="{7241B469-6F7B-4CDE-BA0B-9A3409BB4834}" dt="2026-10-03T08:21:11.767" v="4318" actId="207"/>
          <ac:spMkLst>
            <pc:docMk/>
            <pc:sldMk cId="296720574" sldId="291"/>
            <ac:spMk id="29" creationId="{A62A6DE8-A1F9-6F73-ACB6-86786FD63B50}"/>
          </ac:spMkLst>
        </pc:spChg>
        <pc:spChg chg="mod">
          <ac:chgData name="이 은찬" userId="7171d596-a1e6-43c2-b263-57fdfdab9399" providerId="ADAL" clId="{7241B469-6F7B-4CDE-BA0B-9A3409BB4834}" dt="2026-10-03T08:13:08.295" v="3848" actId="20577"/>
          <ac:spMkLst>
            <pc:docMk/>
            <pc:sldMk cId="296720574" sldId="291"/>
            <ac:spMk id="31" creationId="{C03F09F3-36C3-A1E2-BBA6-B2B1A807FCEE}"/>
          </ac:spMkLst>
        </pc:spChg>
        <pc:graphicFrameChg chg="add mod modGraphic">
          <ac:chgData name="이 은찬" userId="7171d596-a1e6-43c2-b263-57fdfdab9399" providerId="ADAL" clId="{7241B469-6F7B-4CDE-BA0B-9A3409BB4834}" dt="2026-10-03T09:12:00.971" v="5206" actId="20577"/>
          <ac:graphicFrameMkLst>
            <pc:docMk/>
            <pc:sldMk cId="296720574" sldId="291"/>
            <ac:graphicFrameMk id="3" creationId="{4FBD5310-791A-2D22-68DD-D5011ED6BADE}"/>
          </ac:graphicFrameMkLst>
        </pc:graphicFrameChg>
        <pc:picChg chg="del">
          <ac:chgData name="이 은찬" userId="7171d596-a1e6-43c2-b263-57fdfdab9399" providerId="ADAL" clId="{7241B469-6F7B-4CDE-BA0B-9A3409BB4834}" dt="2026-10-03T08:14:28.855" v="4019" actId="478"/>
          <ac:picMkLst>
            <pc:docMk/>
            <pc:sldMk cId="296720574" sldId="291"/>
            <ac:picMk id="2" creationId="{7C910491-06F3-AF9E-DE68-FFB7C61DD673}"/>
          </ac:picMkLst>
        </pc:picChg>
      </pc:sldChg>
      <pc:sldChg chg="modSp add del mod">
        <pc:chgData name="이 은찬" userId="7171d596-a1e6-43c2-b263-57fdfdab9399" providerId="ADAL" clId="{7241B469-6F7B-4CDE-BA0B-9A3409BB4834}" dt="2026-10-03T08:25:01.752" v="4434" actId="47"/>
        <pc:sldMkLst>
          <pc:docMk/>
          <pc:sldMk cId="1678362350" sldId="292"/>
        </pc:sldMkLst>
        <pc:spChg chg="mod">
          <ac:chgData name="이 은찬" userId="7171d596-a1e6-43c2-b263-57fdfdab9399" providerId="ADAL" clId="{7241B469-6F7B-4CDE-BA0B-9A3409BB4834}" dt="2026-10-03T08:15:57.075" v="4056"/>
          <ac:spMkLst>
            <pc:docMk/>
            <pc:sldMk cId="1678362350" sldId="292"/>
            <ac:spMk id="29" creationId="{A62A6DE8-A1F9-6F73-ACB6-86786FD63B50}"/>
          </ac:spMkLst>
        </pc:spChg>
      </pc:sldChg>
      <pc:sldChg chg="modSp add del mod">
        <pc:chgData name="이 은찬" userId="7171d596-a1e6-43c2-b263-57fdfdab9399" providerId="ADAL" clId="{7241B469-6F7B-4CDE-BA0B-9A3409BB4834}" dt="2026-10-03T09:15:58.179" v="5361" actId="47"/>
        <pc:sldMkLst>
          <pc:docMk/>
          <pc:sldMk cId="2027176658" sldId="293"/>
        </pc:sldMkLst>
        <pc:spChg chg="mod">
          <ac:chgData name="이 은찬" userId="7171d596-a1e6-43c2-b263-57fdfdab9399" providerId="ADAL" clId="{7241B469-6F7B-4CDE-BA0B-9A3409BB4834}" dt="2026-10-03T08:21:24.767" v="4320" actId="207"/>
          <ac:spMkLst>
            <pc:docMk/>
            <pc:sldMk cId="2027176658" sldId="293"/>
            <ac:spMk id="29" creationId="{A62A6DE8-A1F9-6F73-ACB6-86786FD63B50}"/>
          </ac:spMkLst>
        </pc:spChg>
        <pc:spChg chg="mod">
          <ac:chgData name="이 은찬" userId="7171d596-a1e6-43c2-b263-57fdfdab9399" providerId="ADAL" clId="{7241B469-6F7B-4CDE-BA0B-9A3409BB4834}" dt="2026-10-03T08:21:30.846" v="4323" actId="20577"/>
          <ac:spMkLst>
            <pc:docMk/>
            <pc:sldMk cId="2027176658" sldId="293"/>
            <ac:spMk id="31" creationId="{C03F09F3-36C3-A1E2-BBA6-B2B1A807FCEE}"/>
          </ac:spMkLst>
        </pc:spChg>
        <pc:graphicFrameChg chg="modGraphic">
          <ac:chgData name="이 은찬" userId="7171d596-a1e6-43c2-b263-57fdfdab9399" providerId="ADAL" clId="{7241B469-6F7B-4CDE-BA0B-9A3409BB4834}" dt="2026-10-03T09:12:06.282" v="5213" actId="20577"/>
          <ac:graphicFrameMkLst>
            <pc:docMk/>
            <pc:sldMk cId="2027176658" sldId="293"/>
            <ac:graphicFrameMk id="3" creationId="{4FBD5310-791A-2D22-68DD-D5011ED6BADE}"/>
          </ac:graphicFrameMkLst>
        </pc:graphicFrameChg>
      </pc:sldChg>
      <pc:sldChg chg="addSp delSp modSp add mod">
        <pc:chgData name="이 은찬" userId="7171d596-a1e6-43c2-b263-57fdfdab9399" providerId="ADAL" clId="{7241B469-6F7B-4CDE-BA0B-9A3409BB4834}" dt="2026-10-04T09:38:10.927" v="5398" actId="404"/>
        <pc:sldMkLst>
          <pc:docMk/>
          <pc:sldMk cId="2768174384" sldId="294"/>
        </pc:sldMkLst>
        <pc:spChg chg="mod">
          <ac:chgData name="이 은찬" userId="7171d596-a1e6-43c2-b263-57fdfdab9399" providerId="ADAL" clId="{7241B469-6F7B-4CDE-BA0B-9A3409BB4834}" dt="2026-10-03T08:37:09.352" v="4951" actId="20577"/>
          <ac:spMkLst>
            <pc:docMk/>
            <pc:sldMk cId="2768174384" sldId="294"/>
            <ac:spMk id="2" creationId="{BD2BA96E-A503-E600-DCB9-64F97FC65F5D}"/>
          </ac:spMkLst>
        </pc:spChg>
        <pc:spChg chg="add mod">
          <ac:chgData name="이 은찬" userId="7171d596-a1e6-43c2-b263-57fdfdab9399" providerId="ADAL" clId="{7241B469-6F7B-4CDE-BA0B-9A3409BB4834}" dt="2026-10-04T09:37:56.880" v="5392"/>
          <ac:spMkLst>
            <pc:docMk/>
            <pc:sldMk cId="2768174384" sldId="294"/>
            <ac:spMk id="4" creationId="{47E032CB-13BD-F356-D4AB-2DC4A1F4CE6B}"/>
          </ac:spMkLst>
        </pc:spChg>
        <pc:spChg chg="add">
          <ac:chgData name="이 은찬" userId="7171d596-a1e6-43c2-b263-57fdfdab9399" providerId="ADAL" clId="{7241B469-6F7B-4CDE-BA0B-9A3409BB4834}" dt="2026-10-03T08:39:49.004" v="4967"/>
          <ac:spMkLst>
            <pc:docMk/>
            <pc:sldMk cId="2768174384" sldId="294"/>
            <ac:spMk id="4" creationId="{A09F3E78-DA3E-CE77-9FD7-8CE1F45E2F68}"/>
          </ac:spMkLst>
        </pc:spChg>
        <pc:spChg chg="add del mod">
          <ac:chgData name="이 은찬" userId="7171d596-a1e6-43c2-b263-57fdfdab9399" providerId="ADAL" clId="{7241B469-6F7B-4CDE-BA0B-9A3409BB4834}" dt="2026-10-04T09:38:05.581" v="5396" actId="478"/>
          <ac:spMkLst>
            <pc:docMk/>
            <pc:sldMk cId="2768174384" sldId="294"/>
            <ac:spMk id="5" creationId="{36F01CF9-697C-86F4-0070-049A271337E8}"/>
          </ac:spMkLst>
        </pc:spChg>
        <pc:spChg chg="add del mod">
          <ac:chgData name="이 은찬" userId="7171d596-a1e6-43c2-b263-57fdfdab9399" providerId="ADAL" clId="{7241B469-6F7B-4CDE-BA0B-9A3409BB4834}" dt="2026-10-04T09:38:04.441" v="5395" actId="478"/>
          <ac:spMkLst>
            <pc:docMk/>
            <pc:sldMk cId="2768174384" sldId="294"/>
            <ac:spMk id="6" creationId="{4D0EF130-8092-9CD2-6FA9-18B44D6EE7A6}"/>
          </ac:spMkLst>
        </pc:spChg>
        <pc:spChg chg="add">
          <ac:chgData name="이 은찬" userId="7171d596-a1e6-43c2-b263-57fdfdab9399" providerId="ADAL" clId="{7241B469-6F7B-4CDE-BA0B-9A3409BB4834}" dt="2026-10-03T08:40:32.569" v="4996"/>
          <ac:spMkLst>
            <pc:docMk/>
            <pc:sldMk cId="2768174384" sldId="294"/>
            <ac:spMk id="7" creationId="{FA614384-94F2-B019-A517-A59F878E3CE0}"/>
          </ac:spMkLst>
        </pc:spChg>
        <pc:spChg chg="mod">
          <ac:chgData name="이 은찬" userId="7171d596-a1e6-43c2-b263-57fdfdab9399" providerId="ADAL" clId="{7241B469-6F7B-4CDE-BA0B-9A3409BB4834}" dt="2026-10-04T09:38:10.927" v="5398" actId="404"/>
          <ac:spMkLst>
            <pc:docMk/>
            <pc:sldMk cId="2768174384" sldId="294"/>
            <ac:spMk id="17" creationId="{0F69B248-1DA2-0830-8560-4D249201B6E7}"/>
          </ac:spMkLst>
        </pc:spChg>
        <pc:picChg chg="add mod">
          <ac:chgData name="이 은찬" userId="7171d596-a1e6-43c2-b263-57fdfdab9399" providerId="ADAL" clId="{7241B469-6F7B-4CDE-BA0B-9A3409BB4834}" dt="2026-10-03T08:40:28.012" v="4994" actId="14100"/>
          <ac:picMkLst>
            <pc:docMk/>
            <pc:sldMk cId="2768174384" sldId="294"/>
            <ac:picMk id="5" creationId="{CF43EE52-6C1B-6107-2AB5-E39BBF98D5C0}"/>
          </ac:picMkLst>
        </pc:picChg>
        <pc:picChg chg="add del">
          <ac:chgData name="이 은찬" userId="7171d596-a1e6-43c2-b263-57fdfdab9399" providerId="ADAL" clId="{7241B469-6F7B-4CDE-BA0B-9A3409BB4834}" dt="2026-10-03T08:40:51.739" v="5003" actId="478"/>
          <ac:picMkLst>
            <pc:docMk/>
            <pc:sldMk cId="2768174384" sldId="294"/>
            <ac:picMk id="6" creationId="{6520D954-91D7-A924-485A-EE52AEC0CE35}"/>
          </ac:picMkLst>
        </pc:picChg>
        <pc:picChg chg="add del mod">
          <ac:chgData name="이 은찬" userId="7171d596-a1e6-43c2-b263-57fdfdab9399" providerId="ADAL" clId="{7241B469-6F7B-4CDE-BA0B-9A3409BB4834}" dt="2026-10-03T08:40:51.120" v="5002" actId="478"/>
          <ac:picMkLst>
            <pc:docMk/>
            <pc:sldMk cId="2768174384" sldId="294"/>
            <ac:picMk id="10" creationId="{C200ED30-01C9-FE85-A298-F335E612CECE}"/>
          </ac:picMkLst>
        </pc:picChg>
        <pc:picChg chg="add mod">
          <ac:chgData name="이 은찬" userId="7171d596-a1e6-43c2-b263-57fdfdab9399" providerId="ADAL" clId="{7241B469-6F7B-4CDE-BA0B-9A3409BB4834}" dt="2026-10-03T08:41:06.160" v="5014" actId="1036"/>
          <ac:picMkLst>
            <pc:docMk/>
            <pc:sldMk cId="2768174384" sldId="294"/>
            <ac:picMk id="11" creationId="{493018B0-CE4A-D0BF-446D-44B1EFCA6D20}"/>
          </ac:picMkLst>
        </pc:picChg>
      </pc:sldChg>
      <pc:sldChg chg="addSp delSp modSp add mod">
        <pc:chgData name="이 은찬" userId="7171d596-a1e6-43c2-b263-57fdfdab9399" providerId="ADAL" clId="{7241B469-6F7B-4CDE-BA0B-9A3409BB4834}" dt="2026-10-04T14:07:57.564" v="5402" actId="20577"/>
        <pc:sldMkLst>
          <pc:docMk/>
          <pc:sldMk cId="1866115114" sldId="295"/>
        </pc:sldMkLst>
        <pc:spChg chg="mod">
          <ac:chgData name="이 은찬" userId="7171d596-a1e6-43c2-b263-57fdfdab9399" providerId="ADAL" clId="{7241B469-6F7B-4CDE-BA0B-9A3409BB4834}" dt="2026-10-03T09:14:06.588" v="5342"/>
          <ac:spMkLst>
            <pc:docMk/>
            <pc:sldMk cId="1866115114" sldId="295"/>
            <ac:spMk id="4" creationId="{68D14474-16FC-D441-48A8-F31FB7A78B87}"/>
          </ac:spMkLst>
        </pc:spChg>
        <pc:spChg chg="mod">
          <ac:chgData name="이 은찬" userId="7171d596-a1e6-43c2-b263-57fdfdab9399" providerId="ADAL" clId="{7241B469-6F7B-4CDE-BA0B-9A3409BB4834}" dt="2026-10-03T09:14:06.588" v="5342"/>
          <ac:spMkLst>
            <pc:docMk/>
            <pc:sldMk cId="1866115114" sldId="295"/>
            <ac:spMk id="5" creationId="{5F1D2E85-6331-9698-7ACF-7480B5278E9D}"/>
          </ac:spMkLst>
        </pc:spChg>
        <pc:spChg chg="mod">
          <ac:chgData name="이 은찬" userId="7171d596-a1e6-43c2-b263-57fdfdab9399" providerId="ADAL" clId="{7241B469-6F7B-4CDE-BA0B-9A3409BB4834}" dt="2026-10-03T09:14:06.588" v="5342"/>
          <ac:spMkLst>
            <pc:docMk/>
            <pc:sldMk cId="1866115114" sldId="295"/>
            <ac:spMk id="6" creationId="{3B5653CC-EA61-2060-5932-9F108B8492C8}"/>
          </ac:spMkLst>
        </pc:spChg>
        <pc:spChg chg="mod">
          <ac:chgData name="이 은찬" userId="7171d596-a1e6-43c2-b263-57fdfdab9399" providerId="ADAL" clId="{7241B469-6F7B-4CDE-BA0B-9A3409BB4834}" dt="2026-10-04T14:07:57.564" v="5402" actId="20577"/>
          <ac:spMkLst>
            <pc:docMk/>
            <pc:sldMk cId="1866115114" sldId="295"/>
            <ac:spMk id="8" creationId="{00000000-0000-0000-0000-000000000000}"/>
          </ac:spMkLst>
        </pc:spChg>
        <pc:spChg chg="del">
          <ac:chgData name="이 은찬" userId="7171d596-a1e6-43c2-b263-57fdfdab9399" providerId="ADAL" clId="{7241B469-6F7B-4CDE-BA0B-9A3409BB4834}" dt="2026-10-03T09:14:06.018" v="5341" actId="478"/>
          <ac:spMkLst>
            <pc:docMk/>
            <pc:sldMk cId="1866115114" sldId="295"/>
            <ac:spMk id="11" creationId="{43B165CF-36A7-3724-8E7A-66ACF57BBAF9}"/>
          </ac:spMkLst>
        </pc:spChg>
        <pc:spChg chg="del">
          <ac:chgData name="이 은찬" userId="7171d596-a1e6-43c2-b263-57fdfdab9399" providerId="ADAL" clId="{7241B469-6F7B-4CDE-BA0B-9A3409BB4834}" dt="2026-10-03T09:14:06.018" v="5341" actId="478"/>
          <ac:spMkLst>
            <pc:docMk/>
            <pc:sldMk cId="1866115114" sldId="295"/>
            <ac:spMk id="13" creationId="{CAFD687C-756C-9E1E-631D-C4ABC19A009D}"/>
          </ac:spMkLst>
        </pc:spChg>
        <pc:spChg chg="add del">
          <ac:chgData name="이 은찬" userId="7171d596-a1e6-43c2-b263-57fdfdab9399" providerId="ADAL" clId="{7241B469-6F7B-4CDE-BA0B-9A3409BB4834}" dt="2026-10-04T09:37:38.536" v="5389" actId="22"/>
          <ac:spMkLst>
            <pc:docMk/>
            <pc:sldMk cId="1866115114" sldId="295"/>
            <ac:spMk id="13" creationId="{FB11ABD8-0488-9C7F-86D7-61DD332EFC57}"/>
          </ac:spMkLst>
        </pc:spChg>
        <pc:spChg chg="add mod">
          <ac:chgData name="이 은찬" userId="7171d596-a1e6-43c2-b263-57fdfdab9399" providerId="ADAL" clId="{7241B469-6F7B-4CDE-BA0B-9A3409BB4834}" dt="2026-10-04T09:37:50.004" v="5391" actId="1076"/>
          <ac:spMkLst>
            <pc:docMk/>
            <pc:sldMk cId="1866115114" sldId="295"/>
            <ac:spMk id="14" creationId="{0F2FDCAC-B71B-6254-19B5-BBBC086503F9}"/>
          </ac:spMkLst>
        </pc:spChg>
        <pc:spChg chg="del">
          <ac:chgData name="이 은찬" userId="7171d596-a1e6-43c2-b263-57fdfdab9399" providerId="ADAL" clId="{7241B469-6F7B-4CDE-BA0B-9A3409BB4834}" dt="2026-10-03T09:14:06.018" v="5341" actId="478"/>
          <ac:spMkLst>
            <pc:docMk/>
            <pc:sldMk cId="1866115114" sldId="295"/>
            <ac:spMk id="20" creationId="{CCD8B4FA-E154-3389-368E-F2271CB098FE}"/>
          </ac:spMkLst>
        </pc:spChg>
        <pc:spChg chg="del">
          <ac:chgData name="이 은찬" userId="7171d596-a1e6-43c2-b263-57fdfdab9399" providerId="ADAL" clId="{7241B469-6F7B-4CDE-BA0B-9A3409BB4834}" dt="2026-10-03T09:14:06.018" v="5341" actId="478"/>
          <ac:spMkLst>
            <pc:docMk/>
            <pc:sldMk cId="1866115114" sldId="295"/>
            <ac:spMk id="23" creationId="{0D6B8125-2256-EC3E-8E0C-94466408A0F9}"/>
          </ac:spMkLst>
        </pc:spChg>
        <pc:grpChg chg="add mod">
          <ac:chgData name="이 은찬" userId="7171d596-a1e6-43c2-b263-57fdfdab9399" providerId="ADAL" clId="{7241B469-6F7B-4CDE-BA0B-9A3409BB4834}" dt="2026-10-03T09:14:06.588" v="5342"/>
          <ac:grpSpMkLst>
            <pc:docMk/>
            <pc:sldMk cId="1866115114" sldId="295"/>
            <ac:grpSpMk id="2" creationId="{56D603D2-E3F2-83EB-4760-A46EDB12C1B3}"/>
          </ac:grpSpMkLst>
        </pc:grpChg>
        <pc:grpChg chg="mod">
          <ac:chgData name="이 은찬" userId="7171d596-a1e6-43c2-b263-57fdfdab9399" providerId="ADAL" clId="{7241B469-6F7B-4CDE-BA0B-9A3409BB4834}" dt="2026-10-03T09:14:06.588" v="5342"/>
          <ac:grpSpMkLst>
            <pc:docMk/>
            <pc:sldMk cId="1866115114" sldId="295"/>
            <ac:grpSpMk id="3" creationId="{355C0928-0C25-D321-30E1-76867C4DC0D1}"/>
          </ac:grpSpMkLst>
        </pc:grpChg>
        <pc:grpChg chg="del">
          <ac:chgData name="이 은찬" userId="7171d596-a1e6-43c2-b263-57fdfdab9399" providerId="ADAL" clId="{7241B469-6F7B-4CDE-BA0B-9A3409BB4834}" dt="2026-10-03T09:14:06.018" v="5341" actId="478"/>
          <ac:grpSpMkLst>
            <pc:docMk/>
            <pc:sldMk cId="1866115114" sldId="295"/>
            <ac:grpSpMk id="14" creationId="{A4746484-6F7D-0AE4-91D1-A8BB697D1679}"/>
          </ac:grpSpMkLst>
        </pc:grpChg>
        <pc:grpChg chg="del">
          <ac:chgData name="이 은찬" userId="7171d596-a1e6-43c2-b263-57fdfdab9399" providerId="ADAL" clId="{7241B469-6F7B-4CDE-BA0B-9A3409BB4834}" dt="2026-10-03T09:14:06.018" v="5341" actId="478"/>
          <ac:grpSpMkLst>
            <pc:docMk/>
            <pc:sldMk cId="1866115114" sldId="295"/>
            <ac:grpSpMk id="27" creationId="{50E4FE5F-8FE3-5771-A904-D3CD8879301B}"/>
          </ac:grpSpMkLst>
        </pc:grpChg>
        <pc:picChg chg="add mod">
          <ac:chgData name="이 은찬" userId="7171d596-a1e6-43c2-b263-57fdfdab9399" providerId="ADAL" clId="{7241B469-6F7B-4CDE-BA0B-9A3409BB4834}" dt="2026-10-03T09:14:06.588" v="5342"/>
          <ac:picMkLst>
            <pc:docMk/>
            <pc:sldMk cId="1866115114" sldId="295"/>
            <ac:picMk id="7" creationId="{A2C44543-E194-81EA-9A50-8AC7958A8F17}"/>
          </ac:picMkLst>
        </pc:picChg>
        <pc:picChg chg="del">
          <ac:chgData name="이 은찬" userId="7171d596-a1e6-43c2-b263-57fdfdab9399" providerId="ADAL" clId="{7241B469-6F7B-4CDE-BA0B-9A3409BB4834}" dt="2026-10-03T09:14:06.018" v="5341" actId="478"/>
          <ac:picMkLst>
            <pc:docMk/>
            <pc:sldMk cId="1866115114" sldId="295"/>
            <ac:picMk id="22" creationId="{76B7DBFA-EC9B-F929-B9D2-08AE42C10F91}"/>
          </ac:picMkLst>
        </pc:picChg>
      </pc:sldChg>
      <pc:sldChg chg="addSp delSp modSp add mod">
        <pc:chgData name="이 은찬" userId="7171d596-a1e6-43c2-b263-57fdfdab9399" providerId="ADAL" clId="{7241B469-6F7B-4CDE-BA0B-9A3409BB4834}" dt="2026-10-04T14:07:54.580" v="5401" actId="20577"/>
        <pc:sldMkLst>
          <pc:docMk/>
          <pc:sldMk cId="4075735417" sldId="296"/>
        </pc:sldMkLst>
        <pc:spChg chg="mod">
          <ac:chgData name="이 은찬" userId="7171d596-a1e6-43c2-b263-57fdfdab9399" providerId="ADAL" clId="{7241B469-6F7B-4CDE-BA0B-9A3409BB4834}" dt="2026-10-04T14:07:54.580" v="5401" actId="20577"/>
          <ac:spMkLst>
            <pc:docMk/>
            <pc:sldMk cId="4075735417" sldId="296"/>
            <ac:spMk id="8" creationId="{00000000-0000-0000-0000-000000000000}"/>
          </ac:spMkLst>
        </pc:spChg>
        <pc:spChg chg="mod">
          <ac:chgData name="이 은찬" userId="7171d596-a1e6-43c2-b263-57fdfdab9399" providerId="ADAL" clId="{7241B469-6F7B-4CDE-BA0B-9A3409BB4834}" dt="2026-10-03T09:14:34.174" v="5346"/>
          <ac:spMkLst>
            <pc:docMk/>
            <pc:sldMk cId="4075735417" sldId="296"/>
            <ac:spMk id="14" creationId="{7ED4DFF5-F841-CE68-CE5C-2DCAF3B4208D}"/>
          </ac:spMkLst>
        </pc:spChg>
        <pc:spChg chg="mod">
          <ac:chgData name="이 은찬" userId="7171d596-a1e6-43c2-b263-57fdfdab9399" providerId="ADAL" clId="{7241B469-6F7B-4CDE-BA0B-9A3409BB4834}" dt="2026-10-03T09:14:34.174" v="5346"/>
          <ac:spMkLst>
            <pc:docMk/>
            <pc:sldMk cId="4075735417" sldId="296"/>
            <ac:spMk id="15" creationId="{B85FEB0C-5CAC-D3B0-9602-3EB7424835CF}"/>
          </ac:spMkLst>
        </pc:spChg>
        <pc:spChg chg="mod">
          <ac:chgData name="이 은찬" userId="7171d596-a1e6-43c2-b263-57fdfdab9399" providerId="ADAL" clId="{7241B469-6F7B-4CDE-BA0B-9A3409BB4834}" dt="2026-10-03T09:14:34.174" v="5346"/>
          <ac:spMkLst>
            <pc:docMk/>
            <pc:sldMk cId="4075735417" sldId="296"/>
            <ac:spMk id="16" creationId="{D10DBB7F-421E-3DC9-5590-0BDC6E2B9C0D}"/>
          </ac:spMkLst>
        </pc:spChg>
        <pc:spChg chg="add mod">
          <ac:chgData name="이 은찬" userId="7171d596-a1e6-43c2-b263-57fdfdab9399" providerId="ADAL" clId="{7241B469-6F7B-4CDE-BA0B-9A3409BB4834}" dt="2026-10-03T09:14:34.174" v="5346"/>
          <ac:spMkLst>
            <pc:docMk/>
            <pc:sldMk cId="4075735417" sldId="296"/>
            <ac:spMk id="18" creationId="{59080EF4-7940-B39F-7B30-F8692B6790BC}"/>
          </ac:spMkLst>
        </pc:spChg>
        <pc:grpChg chg="del">
          <ac:chgData name="이 은찬" userId="7171d596-a1e6-43c2-b263-57fdfdab9399" providerId="ADAL" clId="{7241B469-6F7B-4CDE-BA0B-9A3409BB4834}" dt="2026-10-03T09:14:26.087" v="5345" actId="478"/>
          <ac:grpSpMkLst>
            <pc:docMk/>
            <pc:sldMk cId="4075735417" sldId="296"/>
            <ac:grpSpMk id="2" creationId="{56D603D2-E3F2-83EB-4760-A46EDB12C1B3}"/>
          </ac:grpSpMkLst>
        </pc:grpChg>
        <pc:grpChg chg="add mod">
          <ac:chgData name="이 은찬" userId="7171d596-a1e6-43c2-b263-57fdfdab9399" providerId="ADAL" clId="{7241B469-6F7B-4CDE-BA0B-9A3409BB4834}" dt="2026-10-03T09:14:34.174" v="5346"/>
          <ac:grpSpMkLst>
            <pc:docMk/>
            <pc:sldMk cId="4075735417" sldId="296"/>
            <ac:grpSpMk id="11" creationId="{E9AB9FCB-1401-ACCF-35CA-9AC913E7A45D}"/>
          </ac:grpSpMkLst>
        </pc:grpChg>
        <pc:grpChg chg="mod">
          <ac:chgData name="이 은찬" userId="7171d596-a1e6-43c2-b263-57fdfdab9399" providerId="ADAL" clId="{7241B469-6F7B-4CDE-BA0B-9A3409BB4834}" dt="2026-10-03T09:14:34.174" v="5346"/>
          <ac:grpSpMkLst>
            <pc:docMk/>
            <pc:sldMk cId="4075735417" sldId="296"/>
            <ac:grpSpMk id="13" creationId="{79173939-0B51-7D29-B503-CB2E894C2D3F}"/>
          </ac:grpSpMkLst>
        </pc:grpChg>
        <pc:picChg chg="del">
          <ac:chgData name="이 은찬" userId="7171d596-a1e6-43c2-b263-57fdfdab9399" providerId="ADAL" clId="{7241B469-6F7B-4CDE-BA0B-9A3409BB4834}" dt="2026-10-03T09:14:26.087" v="5345" actId="478"/>
          <ac:picMkLst>
            <pc:docMk/>
            <pc:sldMk cId="4075735417" sldId="296"/>
            <ac:picMk id="7" creationId="{A2C44543-E194-81EA-9A50-8AC7958A8F17}"/>
          </ac:picMkLst>
        </pc:picChg>
        <pc:picChg chg="add mod">
          <ac:chgData name="이 은찬" userId="7171d596-a1e6-43c2-b263-57fdfdab9399" providerId="ADAL" clId="{7241B469-6F7B-4CDE-BA0B-9A3409BB4834}" dt="2026-10-03T09:14:34.174" v="5346"/>
          <ac:picMkLst>
            <pc:docMk/>
            <pc:sldMk cId="4075735417" sldId="296"/>
            <ac:picMk id="17" creationId="{3DD26137-46E6-CFEF-FC3F-645E0E9EF4E9}"/>
          </ac:picMkLst>
        </pc:picChg>
      </pc:sldChg>
      <pc:sldChg chg="addSp delSp modSp add mod">
        <pc:chgData name="이 은찬" userId="7171d596-a1e6-43c2-b263-57fdfdab9399" providerId="ADAL" clId="{7241B469-6F7B-4CDE-BA0B-9A3409BB4834}" dt="2026-10-24T07:13:22.510" v="5473"/>
        <pc:sldMkLst>
          <pc:docMk/>
          <pc:sldMk cId="3289749149" sldId="297"/>
        </pc:sldMkLst>
        <pc:spChg chg="mod">
          <ac:chgData name="이 은찬" userId="7171d596-a1e6-43c2-b263-57fdfdab9399" providerId="ADAL" clId="{7241B469-6F7B-4CDE-BA0B-9A3409BB4834}" dt="2026-10-03T09:15:44.583" v="5358"/>
          <ac:spMkLst>
            <pc:docMk/>
            <pc:sldMk cId="3289749149" sldId="297"/>
            <ac:spMk id="4" creationId="{2AE59EB0-42FF-E44C-ED06-BAC017ECC283}"/>
          </ac:spMkLst>
        </pc:spChg>
        <pc:spChg chg="mod">
          <ac:chgData name="이 은찬" userId="7171d596-a1e6-43c2-b263-57fdfdab9399" providerId="ADAL" clId="{7241B469-6F7B-4CDE-BA0B-9A3409BB4834}" dt="2026-10-03T09:15:44.583" v="5358"/>
          <ac:spMkLst>
            <pc:docMk/>
            <pc:sldMk cId="3289749149" sldId="297"/>
            <ac:spMk id="5" creationId="{60998722-D4FE-4AAA-26E2-AFF71C4868ED}"/>
          </ac:spMkLst>
        </pc:spChg>
        <pc:spChg chg="mod">
          <ac:chgData name="이 은찬" userId="7171d596-a1e6-43c2-b263-57fdfdab9399" providerId="ADAL" clId="{7241B469-6F7B-4CDE-BA0B-9A3409BB4834}" dt="2026-10-03T09:15:44.583" v="5358"/>
          <ac:spMkLst>
            <pc:docMk/>
            <pc:sldMk cId="3289749149" sldId="297"/>
            <ac:spMk id="6" creationId="{E6EEDB58-90ED-535F-FCEE-A97A5DAF3EBB}"/>
          </ac:spMkLst>
        </pc:spChg>
        <pc:spChg chg="mod">
          <ac:chgData name="이 은찬" userId="7171d596-a1e6-43c2-b263-57fdfdab9399" providerId="ADAL" clId="{7241B469-6F7B-4CDE-BA0B-9A3409BB4834}" dt="2026-10-04T14:07:51.252" v="5400" actId="20577"/>
          <ac:spMkLst>
            <pc:docMk/>
            <pc:sldMk cId="3289749149" sldId="297"/>
            <ac:spMk id="8" creationId="{00000000-0000-0000-0000-000000000000}"/>
          </ac:spMkLst>
        </pc:spChg>
        <pc:spChg chg="add del">
          <ac:chgData name="이 은찬" userId="7171d596-a1e6-43c2-b263-57fdfdab9399" providerId="ADAL" clId="{7241B469-6F7B-4CDE-BA0B-9A3409BB4834}" dt="2026-10-03T09:15:24.452" v="5354" actId="478"/>
          <ac:spMkLst>
            <pc:docMk/>
            <pc:sldMk cId="3289749149" sldId="297"/>
            <ac:spMk id="9" creationId="{00000000-0000-0000-0000-000000000000}"/>
          </ac:spMkLst>
        </pc:spChg>
        <pc:spChg chg="add del">
          <ac:chgData name="이 은찬" userId="7171d596-a1e6-43c2-b263-57fdfdab9399" providerId="ADAL" clId="{7241B469-6F7B-4CDE-BA0B-9A3409BB4834}" dt="2026-10-03T09:15:27.064" v="5355" actId="478"/>
          <ac:spMkLst>
            <pc:docMk/>
            <pc:sldMk cId="3289749149" sldId="297"/>
            <ac:spMk id="18" creationId="{59080EF4-7940-B39F-7B30-F8692B6790BC}"/>
          </ac:spMkLst>
        </pc:spChg>
        <pc:grpChg chg="add mod">
          <ac:chgData name="이 은찬" userId="7171d596-a1e6-43c2-b263-57fdfdab9399" providerId="ADAL" clId="{7241B469-6F7B-4CDE-BA0B-9A3409BB4834}" dt="2026-10-03T09:15:44.583" v="5358"/>
          <ac:grpSpMkLst>
            <pc:docMk/>
            <pc:sldMk cId="3289749149" sldId="297"/>
            <ac:grpSpMk id="2" creationId="{82DC8213-02E9-EE01-AE16-8C129CB73872}"/>
          </ac:grpSpMkLst>
        </pc:grpChg>
        <pc:grpChg chg="mod">
          <ac:chgData name="이 은찬" userId="7171d596-a1e6-43c2-b263-57fdfdab9399" providerId="ADAL" clId="{7241B469-6F7B-4CDE-BA0B-9A3409BB4834}" dt="2026-10-03T09:15:44.583" v="5358"/>
          <ac:grpSpMkLst>
            <pc:docMk/>
            <pc:sldMk cId="3289749149" sldId="297"/>
            <ac:grpSpMk id="3" creationId="{8886A5D5-D8A0-63A7-5BE9-2B89EF84970C}"/>
          </ac:grpSpMkLst>
        </pc:grpChg>
        <pc:grpChg chg="add del">
          <ac:chgData name="이 은찬" userId="7171d596-a1e6-43c2-b263-57fdfdab9399" providerId="ADAL" clId="{7241B469-6F7B-4CDE-BA0B-9A3409BB4834}" dt="2026-10-03T09:15:27.064" v="5355" actId="478"/>
          <ac:grpSpMkLst>
            <pc:docMk/>
            <pc:sldMk cId="3289749149" sldId="297"/>
            <ac:grpSpMk id="11" creationId="{E9AB9FCB-1401-ACCF-35CA-9AC913E7A45D}"/>
          </ac:grpSpMkLst>
        </pc:grpChg>
        <pc:graphicFrameChg chg="add mod">
          <ac:chgData name="이 은찬" userId="7171d596-a1e6-43c2-b263-57fdfdab9399" providerId="ADAL" clId="{7241B469-6F7B-4CDE-BA0B-9A3409BB4834}" dt="2026-10-24T07:13:22.510" v="5473"/>
          <ac:graphicFrameMkLst>
            <pc:docMk/>
            <pc:sldMk cId="3289749149" sldId="297"/>
            <ac:graphicFrameMk id="7" creationId="{4A3949E6-CEBE-0C27-3003-0984B5A6D6E3}"/>
          </ac:graphicFrameMkLst>
        </pc:graphicFrameChg>
        <pc:picChg chg="add del">
          <ac:chgData name="이 은찬" userId="7171d596-a1e6-43c2-b263-57fdfdab9399" providerId="ADAL" clId="{7241B469-6F7B-4CDE-BA0B-9A3409BB4834}" dt="2026-10-03T09:15:27.064" v="5355" actId="478"/>
          <ac:picMkLst>
            <pc:docMk/>
            <pc:sldMk cId="3289749149" sldId="297"/>
            <ac:picMk id="17" creationId="{3DD26137-46E6-CFEF-FC3F-645E0E9EF4E9}"/>
          </ac:picMkLst>
        </pc:picChg>
      </pc:sldChg>
      <pc:sldChg chg="add del">
        <pc:chgData name="이 은찬" userId="7171d596-a1e6-43c2-b263-57fdfdab9399" providerId="ADAL" clId="{7241B469-6F7B-4CDE-BA0B-9A3409BB4834}" dt="2026-10-03T09:15:32.890" v="5357" actId="47"/>
        <pc:sldMkLst>
          <pc:docMk/>
          <pc:sldMk cId="3521947670" sldId="298"/>
        </pc:sldMkLst>
      </pc:sldChg>
      <pc:sldChg chg="addSp modSp add mod">
        <pc:chgData name="이 은찬" userId="7171d596-a1e6-43c2-b263-57fdfdab9399" providerId="ADAL" clId="{7241B469-6F7B-4CDE-BA0B-9A3409BB4834}" dt="2026-10-24T07:13:07.982" v="5472"/>
        <pc:sldMkLst>
          <pc:docMk/>
          <pc:sldMk cId="834068119" sldId="299"/>
        </pc:sldMkLst>
        <pc:spChg chg="mod">
          <ac:chgData name="이 은찬" userId="7171d596-a1e6-43c2-b263-57fdfdab9399" providerId="ADAL" clId="{7241B469-6F7B-4CDE-BA0B-9A3409BB4834}" dt="2026-10-03T09:15:55.910" v="5359"/>
          <ac:spMkLst>
            <pc:docMk/>
            <pc:sldMk cId="834068119" sldId="299"/>
            <ac:spMk id="4" creationId="{17B400B7-43BF-F605-0D1F-D8BBFE2CAE87}"/>
          </ac:spMkLst>
        </pc:spChg>
        <pc:spChg chg="mod">
          <ac:chgData name="이 은찬" userId="7171d596-a1e6-43c2-b263-57fdfdab9399" providerId="ADAL" clId="{7241B469-6F7B-4CDE-BA0B-9A3409BB4834}" dt="2026-10-03T09:15:55.910" v="5359"/>
          <ac:spMkLst>
            <pc:docMk/>
            <pc:sldMk cId="834068119" sldId="299"/>
            <ac:spMk id="5" creationId="{B7CFC0CA-6DE1-9E96-4B82-0B39657007EC}"/>
          </ac:spMkLst>
        </pc:spChg>
        <pc:spChg chg="mod">
          <ac:chgData name="이 은찬" userId="7171d596-a1e6-43c2-b263-57fdfdab9399" providerId="ADAL" clId="{7241B469-6F7B-4CDE-BA0B-9A3409BB4834}" dt="2026-10-03T09:15:55.910" v="5359"/>
          <ac:spMkLst>
            <pc:docMk/>
            <pc:sldMk cId="834068119" sldId="299"/>
            <ac:spMk id="6" creationId="{9F5B42F9-8B1D-20FE-22DE-C9EA8B020A93}"/>
          </ac:spMkLst>
        </pc:spChg>
        <pc:spChg chg="mod">
          <ac:chgData name="이 은찬" userId="7171d596-a1e6-43c2-b263-57fdfdab9399" providerId="ADAL" clId="{7241B469-6F7B-4CDE-BA0B-9A3409BB4834}" dt="2026-10-04T14:07:48.592" v="5399" actId="20577"/>
          <ac:spMkLst>
            <pc:docMk/>
            <pc:sldMk cId="834068119" sldId="299"/>
            <ac:spMk id="8" creationId="{00000000-0000-0000-0000-000000000000}"/>
          </ac:spMkLst>
        </pc:spChg>
        <pc:grpChg chg="add mod">
          <ac:chgData name="이 은찬" userId="7171d596-a1e6-43c2-b263-57fdfdab9399" providerId="ADAL" clId="{7241B469-6F7B-4CDE-BA0B-9A3409BB4834}" dt="2026-10-03T09:15:55.910" v="5359"/>
          <ac:grpSpMkLst>
            <pc:docMk/>
            <pc:sldMk cId="834068119" sldId="299"/>
            <ac:grpSpMk id="2" creationId="{AA2319AA-D7EE-4908-8D9E-4791BD48FF3F}"/>
          </ac:grpSpMkLst>
        </pc:grpChg>
        <pc:grpChg chg="mod">
          <ac:chgData name="이 은찬" userId="7171d596-a1e6-43c2-b263-57fdfdab9399" providerId="ADAL" clId="{7241B469-6F7B-4CDE-BA0B-9A3409BB4834}" dt="2026-10-03T09:15:55.910" v="5359"/>
          <ac:grpSpMkLst>
            <pc:docMk/>
            <pc:sldMk cId="834068119" sldId="299"/>
            <ac:grpSpMk id="3" creationId="{01124F9F-83F6-A95F-A9F8-E7EA1F8D0EB0}"/>
          </ac:grpSpMkLst>
        </pc:grpChg>
        <pc:graphicFrameChg chg="add mod modGraphic">
          <ac:chgData name="이 은찬" userId="7171d596-a1e6-43c2-b263-57fdfdab9399" providerId="ADAL" clId="{7241B469-6F7B-4CDE-BA0B-9A3409BB4834}" dt="2026-10-24T07:13:07.982" v="5472"/>
          <ac:graphicFrameMkLst>
            <pc:docMk/>
            <pc:sldMk cId="834068119" sldId="299"/>
            <ac:graphicFrameMk id="7" creationId="{3FE34DBD-5690-CE26-A656-EAA4C8926274}"/>
          </ac:graphicFrameMkLst>
        </pc:graphicFrameChg>
      </pc:sldChg>
      <pc:sldChg chg="addSp delSp modSp add mod">
        <pc:chgData name="이 은찬" userId="7171d596-a1e6-43c2-b263-57fdfdab9399" providerId="ADAL" clId="{7241B469-6F7B-4CDE-BA0B-9A3409BB4834}" dt="2026-10-04T14:08:06.739" v="5405" actId="20577"/>
        <pc:sldMkLst>
          <pc:docMk/>
          <pc:sldMk cId="588332634" sldId="300"/>
        </pc:sldMkLst>
        <pc:spChg chg="mod">
          <ac:chgData name="이 은찬" userId="7171d596-a1e6-43c2-b263-57fdfdab9399" providerId="ADAL" clId="{7241B469-6F7B-4CDE-BA0B-9A3409BB4834}" dt="2026-10-04T14:08:06.739" v="5405" actId="20577"/>
          <ac:spMkLst>
            <pc:docMk/>
            <pc:sldMk cId="588332634" sldId="300"/>
            <ac:spMk id="2" creationId="{00000000-0000-0000-0000-000000000000}"/>
          </ac:spMkLst>
        </pc:spChg>
        <pc:spChg chg="add mod">
          <ac:chgData name="이 은찬" userId="7171d596-a1e6-43c2-b263-57fdfdab9399" providerId="ADAL" clId="{7241B469-6F7B-4CDE-BA0B-9A3409BB4834}" dt="2026-10-03T09:53:35.921" v="5379" actId="208"/>
          <ac:spMkLst>
            <pc:docMk/>
            <pc:sldMk cId="588332634" sldId="300"/>
            <ac:spMk id="4" creationId="{DC3B7A90-A99E-1A92-16C9-F8774FB7B92F}"/>
          </ac:spMkLst>
        </pc:spChg>
        <pc:spChg chg="mod">
          <ac:chgData name="이 은찬" userId="7171d596-a1e6-43c2-b263-57fdfdab9399" providerId="ADAL" clId="{7241B469-6F7B-4CDE-BA0B-9A3409BB4834}" dt="2026-10-03T09:52:52.472" v="5365"/>
          <ac:spMkLst>
            <pc:docMk/>
            <pc:sldMk cId="588332634" sldId="300"/>
            <ac:spMk id="7" creationId="{A17A2EBB-DD73-9AC9-5B8C-4FA76BE737AD}"/>
          </ac:spMkLst>
        </pc:spChg>
        <pc:spChg chg="mod">
          <ac:chgData name="이 은찬" userId="7171d596-a1e6-43c2-b263-57fdfdab9399" providerId="ADAL" clId="{7241B469-6F7B-4CDE-BA0B-9A3409BB4834}" dt="2026-10-03T09:53:29.649" v="5377" actId="207"/>
          <ac:spMkLst>
            <pc:docMk/>
            <pc:sldMk cId="588332634" sldId="300"/>
            <ac:spMk id="10" creationId="{06766B82-ED16-347E-B7C8-A115CE4112DC}"/>
          </ac:spMkLst>
        </pc:spChg>
        <pc:spChg chg="mod">
          <ac:chgData name="이 은찬" userId="7171d596-a1e6-43c2-b263-57fdfdab9399" providerId="ADAL" clId="{7241B469-6F7B-4CDE-BA0B-9A3409BB4834}" dt="2026-10-03T09:53:32.507" v="5378" actId="14100"/>
          <ac:spMkLst>
            <pc:docMk/>
            <pc:sldMk cId="588332634" sldId="300"/>
            <ac:spMk id="11" creationId="{4B437199-C703-1CEB-A658-B4F2E5CF8034}"/>
          </ac:spMkLst>
        </pc:spChg>
        <pc:spChg chg="mod">
          <ac:chgData name="이 은찬" userId="7171d596-a1e6-43c2-b263-57fdfdab9399" providerId="ADAL" clId="{7241B469-6F7B-4CDE-BA0B-9A3409BB4834}" dt="2026-10-03T09:52:52.472" v="5365"/>
          <ac:spMkLst>
            <pc:docMk/>
            <pc:sldMk cId="588332634" sldId="300"/>
            <ac:spMk id="14" creationId="{E8619778-8F1D-C962-A98D-56ACB4DAC24D}"/>
          </ac:spMkLst>
        </pc:spChg>
        <pc:spChg chg="mod">
          <ac:chgData name="이 은찬" userId="7171d596-a1e6-43c2-b263-57fdfdab9399" providerId="ADAL" clId="{7241B469-6F7B-4CDE-BA0B-9A3409BB4834}" dt="2026-10-03T09:53:14.280" v="5370" actId="207"/>
          <ac:spMkLst>
            <pc:docMk/>
            <pc:sldMk cId="588332634" sldId="300"/>
            <ac:spMk id="15" creationId="{99794065-20A5-A201-F07E-F448650C4090}"/>
          </ac:spMkLst>
        </pc:spChg>
        <pc:spChg chg="mod">
          <ac:chgData name="이 은찬" userId="7171d596-a1e6-43c2-b263-57fdfdab9399" providerId="ADAL" clId="{7241B469-6F7B-4CDE-BA0B-9A3409BB4834}" dt="2026-10-03T09:53:17.485" v="5371" actId="14100"/>
          <ac:spMkLst>
            <pc:docMk/>
            <pc:sldMk cId="588332634" sldId="300"/>
            <ac:spMk id="16" creationId="{A0BF7193-58E7-4886-DB01-1076C7093812}"/>
          </ac:spMkLst>
        </pc:spChg>
        <pc:spChg chg="add mod">
          <ac:chgData name="이 은찬" userId="7171d596-a1e6-43c2-b263-57fdfdab9399" providerId="ADAL" clId="{7241B469-6F7B-4CDE-BA0B-9A3409BB4834}" dt="2026-10-04T09:37:21.415" v="5385" actId="404"/>
          <ac:spMkLst>
            <pc:docMk/>
            <pc:sldMk cId="588332634" sldId="300"/>
            <ac:spMk id="18" creationId="{BB764BD6-1D13-001D-47CA-5AEC5CA2D697}"/>
          </ac:spMkLst>
        </pc:spChg>
        <pc:spChg chg="mod">
          <ac:chgData name="이 은찬" userId="7171d596-a1e6-43c2-b263-57fdfdab9399" providerId="ADAL" clId="{7241B469-6F7B-4CDE-BA0B-9A3409BB4834}" dt="2026-10-03T09:52:59.554" v="5366"/>
          <ac:spMkLst>
            <pc:docMk/>
            <pc:sldMk cId="588332634" sldId="300"/>
            <ac:spMk id="21" creationId="{37B401B6-19B1-821C-A4C9-28D071AA27D4}"/>
          </ac:spMkLst>
        </pc:spChg>
        <pc:spChg chg="mod">
          <ac:chgData name="이 은찬" userId="7171d596-a1e6-43c2-b263-57fdfdab9399" providerId="ADAL" clId="{7241B469-6F7B-4CDE-BA0B-9A3409BB4834}" dt="2026-10-03T09:52:59.554" v="5366"/>
          <ac:spMkLst>
            <pc:docMk/>
            <pc:sldMk cId="588332634" sldId="300"/>
            <ac:spMk id="22" creationId="{B9D706E8-B4A3-7801-0046-C28F15559D46}"/>
          </ac:spMkLst>
        </pc:spChg>
        <pc:spChg chg="mod">
          <ac:chgData name="이 은찬" userId="7171d596-a1e6-43c2-b263-57fdfdab9399" providerId="ADAL" clId="{7241B469-6F7B-4CDE-BA0B-9A3409BB4834}" dt="2026-10-03T09:53:06.002" v="5368" actId="20577"/>
          <ac:spMkLst>
            <pc:docMk/>
            <pc:sldMk cId="588332634" sldId="300"/>
            <ac:spMk id="23" creationId="{ECCC7DA8-B755-BA58-7A41-AF4B0DF8F95C}"/>
          </ac:spMkLst>
        </pc:spChg>
        <pc:grpChg chg="add mod">
          <ac:chgData name="이 은찬" userId="7171d596-a1e6-43c2-b263-57fdfdab9399" providerId="ADAL" clId="{7241B469-6F7B-4CDE-BA0B-9A3409BB4834}" dt="2026-10-03T09:52:52.472" v="5365"/>
          <ac:grpSpMkLst>
            <pc:docMk/>
            <pc:sldMk cId="588332634" sldId="300"/>
            <ac:grpSpMk id="5" creationId="{5B6A578F-5F60-E1F7-AF50-BC98A752EC30}"/>
          </ac:grpSpMkLst>
        </pc:grpChg>
        <pc:grpChg chg="mod">
          <ac:chgData name="이 은찬" userId="7171d596-a1e6-43c2-b263-57fdfdab9399" providerId="ADAL" clId="{7241B469-6F7B-4CDE-BA0B-9A3409BB4834}" dt="2026-10-03T09:52:52.472" v="5365"/>
          <ac:grpSpMkLst>
            <pc:docMk/>
            <pc:sldMk cId="588332634" sldId="300"/>
            <ac:grpSpMk id="6" creationId="{58CF5813-CACE-0D18-B19A-57527CFDCE11}"/>
          </ac:grpSpMkLst>
        </pc:grpChg>
        <pc:grpChg chg="add mod">
          <ac:chgData name="이 은찬" userId="7171d596-a1e6-43c2-b263-57fdfdab9399" providerId="ADAL" clId="{7241B469-6F7B-4CDE-BA0B-9A3409BB4834}" dt="2026-10-03T09:52:52.472" v="5365"/>
          <ac:grpSpMkLst>
            <pc:docMk/>
            <pc:sldMk cId="588332634" sldId="300"/>
            <ac:grpSpMk id="12" creationId="{877C7239-521E-64F2-0910-B693336CC931}"/>
          </ac:grpSpMkLst>
        </pc:grpChg>
        <pc:grpChg chg="mod">
          <ac:chgData name="이 은찬" userId="7171d596-a1e6-43c2-b263-57fdfdab9399" providerId="ADAL" clId="{7241B469-6F7B-4CDE-BA0B-9A3409BB4834}" dt="2026-10-03T09:52:52.472" v="5365"/>
          <ac:grpSpMkLst>
            <pc:docMk/>
            <pc:sldMk cId="588332634" sldId="300"/>
            <ac:grpSpMk id="13" creationId="{CAF67270-BD77-2F5D-80B2-F1A316D570E5}"/>
          </ac:grpSpMkLst>
        </pc:grpChg>
        <pc:grpChg chg="add del mod">
          <ac:chgData name="이 은찬" userId="7171d596-a1e6-43c2-b263-57fdfdab9399" providerId="ADAL" clId="{7241B469-6F7B-4CDE-BA0B-9A3409BB4834}" dt="2026-10-03T09:53:38.374" v="5380" actId="478"/>
          <ac:grpSpMkLst>
            <pc:docMk/>
            <pc:sldMk cId="588332634" sldId="300"/>
            <ac:grpSpMk id="19" creationId="{BD89CDE4-AC65-9299-D5D6-004258F6C4C6}"/>
          </ac:grpSpMkLst>
        </pc:grpChg>
        <pc:grpChg chg="mod">
          <ac:chgData name="이 은찬" userId="7171d596-a1e6-43c2-b263-57fdfdab9399" providerId="ADAL" clId="{7241B469-6F7B-4CDE-BA0B-9A3409BB4834}" dt="2026-10-03T09:52:59.554" v="5366"/>
          <ac:grpSpMkLst>
            <pc:docMk/>
            <pc:sldMk cId="588332634" sldId="300"/>
            <ac:grpSpMk id="20" creationId="{5BC22AE1-8405-4DF6-34FC-EDB1F31EF0DD}"/>
          </ac:grpSpMkLst>
        </pc:grpChg>
        <pc:grpChg chg="del">
          <ac:chgData name="이 은찬" userId="7171d596-a1e6-43c2-b263-57fdfdab9399" providerId="ADAL" clId="{7241B469-6F7B-4CDE-BA0B-9A3409BB4834}" dt="2026-10-03T09:52:42.955" v="5364" actId="478"/>
          <ac:grpSpMkLst>
            <pc:docMk/>
            <pc:sldMk cId="588332634" sldId="300"/>
            <ac:grpSpMk id="29" creationId="{EB076271-AAE1-C8D2-4009-72DA8A196114}"/>
          </ac:grpSpMkLst>
        </pc:grpChg>
        <pc:picChg chg="del">
          <ac:chgData name="이 은찬" userId="7171d596-a1e6-43c2-b263-57fdfdab9399" providerId="ADAL" clId="{7241B469-6F7B-4CDE-BA0B-9A3409BB4834}" dt="2026-10-03T09:52:40.375" v="5363" actId="478"/>
          <ac:picMkLst>
            <pc:docMk/>
            <pc:sldMk cId="588332634" sldId="300"/>
            <ac:picMk id="8" creationId="{F90D7201-BFEC-E569-F631-231A2EDD68D8}"/>
          </ac:picMkLst>
        </pc:picChg>
        <pc:picChg chg="add mod">
          <ac:chgData name="이 은찬" userId="7171d596-a1e6-43c2-b263-57fdfdab9399" providerId="ADAL" clId="{7241B469-6F7B-4CDE-BA0B-9A3409BB4834}" dt="2026-10-03T09:52:52.472" v="5365"/>
          <ac:picMkLst>
            <pc:docMk/>
            <pc:sldMk cId="588332634" sldId="300"/>
            <ac:picMk id="17" creationId="{65CFC14F-C2C5-A2D9-6A94-0301DFA445BE}"/>
          </ac:picMkLst>
        </pc:picChg>
      </pc:sldChg>
    </pc:docChg>
  </pc:docChgLst>
  <pc:docChgLst>
    <pc:chgData name="이 은찬" userId="7171d596-a1e6-43c2-b263-57fdfdab9399" providerId="ADAL" clId="{3EE1A3CD-2F3E-41BB-8158-01638FE5645A}"/>
    <pc:docChg chg="delSld">
      <pc:chgData name="이 은찬" userId="7171d596-a1e6-43c2-b263-57fdfdab9399" providerId="ADAL" clId="{3EE1A3CD-2F3E-41BB-8158-01638FE5645A}" dt="2026-10-03T06:37:39.342" v="0" actId="47"/>
      <pc:docMkLst>
        <pc:docMk/>
      </pc:docMkLst>
      <pc:sldChg chg="del">
        <pc:chgData name="이 은찬" userId="7171d596-a1e6-43c2-b263-57fdfdab9399" providerId="ADAL" clId="{3EE1A3CD-2F3E-41BB-8158-01638FE5645A}" dt="2026-10-03T06:37:39.342" v="0" actId="47"/>
        <pc:sldMkLst>
          <pc:docMk/>
          <pc:sldMk cId="265708773" sldId="285"/>
        </pc:sldMkLst>
      </pc:sldChg>
    </pc:docChg>
  </pc:docChgLst>
  <pc:docChgLst>
    <pc:chgData name="이 은찬" userId="7171d596-a1e6-43c2-b263-57fdfdab9399" providerId="ADAL" clId="{84B8E845-A624-4E7E-AAB1-DF2C16F97486}"/>
    <pc:docChg chg="undo redo custSel addSld delSld modSld sldOrd">
      <pc:chgData name="이 은찬" userId="7171d596-a1e6-43c2-b263-57fdfdab9399" providerId="ADAL" clId="{84B8E845-A624-4E7E-AAB1-DF2C16F97486}" dt="2026-10-03T06:36:40.369" v="4766" actId="207"/>
      <pc:docMkLst>
        <pc:docMk/>
      </pc:docMkLst>
      <pc:sldChg chg="del">
        <pc:chgData name="이 은찬" userId="7171d596-a1e6-43c2-b263-57fdfdab9399" providerId="ADAL" clId="{84B8E845-A624-4E7E-AAB1-DF2C16F97486}" dt="2026-10-03T04:52:57.128" v="3738" actId="47"/>
        <pc:sldMkLst>
          <pc:docMk/>
          <pc:sldMk cId="0" sldId="257"/>
        </pc:sldMkLst>
      </pc:sldChg>
      <pc:sldChg chg="del">
        <pc:chgData name="이 은찬" userId="7171d596-a1e6-43c2-b263-57fdfdab9399" providerId="ADAL" clId="{84B8E845-A624-4E7E-AAB1-DF2C16F97486}" dt="2026-10-03T04:52:55.388" v="3735" actId="47"/>
        <pc:sldMkLst>
          <pc:docMk/>
          <pc:sldMk cId="0" sldId="258"/>
        </pc:sldMkLst>
      </pc:sldChg>
      <pc:sldChg chg="del">
        <pc:chgData name="이 은찬" userId="7171d596-a1e6-43c2-b263-57fdfdab9399" providerId="ADAL" clId="{84B8E845-A624-4E7E-AAB1-DF2C16F97486}" dt="2026-10-03T04:52:55.849" v="3736" actId="47"/>
        <pc:sldMkLst>
          <pc:docMk/>
          <pc:sldMk cId="0" sldId="259"/>
        </pc:sldMkLst>
      </pc:sldChg>
      <pc:sldChg chg="del">
        <pc:chgData name="이 은찬" userId="7171d596-a1e6-43c2-b263-57fdfdab9399" providerId="ADAL" clId="{84B8E845-A624-4E7E-AAB1-DF2C16F97486}" dt="2026-10-03T04:52:57.575" v="3739" actId="47"/>
        <pc:sldMkLst>
          <pc:docMk/>
          <pc:sldMk cId="0" sldId="260"/>
        </pc:sldMkLst>
      </pc:sldChg>
      <pc:sldChg chg="add del">
        <pc:chgData name="이 은찬" userId="7171d596-a1e6-43c2-b263-57fdfdab9399" providerId="ADAL" clId="{84B8E845-A624-4E7E-AAB1-DF2C16F97486}" dt="2026-10-03T05:06:20.916" v="3745" actId="47"/>
        <pc:sldMkLst>
          <pc:docMk/>
          <pc:sldMk cId="0" sldId="261"/>
        </pc:sldMkLst>
      </pc:sldChg>
      <pc:sldChg chg="del">
        <pc:chgData name="이 은찬" userId="7171d596-a1e6-43c2-b263-57fdfdab9399" providerId="ADAL" clId="{84B8E845-A624-4E7E-AAB1-DF2C16F97486}" dt="2026-10-03T04:52:53.143" v="3733" actId="47"/>
        <pc:sldMkLst>
          <pc:docMk/>
          <pc:sldMk cId="0" sldId="262"/>
        </pc:sldMkLst>
      </pc:sldChg>
      <pc:sldChg chg="del">
        <pc:chgData name="이 은찬" userId="7171d596-a1e6-43c2-b263-57fdfdab9399" providerId="ADAL" clId="{84B8E845-A624-4E7E-AAB1-DF2C16F97486}" dt="2026-10-03T04:52:53.850" v="3734" actId="47"/>
        <pc:sldMkLst>
          <pc:docMk/>
          <pc:sldMk cId="0" sldId="263"/>
        </pc:sldMkLst>
      </pc:sldChg>
      <pc:sldChg chg="addSp delSp modSp mod">
        <pc:chgData name="이 은찬" userId="7171d596-a1e6-43c2-b263-57fdfdab9399" providerId="ADAL" clId="{84B8E845-A624-4E7E-AAB1-DF2C16F97486}" dt="2026-10-03T06:25:09.019" v="4629" actId="478"/>
        <pc:sldMkLst>
          <pc:docMk/>
          <pc:sldMk cId="2746174679" sldId="264"/>
        </pc:sldMkLst>
        <pc:spChg chg="add mod">
          <ac:chgData name="이 은찬" userId="7171d596-a1e6-43c2-b263-57fdfdab9399" providerId="ADAL" clId="{84B8E845-A624-4E7E-AAB1-DF2C16F97486}" dt="2026-10-03T01:51:45.280" v="65" actId="1076"/>
          <ac:spMkLst>
            <pc:docMk/>
            <pc:sldMk cId="2746174679" sldId="264"/>
            <ac:spMk id="3" creationId="{7FF98ABA-47D1-A5F4-9281-577DFA30E12E}"/>
          </ac:spMkLst>
        </pc:spChg>
        <pc:spChg chg="add mod">
          <ac:chgData name="이 은찬" userId="7171d596-a1e6-43c2-b263-57fdfdab9399" providerId="ADAL" clId="{84B8E845-A624-4E7E-AAB1-DF2C16F97486}" dt="2026-10-03T01:53:58.101" v="87" actId="207"/>
          <ac:spMkLst>
            <pc:docMk/>
            <pc:sldMk cId="2746174679" sldId="264"/>
            <ac:spMk id="4" creationId="{FA334E57-535E-D53B-C8AD-17A1D28241E4}"/>
          </ac:spMkLst>
        </pc:spChg>
        <pc:spChg chg="add del mod">
          <ac:chgData name="이 은찬" userId="7171d596-a1e6-43c2-b263-57fdfdab9399" providerId="ADAL" clId="{84B8E845-A624-4E7E-AAB1-DF2C16F97486}" dt="2026-10-03T06:24:59.862" v="4626" actId="478"/>
          <ac:spMkLst>
            <pc:docMk/>
            <pc:sldMk cId="2746174679" sldId="264"/>
            <ac:spMk id="5" creationId="{162C1998-3DCB-A03F-FB03-30BFD0A8433B}"/>
          </ac:spMkLst>
        </pc:spChg>
        <pc:spChg chg="add mod">
          <ac:chgData name="이 은찬" userId="7171d596-a1e6-43c2-b263-57fdfdab9399" providerId="ADAL" clId="{84B8E845-A624-4E7E-AAB1-DF2C16F97486}" dt="2026-10-03T02:30:57.094" v="336"/>
          <ac:spMkLst>
            <pc:docMk/>
            <pc:sldMk cId="2746174679" sldId="264"/>
            <ac:spMk id="5" creationId="{BAF42349-9DF2-0B32-6004-270B29B33EB4}"/>
          </ac:spMkLst>
        </pc:spChg>
        <pc:spChg chg="add del mod">
          <ac:chgData name="이 은찬" userId="7171d596-a1e6-43c2-b263-57fdfdab9399" providerId="ADAL" clId="{84B8E845-A624-4E7E-AAB1-DF2C16F97486}" dt="2026-10-03T05:55:04.848" v="4312" actId="478"/>
          <ac:spMkLst>
            <pc:docMk/>
            <pc:sldMk cId="2746174679" sldId="264"/>
            <ac:spMk id="5" creationId="{F28F94AA-0963-B1C7-1A03-74346581ED37}"/>
          </ac:spMkLst>
        </pc:spChg>
        <pc:spChg chg="add del mod">
          <ac:chgData name="이 은찬" userId="7171d596-a1e6-43c2-b263-57fdfdab9399" providerId="ADAL" clId="{84B8E845-A624-4E7E-AAB1-DF2C16F97486}" dt="2026-10-03T06:25:09.019" v="4629" actId="478"/>
          <ac:spMkLst>
            <pc:docMk/>
            <pc:sldMk cId="2746174679" sldId="264"/>
            <ac:spMk id="6" creationId="{0F0653A8-7BC0-4078-8379-318D8B1E7F45}"/>
          </ac:spMkLst>
        </pc:spChg>
        <pc:spChg chg="add del mod">
          <ac:chgData name="이 은찬" userId="7171d596-a1e6-43c2-b263-57fdfdab9399" providerId="ADAL" clId="{84B8E845-A624-4E7E-AAB1-DF2C16F97486}" dt="2026-10-03T06:24:20.939" v="4618" actId="478"/>
          <ac:spMkLst>
            <pc:docMk/>
            <pc:sldMk cId="2746174679" sldId="264"/>
            <ac:spMk id="7" creationId="{1175197C-A06A-E601-4FBB-64CA63C62ECB}"/>
          </ac:spMkLst>
        </pc:spChg>
        <pc:spChg chg="add mod">
          <ac:chgData name="이 은찬" userId="7171d596-a1e6-43c2-b263-57fdfdab9399" providerId="ADAL" clId="{84B8E845-A624-4E7E-AAB1-DF2C16F97486}" dt="2026-10-03T02:31:05.430" v="339"/>
          <ac:spMkLst>
            <pc:docMk/>
            <pc:sldMk cId="2746174679" sldId="264"/>
            <ac:spMk id="7" creationId="{30CD6CCE-AE6D-E3F2-AF85-C0BE71D7F486}"/>
          </ac:spMkLst>
        </pc:spChg>
        <pc:spChg chg="add mod">
          <ac:chgData name="이 은찬" userId="7171d596-a1e6-43c2-b263-57fdfdab9399" providerId="ADAL" clId="{84B8E845-A624-4E7E-AAB1-DF2C16F97486}" dt="2026-10-03T06:23:33.777" v="4587"/>
          <ac:spMkLst>
            <pc:docMk/>
            <pc:sldMk cId="2746174679" sldId="264"/>
            <ac:spMk id="8" creationId="{8A85E423-5130-678A-F2A2-6017CB42FB8E}"/>
          </ac:spMkLst>
        </pc:spChg>
        <pc:spChg chg="add del mod">
          <ac:chgData name="이 은찬" userId="7171d596-a1e6-43c2-b263-57fdfdab9399" providerId="ADAL" clId="{84B8E845-A624-4E7E-AAB1-DF2C16F97486}" dt="2026-10-03T02:32:27.252" v="351" actId="478"/>
          <ac:spMkLst>
            <pc:docMk/>
            <pc:sldMk cId="2746174679" sldId="264"/>
            <ac:spMk id="9" creationId="{32690B8D-D7E6-F335-272A-468CC210DC04}"/>
          </ac:spMkLst>
        </pc:spChg>
        <pc:spChg chg="add mod">
          <ac:chgData name="이 은찬" userId="7171d596-a1e6-43c2-b263-57fdfdab9399" providerId="ADAL" clId="{84B8E845-A624-4E7E-AAB1-DF2C16F97486}" dt="2026-10-03T02:31:55.573" v="347"/>
          <ac:spMkLst>
            <pc:docMk/>
            <pc:sldMk cId="2746174679" sldId="264"/>
            <ac:spMk id="10" creationId="{EA1082FF-C7E3-1A95-EF8D-AE111BAE8482}"/>
          </ac:spMkLst>
        </pc:spChg>
        <pc:spChg chg="add del mod">
          <ac:chgData name="이 은찬" userId="7171d596-a1e6-43c2-b263-57fdfdab9399" providerId="ADAL" clId="{84B8E845-A624-4E7E-AAB1-DF2C16F97486}" dt="2026-10-03T06:24:21.242" v="4619" actId="478"/>
          <ac:spMkLst>
            <pc:docMk/>
            <pc:sldMk cId="2746174679" sldId="264"/>
            <ac:spMk id="17" creationId="{00000000-0000-0000-0000-000000000000}"/>
          </ac:spMkLst>
        </pc:spChg>
        <pc:spChg chg="add">
          <ac:chgData name="이 은찬" userId="7171d596-a1e6-43c2-b263-57fdfdab9399" providerId="ADAL" clId="{84B8E845-A624-4E7E-AAB1-DF2C16F97486}" dt="2026-10-03T04:35:54.258" v="3469"/>
          <ac:spMkLst>
            <pc:docMk/>
            <pc:sldMk cId="2746174679" sldId="264"/>
            <ac:spMk id="19" creationId="{8C909D58-D29A-AB7C-2D3A-BE2B628652A5}"/>
          </ac:spMkLst>
        </pc:spChg>
        <pc:spChg chg="mod">
          <ac:chgData name="이 은찬" userId="7171d596-a1e6-43c2-b263-57fdfdab9399" providerId="ADAL" clId="{84B8E845-A624-4E7E-AAB1-DF2C16F97486}" dt="2026-10-03T01:51:23.146" v="62" actId="1076"/>
          <ac:spMkLst>
            <pc:docMk/>
            <pc:sldMk cId="2746174679" sldId="264"/>
            <ac:spMk id="32" creationId="{00000000-0000-0000-0000-000000000000}"/>
          </ac:spMkLst>
        </pc:spChg>
        <pc:graphicFrameChg chg="add mod">
          <ac:chgData name="이 은찬" userId="7171d596-a1e6-43c2-b263-57fdfdab9399" providerId="ADAL" clId="{84B8E845-A624-4E7E-AAB1-DF2C16F97486}" dt="2026-10-03T02:31:51.055" v="346"/>
          <ac:graphicFrameMkLst>
            <pc:docMk/>
            <pc:sldMk cId="2746174679" sldId="264"/>
            <ac:graphicFrameMk id="11" creationId="{7B1EA0E9-877B-62BA-B138-730055945D45}"/>
          </ac:graphicFrameMkLst>
        </pc:graphicFrameChg>
        <pc:picChg chg="add">
          <ac:chgData name="이 은찬" userId="7171d596-a1e6-43c2-b263-57fdfdab9399" providerId="ADAL" clId="{84B8E845-A624-4E7E-AAB1-DF2C16F97486}" dt="2026-10-03T02:30:57.112" v="337"/>
          <ac:picMkLst>
            <pc:docMk/>
            <pc:sldMk cId="2746174679" sldId="264"/>
            <ac:picMk id="6" creationId="{8B157987-BF9D-5C04-07D4-1FC4C7776C23}"/>
          </ac:picMkLst>
        </pc:picChg>
        <pc:picChg chg="add del mod">
          <ac:chgData name="이 은찬" userId="7171d596-a1e6-43c2-b263-57fdfdab9399" providerId="ADAL" clId="{84B8E845-A624-4E7E-AAB1-DF2C16F97486}" dt="2026-10-03T02:31:10.619" v="342" actId="478"/>
          <ac:picMkLst>
            <pc:docMk/>
            <pc:sldMk cId="2746174679" sldId="264"/>
            <ac:picMk id="8" creationId="{2D614995-5065-5BA8-20AD-41DDFCDAC445}"/>
          </ac:picMkLst>
        </pc:picChg>
        <pc:picChg chg="add del mod">
          <ac:chgData name="이 은찬" userId="7171d596-a1e6-43c2-b263-57fdfdab9399" providerId="ADAL" clId="{84B8E845-A624-4E7E-AAB1-DF2C16F97486}" dt="2026-10-03T02:41:15.982" v="439" actId="478"/>
          <ac:picMkLst>
            <pc:docMk/>
            <pc:sldMk cId="2746174679" sldId="264"/>
            <ac:picMk id="13" creationId="{E8AD7C4C-7D08-F719-BAD7-B045A653097F}"/>
          </ac:picMkLst>
        </pc:picChg>
        <pc:picChg chg="add del mod modCrop">
          <ac:chgData name="이 은찬" userId="7171d596-a1e6-43c2-b263-57fdfdab9399" providerId="ADAL" clId="{84B8E845-A624-4E7E-AAB1-DF2C16F97486}" dt="2026-10-03T04:36:06.095" v="3474" actId="478"/>
          <ac:picMkLst>
            <pc:docMk/>
            <pc:sldMk cId="2746174679" sldId="264"/>
            <ac:picMk id="18" creationId="{24847A83-373B-38EE-3CF4-1DE8D9B4E2E5}"/>
          </ac:picMkLst>
        </pc:picChg>
        <pc:picChg chg="add mod">
          <ac:chgData name="이 은찬" userId="7171d596-a1e6-43c2-b263-57fdfdab9399" providerId="ADAL" clId="{84B8E845-A624-4E7E-AAB1-DF2C16F97486}" dt="2026-10-03T04:36:13.061" v="3478" actId="1076"/>
          <ac:picMkLst>
            <pc:docMk/>
            <pc:sldMk cId="2746174679" sldId="264"/>
            <ac:picMk id="20" creationId="{CF129326-65E2-B351-ED3A-4D3C7ED73678}"/>
          </ac:picMkLst>
        </pc:picChg>
      </pc:sldChg>
      <pc:sldChg chg="addSp delSp modSp mod">
        <pc:chgData name="이 은찬" userId="7171d596-a1e6-43c2-b263-57fdfdab9399" providerId="ADAL" clId="{84B8E845-A624-4E7E-AAB1-DF2C16F97486}" dt="2026-10-03T06:09:35.421" v="4364" actId="1076"/>
        <pc:sldMkLst>
          <pc:docMk/>
          <pc:sldMk cId="1828356913" sldId="265"/>
        </pc:sldMkLst>
        <pc:spChg chg="add mod">
          <ac:chgData name="이 은찬" userId="7171d596-a1e6-43c2-b263-57fdfdab9399" providerId="ADAL" clId="{84B8E845-A624-4E7E-AAB1-DF2C16F97486}" dt="2026-10-03T06:09:31.544" v="4363" actId="1076"/>
          <ac:spMkLst>
            <pc:docMk/>
            <pc:sldMk cId="1828356913" sldId="265"/>
            <ac:spMk id="3" creationId="{A0A52C7F-80DB-1F40-2637-9FB6949E0EB8}"/>
          </ac:spMkLst>
        </pc:spChg>
        <pc:spChg chg="add del mod topLvl">
          <ac:chgData name="이 은찬" userId="7171d596-a1e6-43c2-b263-57fdfdab9399" providerId="ADAL" clId="{84B8E845-A624-4E7E-AAB1-DF2C16F97486}" dt="2026-10-03T02:36:43.735" v="423" actId="478"/>
          <ac:spMkLst>
            <pc:docMk/>
            <pc:sldMk cId="1828356913" sldId="265"/>
            <ac:spMk id="4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6:08:18.142" v="4354"/>
          <ac:spMkLst>
            <pc:docMk/>
            <pc:sldMk cId="1828356913" sldId="265"/>
            <ac:spMk id="7" creationId="{CBC2C76D-8DC9-EA54-BE33-1D18DBD91EA4}"/>
          </ac:spMkLst>
        </pc:spChg>
        <pc:spChg chg="mod">
          <ac:chgData name="이 은찬" userId="7171d596-a1e6-43c2-b263-57fdfdab9399" providerId="ADAL" clId="{84B8E845-A624-4E7E-AAB1-DF2C16F97486}" dt="2026-10-03T06:08:18.142" v="4354"/>
          <ac:spMkLst>
            <pc:docMk/>
            <pc:sldMk cId="1828356913" sldId="265"/>
            <ac:spMk id="8" creationId="{2C941C2D-7DC9-7D8B-4987-2642B706813E}"/>
          </ac:spMkLst>
        </pc:spChg>
        <pc:spChg chg="mod">
          <ac:chgData name="이 은찬" userId="7171d596-a1e6-43c2-b263-57fdfdab9399" providerId="ADAL" clId="{84B8E845-A624-4E7E-AAB1-DF2C16F97486}" dt="2026-10-03T06:08:18.142" v="4354"/>
          <ac:spMkLst>
            <pc:docMk/>
            <pc:sldMk cId="1828356913" sldId="265"/>
            <ac:spMk id="9" creationId="{378A2C20-B586-B7B2-78C0-88BD0992DFA9}"/>
          </ac:spMkLst>
        </pc:spChg>
        <pc:spChg chg="mod">
          <ac:chgData name="이 은찬" userId="7171d596-a1e6-43c2-b263-57fdfdab9399" providerId="ADAL" clId="{84B8E845-A624-4E7E-AAB1-DF2C16F97486}" dt="2026-10-03T06:08:18.142" v="4354"/>
          <ac:spMkLst>
            <pc:docMk/>
            <pc:sldMk cId="1828356913" sldId="265"/>
            <ac:spMk id="12" creationId="{A9A0C67A-8D91-F6AE-AED2-7BE2C34F4DF7}"/>
          </ac:spMkLst>
        </pc:spChg>
        <pc:spChg chg="mod">
          <ac:chgData name="이 은찬" userId="7171d596-a1e6-43c2-b263-57fdfdab9399" providerId="ADAL" clId="{84B8E845-A624-4E7E-AAB1-DF2C16F97486}" dt="2026-10-03T01:57:26.695" v="140" actId="20577"/>
          <ac:spMkLst>
            <pc:docMk/>
            <pc:sldMk cId="1828356913" sldId="265"/>
            <ac:spMk id="58" creationId="{00000000-0000-0000-0000-000000000000}"/>
          </ac:spMkLst>
        </pc:spChg>
        <pc:spChg chg="add del mod topLvl">
          <ac:chgData name="이 은찬" userId="7171d596-a1e6-43c2-b263-57fdfdab9399" providerId="ADAL" clId="{84B8E845-A624-4E7E-AAB1-DF2C16F97486}" dt="2026-10-03T06:08:14.809" v="4353" actId="478"/>
          <ac:spMkLst>
            <pc:docMk/>
            <pc:sldMk cId="1828356913" sldId="265"/>
            <ac:spMk id="59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2:36:19.607" v="416" actId="165"/>
          <ac:spMkLst>
            <pc:docMk/>
            <pc:sldMk cId="1828356913" sldId="265"/>
            <ac:spMk id="61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2:36:19.607" v="416" actId="165"/>
          <ac:spMkLst>
            <pc:docMk/>
            <pc:sldMk cId="1828356913" sldId="265"/>
            <ac:spMk id="62" creationId="{00000000-0000-0000-0000-000000000000}"/>
          </ac:spMkLst>
        </pc:spChg>
        <pc:grpChg chg="add del mod">
          <ac:chgData name="이 은찬" userId="7171d596-a1e6-43c2-b263-57fdfdab9399" providerId="ADAL" clId="{84B8E845-A624-4E7E-AAB1-DF2C16F97486}" dt="2026-10-03T06:09:27.952" v="4362" actId="478"/>
          <ac:grpSpMkLst>
            <pc:docMk/>
            <pc:sldMk cId="1828356913" sldId="265"/>
            <ac:grpSpMk id="4" creationId="{2D0EBA59-D93D-7F1A-B690-7E453D52E469}"/>
          </ac:grpSpMkLst>
        </pc:grpChg>
        <pc:grpChg chg="mod">
          <ac:chgData name="이 은찬" userId="7171d596-a1e6-43c2-b263-57fdfdab9399" providerId="ADAL" clId="{84B8E845-A624-4E7E-AAB1-DF2C16F97486}" dt="2026-10-03T06:08:18.142" v="4354"/>
          <ac:grpSpMkLst>
            <pc:docMk/>
            <pc:sldMk cId="1828356913" sldId="265"/>
            <ac:grpSpMk id="5" creationId="{38CB197A-BB76-F7CC-B6C9-9F60F191FF41}"/>
          </ac:grpSpMkLst>
        </pc:grpChg>
        <pc:grpChg chg="mod">
          <ac:chgData name="이 은찬" userId="7171d596-a1e6-43c2-b263-57fdfdab9399" providerId="ADAL" clId="{84B8E845-A624-4E7E-AAB1-DF2C16F97486}" dt="2026-10-03T06:08:18.142" v="4354"/>
          <ac:grpSpMkLst>
            <pc:docMk/>
            <pc:sldMk cId="1828356913" sldId="265"/>
            <ac:grpSpMk id="6" creationId="{A5584B69-7A9C-EA3D-80B8-D9746222D5B2}"/>
          </ac:grpSpMkLst>
        </pc:grpChg>
        <pc:grpChg chg="del mod topLvl">
          <ac:chgData name="이 은찬" userId="7171d596-a1e6-43c2-b263-57fdfdab9399" providerId="ADAL" clId="{84B8E845-A624-4E7E-AAB1-DF2C16F97486}" dt="2026-10-03T02:36:44.904" v="424" actId="478"/>
          <ac:grpSpMkLst>
            <pc:docMk/>
            <pc:sldMk cId="1828356913" sldId="265"/>
            <ac:grpSpMk id="14" creationId="{00000000-0000-0000-0000-000000000000}"/>
          </ac:grpSpMkLst>
        </pc:grpChg>
        <pc:grpChg chg="del mod topLvl">
          <ac:chgData name="이 은찬" userId="7171d596-a1e6-43c2-b263-57fdfdab9399" providerId="ADAL" clId="{84B8E845-A624-4E7E-AAB1-DF2C16F97486}" dt="2026-10-03T02:36:30.079" v="418" actId="165"/>
          <ac:grpSpMkLst>
            <pc:docMk/>
            <pc:sldMk cId="1828356913" sldId="265"/>
            <ac:grpSpMk id="15" creationId="{00000000-0000-0000-0000-000000000000}"/>
          </ac:grpSpMkLst>
        </pc:grpChg>
        <pc:grpChg chg="del">
          <ac:chgData name="이 은찬" userId="7171d596-a1e6-43c2-b263-57fdfdab9399" providerId="ADAL" clId="{84B8E845-A624-4E7E-AAB1-DF2C16F97486}" dt="2026-10-03T02:36:19.607" v="416" actId="165"/>
          <ac:grpSpMkLst>
            <pc:docMk/>
            <pc:sldMk cId="1828356913" sldId="265"/>
            <ac:grpSpMk id="18" creationId="{00000000-0000-0000-0000-000000000000}"/>
          </ac:grpSpMkLst>
        </pc:grpChg>
        <pc:picChg chg="add mod">
          <ac:chgData name="이 은찬" userId="7171d596-a1e6-43c2-b263-57fdfdab9399" providerId="ADAL" clId="{84B8E845-A624-4E7E-AAB1-DF2C16F97486}" dt="2026-10-03T06:09:35.421" v="4364" actId="1076"/>
          <ac:picMkLst>
            <pc:docMk/>
            <pc:sldMk cId="1828356913" sldId="265"/>
            <ac:picMk id="2" creationId="{B978FEC4-9884-5BFF-1132-A216038AAB4C}"/>
          </ac:picMkLst>
        </pc:picChg>
      </pc:sldChg>
      <pc:sldChg chg="addSp modSp mod ord">
        <pc:chgData name="이 은찬" userId="7171d596-a1e6-43c2-b263-57fdfdab9399" providerId="ADAL" clId="{84B8E845-A624-4E7E-AAB1-DF2C16F97486}" dt="2026-10-03T05:43:39.204" v="4192" actId="208"/>
        <pc:sldMkLst>
          <pc:docMk/>
          <pc:sldMk cId="4246831794" sldId="266"/>
        </pc:sldMkLst>
        <pc:spChg chg="mod">
          <ac:chgData name="이 은찬" userId="7171d596-a1e6-43c2-b263-57fdfdab9399" providerId="ADAL" clId="{84B8E845-A624-4E7E-AAB1-DF2C16F97486}" dt="2026-10-03T02:26:47.024" v="180" actId="20577"/>
          <ac:spMkLst>
            <pc:docMk/>
            <pc:sldMk cId="4246831794" sldId="266"/>
            <ac:spMk id="2" creationId="{00000000-0000-0000-0000-000000000000}"/>
          </ac:spMkLst>
        </pc:spChg>
        <pc:spChg chg="add mod">
          <ac:chgData name="이 은찬" userId="7171d596-a1e6-43c2-b263-57fdfdab9399" providerId="ADAL" clId="{84B8E845-A624-4E7E-AAB1-DF2C16F97486}" dt="2026-10-03T02:28:30.907" v="308" actId="571"/>
          <ac:spMkLst>
            <pc:docMk/>
            <pc:sldMk cId="4246831794" sldId="266"/>
            <ac:spMk id="4" creationId="{72A5A0B7-2CED-37B2-7308-54EFDA8BF8C4}"/>
          </ac:spMkLst>
        </pc:spChg>
        <pc:spChg chg="mod">
          <ac:chgData name="이 은찬" userId="7171d596-a1e6-43c2-b263-57fdfdab9399" providerId="ADAL" clId="{84B8E845-A624-4E7E-AAB1-DF2C16F97486}" dt="2026-10-03T02:30:47.323" v="334" actId="20577"/>
          <ac:spMkLst>
            <pc:docMk/>
            <pc:sldMk cId="4246831794" sldId="266"/>
            <ac:spMk id="9" creationId="{00000000-0000-0000-0000-000000000000}"/>
          </ac:spMkLst>
        </pc:spChg>
        <pc:spChg chg="add mod">
          <ac:chgData name="이 은찬" userId="7171d596-a1e6-43c2-b263-57fdfdab9399" providerId="ADAL" clId="{84B8E845-A624-4E7E-AAB1-DF2C16F97486}" dt="2026-10-03T05:43:33.189" v="4191" actId="208"/>
          <ac:spMkLst>
            <pc:docMk/>
            <pc:sldMk cId="4246831794" sldId="266"/>
            <ac:spMk id="10" creationId="{694512E4-038C-FE6D-478A-6D746473F87C}"/>
          </ac:spMkLst>
        </pc:spChg>
        <pc:spChg chg="add mod">
          <ac:chgData name="이 은찬" userId="7171d596-a1e6-43c2-b263-57fdfdab9399" providerId="ADAL" clId="{84B8E845-A624-4E7E-AAB1-DF2C16F97486}" dt="2026-10-03T05:43:39.204" v="4192" actId="208"/>
          <ac:spMkLst>
            <pc:docMk/>
            <pc:sldMk cId="4246831794" sldId="266"/>
            <ac:spMk id="11" creationId="{633A60DF-EA79-DF55-16FD-AB2777B25155}"/>
          </ac:spMkLst>
        </pc:spChg>
        <pc:spChg chg="add mod">
          <ac:chgData name="이 은찬" userId="7171d596-a1e6-43c2-b263-57fdfdab9399" providerId="ADAL" clId="{84B8E845-A624-4E7E-AAB1-DF2C16F97486}" dt="2026-10-03T03:00:21.255" v="977" actId="1076"/>
          <ac:spMkLst>
            <pc:docMk/>
            <pc:sldMk cId="4246831794" sldId="266"/>
            <ac:spMk id="12" creationId="{46F7658C-5ACD-DB48-86C2-E2D6DBC41B78}"/>
          </ac:spMkLst>
        </pc:spChg>
        <pc:spChg chg="add mod">
          <ac:chgData name="이 은찬" userId="7171d596-a1e6-43c2-b263-57fdfdab9399" providerId="ADAL" clId="{84B8E845-A624-4E7E-AAB1-DF2C16F97486}" dt="2026-10-03T03:00:21.255" v="977" actId="1076"/>
          <ac:spMkLst>
            <pc:docMk/>
            <pc:sldMk cId="4246831794" sldId="266"/>
            <ac:spMk id="13" creationId="{A76FD4A6-26AA-DACE-945D-2E02C7D2DC37}"/>
          </ac:spMkLst>
        </pc:spChg>
        <pc:spChg chg="mod">
          <ac:chgData name="이 은찬" userId="7171d596-a1e6-43c2-b263-57fdfdab9399" providerId="ADAL" clId="{84B8E845-A624-4E7E-AAB1-DF2C16F97486}" dt="2026-10-03T02:28:30.907" v="308" actId="571"/>
          <ac:spMkLst>
            <pc:docMk/>
            <pc:sldMk cId="4246831794" sldId="266"/>
            <ac:spMk id="41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2:28:30.907" v="308" actId="571"/>
          <ac:spMkLst>
            <pc:docMk/>
            <pc:sldMk cId="4246831794" sldId="266"/>
            <ac:spMk id="42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2:44:12.725" v="472" actId="14100"/>
          <ac:spMkLst>
            <pc:docMk/>
            <pc:sldMk cId="4246831794" sldId="266"/>
            <ac:spMk id="43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5:08:44.051" v="3954" actId="20577"/>
          <ac:spMkLst>
            <pc:docMk/>
            <pc:sldMk cId="4246831794" sldId="266"/>
            <ac:spMk id="96" creationId="{00000000-0000-0000-0000-000000000000}"/>
          </ac:spMkLst>
        </pc:spChg>
        <pc:grpChg chg="mod">
          <ac:chgData name="이 은찬" userId="7171d596-a1e6-43c2-b263-57fdfdab9399" providerId="ADAL" clId="{84B8E845-A624-4E7E-AAB1-DF2C16F97486}" dt="2026-10-03T02:28:49.808" v="317" actId="1076"/>
          <ac:grpSpMkLst>
            <pc:docMk/>
            <pc:sldMk cId="4246831794" sldId="266"/>
            <ac:grpSpMk id="35" creationId="{00000000-0000-0000-0000-000000000000}"/>
          </ac:grpSpMkLst>
        </pc:grpChg>
        <pc:grpChg chg="mod">
          <ac:chgData name="이 은찬" userId="7171d596-a1e6-43c2-b263-57fdfdab9399" providerId="ADAL" clId="{84B8E845-A624-4E7E-AAB1-DF2C16F97486}" dt="2026-10-03T02:28:30.907" v="308" actId="571"/>
          <ac:grpSpMkLst>
            <pc:docMk/>
            <pc:sldMk cId="4246831794" sldId="266"/>
            <ac:grpSpMk id="36" creationId="{00000000-0000-0000-0000-000000000000}"/>
          </ac:grpSpMkLst>
        </pc:grpChg>
        <pc:picChg chg="add mod">
          <ac:chgData name="이 은찬" userId="7171d596-a1e6-43c2-b263-57fdfdab9399" providerId="ADAL" clId="{84B8E845-A624-4E7E-AAB1-DF2C16F97486}" dt="2026-10-03T03:00:21.255" v="977" actId="1076"/>
          <ac:picMkLst>
            <pc:docMk/>
            <pc:sldMk cId="4246831794" sldId="266"/>
            <ac:picMk id="6" creationId="{25BD36E0-EFC0-CE4C-9351-BBC1FA87EEB6}"/>
          </ac:picMkLst>
        </pc:picChg>
        <pc:picChg chg="add mod">
          <ac:chgData name="이 은찬" userId="7171d596-a1e6-43c2-b263-57fdfdab9399" providerId="ADAL" clId="{84B8E845-A624-4E7E-AAB1-DF2C16F97486}" dt="2026-10-03T03:00:21.255" v="977" actId="1076"/>
          <ac:picMkLst>
            <pc:docMk/>
            <pc:sldMk cId="4246831794" sldId="266"/>
            <ac:picMk id="8" creationId="{CECE14DE-457C-9229-F57C-CFBD788E1D5A}"/>
          </ac:picMkLst>
        </pc:picChg>
      </pc:sldChg>
      <pc:sldChg chg="modSp del mod">
        <pc:chgData name="이 은찬" userId="7171d596-a1e6-43c2-b263-57fdfdab9399" providerId="ADAL" clId="{84B8E845-A624-4E7E-AAB1-DF2C16F97486}" dt="2026-10-03T04:08:17.035" v="2997" actId="47"/>
        <pc:sldMkLst>
          <pc:docMk/>
          <pc:sldMk cId="1153451921" sldId="267"/>
        </pc:sldMkLst>
        <pc:spChg chg="mod">
          <ac:chgData name="이 은찬" userId="7171d596-a1e6-43c2-b263-57fdfdab9399" providerId="ADAL" clId="{84B8E845-A624-4E7E-AAB1-DF2C16F97486}" dt="2026-10-03T02:43:55.815" v="471"/>
          <ac:spMkLst>
            <pc:docMk/>
            <pc:sldMk cId="1153451921" sldId="267"/>
            <ac:spMk id="2" creationId="{00000000-0000-0000-0000-000000000000}"/>
          </ac:spMkLst>
        </pc:spChg>
      </pc:sldChg>
      <pc:sldChg chg="del">
        <pc:chgData name="이 은찬" userId="7171d596-a1e6-43c2-b263-57fdfdab9399" providerId="ADAL" clId="{84B8E845-A624-4E7E-AAB1-DF2C16F97486}" dt="2026-10-03T04:08:22.160" v="2998" actId="47"/>
        <pc:sldMkLst>
          <pc:docMk/>
          <pc:sldMk cId="3756504613" sldId="268"/>
        </pc:sldMkLst>
      </pc:sldChg>
      <pc:sldChg chg="addSp delSp modSp mod">
        <pc:chgData name="이 은찬" userId="7171d596-a1e6-43c2-b263-57fdfdab9399" providerId="ADAL" clId="{84B8E845-A624-4E7E-AAB1-DF2C16F97486}" dt="2026-10-03T04:13:06.913" v="3145" actId="14100"/>
        <pc:sldMkLst>
          <pc:docMk/>
          <pc:sldMk cId="3974363792" sldId="269"/>
        </pc:sldMkLst>
        <pc:spChg chg="add del mod">
          <ac:chgData name="이 은찬" userId="7171d596-a1e6-43c2-b263-57fdfdab9399" providerId="ADAL" clId="{84B8E845-A624-4E7E-AAB1-DF2C16F97486}" dt="2026-10-03T04:10:33.779" v="3005" actId="478"/>
          <ac:spMkLst>
            <pc:docMk/>
            <pc:sldMk cId="3974363792" sldId="269"/>
            <ac:spMk id="2" creationId="{4E29BBBE-97B0-B63D-F9C2-62DA6457E530}"/>
          </ac:spMkLst>
        </pc:spChg>
        <pc:spChg chg="add mod">
          <ac:chgData name="이 은찬" userId="7171d596-a1e6-43c2-b263-57fdfdab9399" providerId="ADAL" clId="{84B8E845-A624-4E7E-AAB1-DF2C16F97486}" dt="2026-10-03T04:12:44.388" v="3140" actId="20577"/>
          <ac:spMkLst>
            <pc:docMk/>
            <pc:sldMk cId="3974363792" sldId="269"/>
            <ac:spMk id="3" creationId="{9B7CF3A5-02F4-467E-1443-5C318ABEE8D7}"/>
          </ac:spMkLst>
        </pc:spChg>
        <pc:picChg chg="add mod">
          <ac:chgData name="이 은찬" userId="7171d596-a1e6-43c2-b263-57fdfdab9399" providerId="ADAL" clId="{84B8E845-A624-4E7E-AAB1-DF2C16F97486}" dt="2026-10-03T04:13:06.913" v="3145" actId="14100"/>
          <ac:picMkLst>
            <pc:docMk/>
            <pc:sldMk cId="3974363792" sldId="269"/>
            <ac:picMk id="4" creationId="{C40A784B-04E8-7C48-1F22-7B2AD1BFCDFE}"/>
          </ac:picMkLst>
        </pc:picChg>
      </pc:sldChg>
      <pc:sldChg chg="addSp modSp mod">
        <pc:chgData name="이 은찬" userId="7171d596-a1e6-43c2-b263-57fdfdab9399" providerId="ADAL" clId="{84B8E845-A624-4E7E-AAB1-DF2C16F97486}" dt="2026-10-03T04:33:34.006" v="3468" actId="1076"/>
        <pc:sldMkLst>
          <pc:docMk/>
          <pc:sldMk cId="2661022117" sldId="270"/>
        </pc:sldMkLst>
        <pc:picChg chg="add mod">
          <ac:chgData name="이 은찬" userId="7171d596-a1e6-43c2-b263-57fdfdab9399" providerId="ADAL" clId="{84B8E845-A624-4E7E-AAB1-DF2C16F97486}" dt="2026-10-03T04:33:34.006" v="3468" actId="1076"/>
          <ac:picMkLst>
            <pc:docMk/>
            <pc:sldMk cId="2661022117" sldId="270"/>
            <ac:picMk id="3" creationId="{888A0CB2-5A9D-FB97-20BE-35995711E5A6}"/>
          </ac:picMkLst>
        </pc:picChg>
      </pc:sldChg>
      <pc:sldChg chg="del">
        <pc:chgData name="이 은찬" userId="7171d596-a1e6-43c2-b263-57fdfdab9399" providerId="ADAL" clId="{84B8E845-A624-4E7E-AAB1-DF2C16F97486}" dt="2026-10-03T04:52:56.734" v="3737" actId="47"/>
        <pc:sldMkLst>
          <pc:docMk/>
          <pc:sldMk cId="2919975388" sldId="271"/>
        </pc:sldMkLst>
      </pc:sldChg>
      <pc:sldChg chg="addSp delSp modSp add mod">
        <pc:chgData name="이 은찬" userId="7171d596-a1e6-43c2-b263-57fdfdab9399" providerId="ADAL" clId="{84B8E845-A624-4E7E-AAB1-DF2C16F97486}" dt="2026-10-03T06:10:25.260" v="4372" actId="1076"/>
        <pc:sldMkLst>
          <pc:docMk/>
          <pc:sldMk cId="1468056876" sldId="272"/>
        </pc:sldMkLst>
        <pc:spChg chg="mod">
          <ac:chgData name="이 은찬" userId="7171d596-a1e6-43c2-b263-57fdfdab9399" providerId="ADAL" clId="{84B8E845-A624-4E7E-AAB1-DF2C16F97486}" dt="2026-10-03T06:09:22.668" v="4360"/>
          <ac:spMkLst>
            <pc:docMk/>
            <pc:sldMk cId="1468056876" sldId="272"/>
            <ac:spMk id="6" creationId="{702A533B-750F-D3DA-05E5-BF140579B77C}"/>
          </ac:spMkLst>
        </pc:spChg>
        <pc:spChg chg="mod">
          <ac:chgData name="이 은찬" userId="7171d596-a1e6-43c2-b263-57fdfdab9399" providerId="ADAL" clId="{84B8E845-A624-4E7E-AAB1-DF2C16F97486}" dt="2026-10-03T06:09:57.377" v="4367" actId="255"/>
          <ac:spMkLst>
            <pc:docMk/>
            <pc:sldMk cId="1468056876" sldId="272"/>
            <ac:spMk id="7" creationId="{BA6F16A0-9C58-E2C5-EAC6-285D5992B700}"/>
          </ac:spMkLst>
        </pc:spChg>
        <pc:spChg chg="mod">
          <ac:chgData name="이 은찬" userId="7171d596-a1e6-43c2-b263-57fdfdab9399" providerId="ADAL" clId="{84B8E845-A624-4E7E-AAB1-DF2C16F97486}" dt="2026-10-03T06:09:22.668" v="4360"/>
          <ac:spMkLst>
            <pc:docMk/>
            <pc:sldMk cId="1468056876" sldId="272"/>
            <ac:spMk id="8" creationId="{3168F200-C15A-7DEE-8B3B-0700DE64E854}"/>
          </ac:spMkLst>
        </pc:spChg>
        <pc:spChg chg="mod">
          <ac:chgData name="이 은찬" userId="7171d596-a1e6-43c2-b263-57fdfdab9399" providerId="ADAL" clId="{84B8E845-A624-4E7E-AAB1-DF2C16F97486}" dt="2026-10-03T06:09:57.377" v="4367" actId="255"/>
          <ac:spMkLst>
            <pc:docMk/>
            <pc:sldMk cId="1468056876" sldId="272"/>
            <ac:spMk id="9" creationId="{DFD1A338-1A2E-A94C-E877-B5FD7BF6AB01}"/>
          </ac:spMkLst>
        </pc:spChg>
        <pc:spChg chg="mod">
          <ac:chgData name="이 은찬" userId="7171d596-a1e6-43c2-b263-57fdfdab9399" providerId="ADAL" clId="{84B8E845-A624-4E7E-AAB1-DF2C16F97486}" dt="2026-10-03T01:57:36.975" v="150" actId="20577"/>
          <ac:spMkLst>
            <pc:docMk/>
            <pc:sldMk cId="1468056876" sldId="272"/>
            <ac:spMk id="58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6:05:59.470" v="4342" actId="113"/>
          <ac:spMkLst>
            <pc:docMk/>
            <pc:sldMk cId="1468056876" sldId="272"/>
            <ac:spMk id="59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6:06:04.545" v="4343" actId="113"/>
          <ac:spMkLst>
            <pc:docMk/>
            <pc:sldMk cId="1468056876" sldId="272"/>
            <ac:spMk id="62" creationId="{00000000-0000-0000-0000-000000000000}"/>
          </ac:spMkLst>
        </pc:spChg>
        <pc:grpChg chg="add mod">
          <ac:chgData name="이 은찬" userId="7171d596-a1e6-43c2-b263-57fdfdab9399" providerId="ADAL" clId="{84B8E845-A624-4E7E-AAB1-DF2C16F97486}" dt="2026-10-03T06:10:25.260" v="4372" actId="1076"/>
          <ac:grpSpMkLst>
            <pc:docMk/>
            <pc:sldMk cId="1468056876" sldId="272"/>
            <ac:grpSpMk id="2" creationId="{DAE63B14-E732-26C8-79E1-2768CEF592C9}"/>
          </ac:grpSpMkLst>
        </pc:grpChg>
        <pc:grpChg chg="mod">
          <ac:chgData name="이 은찬" userId="7171d596-a1e6-43c2-b263-57fdfdab9399" providerId="ADAL" clId="{84B8E845-A624-4E7E-AAB1-DF2C16F97486}" dt="2026-10-03T06:09:22.668" v="4360"/>
          <ac:grpSpMkLst>
            <pc:docMk/>
            <pc:sldMk cId="1468056876" sldId="272"/>
            <ac:grpSpMk id="3" creationId="{7C3A767F-83BB-FD12-A589-D82DA76B03BD}"/>
          </ac:grpSpMkLst>
        </pc:grpChg>
        <pc:grpChg chg="mod">
          <ac:chgData name="이 은찬" userId="7171d596-a1e6-43c2-b263-57fdfdab9399" providerId="ADAL" clId="{84B8E845-A624-4E7E-AAB1-DF2C16F97486}" dt="2026-10-03T06:09:22.668" v="4360"/>
          <ac:grpSpMkLst>
            <pc:docMk/>
            <pc:sldMk cId="1468056876" sldId="272"/>
            <ac:grpSpMk id="5" creationId="{55405D80-DA08-2C3F-8474-6E812B033F40}"/>
          </ac:grpSpMkLst>
        </pc:grpChg>
        <pc:grpChg chg="del mod">
          <ac:chgData name="이 은찬" userId="7171d596-a1e6-43c2-b263-57fdfdab9399" providerId="ADAL" clId="{84B8E845-A624-4E7E-AAB1-DF2C16F97486}" dt="2026-10-03T06:10:04.077" v="4369" actId="478"/>
          <ac:grpSpMkLst>
            <pc:docMk/>
            <pc:sldMk cId="1468056876" sldId="272"/>
            <ac:grpSpMk id="18" creationId="{00000000-0000-0000-0000-000000000000}"/>
          </ac:grpSpMkLst>
        </pc:grpChg>
      </pc:sldChg>
      <pc:sldChg chg="addSp delSp modSp add del mod">
        <pc:chgData name="이 은찬" userId="7171d596-a1e6-43c2-b263-57fdfdab9399" providerId="ADAL" clId="{84B8E845-A624-4E7E-AAB1-DF2C16F97486}" dt="2026-10-03T04:40:22.340" v="3594" actId="47"/>
        <pc:sldMkLst>
          <pc:docMk/>
          <pc:sldMk cId="4038838865" sldId="273"/>
        </pc:sldMkLst>
        <pc:spChg chg="mod">
          <ac:chgData name="이 은찬" userId="7171d596-a1e6-43c2-b263-57fdfdab9399" providerId="ADAL" clId="{84B8E845-A624-4E7E-AAB1-DF2C16F97486}" dt="2026-10-03T02:46:03.215" v="573" actId="20577"/>
          <ac:spMkLst>
            <pc:docMk/>
            <pc:sldMk cId="4038838865" sldId="273"/>
            <ac:spMk id="6" creationId="{5A1E37DF-B5CC-CCF7-097F-8504787E7547}"/>
          </ac:spMkLst>
        </pc:spChg>
        <pc:spChg chg="mod">
          <ac:chgData name="이 은찬" userId="7171d596-a1e6-43c2-b263-57fdfdab9399" providerId="ADAL" clId="{84B8E845-A624-4E7E-AAB1-DF2C16F97486}" dt="2026-10-03T02:44:35.062" v="477"/>
          <ac:spMkLst>
            <pc:docMk/>
            <pc:sldMk cId="4038838865" sldId="273"/>
            <ac:spMk id="7" creationId="{D408C355-C02C-0396-ED0E-49D2039C4DAA}"/>
          </ac:spMkLst>
        </pc:spChg>
        <pc:spChg chg="mod">
          <ac:chgData name="이 은찬" userId="7171d596-a1e6-43c2-b263-57fdfdab9399" providerId="ADAL" clId="{84B8E845-A624-4E7E-AAB1-DF2C16F97486}" dt="2026-10-03T02:44:35.062" v="477"/>
          <ac:spMkLst>
            <pc:docMk/>
            <pc:sldMk cId="4038838865" sldId="273"/>
            <ac:spMk id="8" creationId="{EB511667-1812-485F-91F2-03A3B725A3CB}"/>
          </ac:spMkLst>
        </pc:spChg>
        <pc:spChg chg="add mod">
          <ac:chgData name="이 은찬" userId="7171d596-a1e6-43c2-b263-57fdfdab9399" providerId="ADAL" clId="{84B8E845-A624-4E7E-AAB1-DF2C16F97486}" dt="2026-10-03T02:50:55.573" v="755" actId="14100"/>
          <ac:spMkLst>
            <pc:docMk/>
            <pc:sldMk cId="4038838865" sldId="273"/>
            <ac:spMk id="10" creationId="{C9F175F2-0079-42FA-10BC-34AC17FF1E12}"/>
          </ac:spMkLst>
        </pc:spChg>
        <pc:spChg chg="add del mod">
          <ac:chgData name="이 은찬" userId="7171d596-a1e6-43c2-b263-57fdfdab9399" providerId="ADAL" clId="{84B8E845-A624-4E7E-AAB1-DF2C16F97486}" dt="2026-10-03T02:48:16.837" v="597" actId="478"/>
          <ac:spMkLst>
            <pc:docMk/>
            <pc:sldMk cId="4038838865" sldId="273"/>
            <ac:spMk id="12" creationId="{11D6998E-E5B5-9A8D-60FE-CBBFEF6538FF}"/>
          </ac:spMkLst>
        </pc:spChg>
        <pc:spChg chg="mod">
          <ac:chgData name="이 은찬" userId="7171d596-a1e6-43c2-b263-57fdfdab9399" providerId="ADAL" clId="{84B8E845-A624-4E7E-AAB1-DF2C16F97486}" dt="2026-10-03T02:50:41.183" v="752" actId="20577"/>
          <ac:spMkLst>
            <pc:docMk/>
            <pc:sldMk cId="4038838865" sldId="273"/>
            <ac:spMk id="15" creationId="{1F23B2C3-B9FC-AB49-82CD-3466095637C9}"/>
          </ac:spMkLst>
        </pc:spChg>
        <pc:spChg chg="mod">
          <ac:chgData name="이 은찬" userId="7171d596-a1e6-43c2-b263-57fdfdab9399" providerId="ADAL" clId="{84B8E845-A624-4E7E-AAB1-DF2C16F97486}" dt="2026-10-03T02:49:12.738" v="624" actId="14100"/>
          <ac:spMkLst>
            <pc:docMk/>
            <pc:sldMk cId="4038838865" sldId="273"/>
            <ac:spMk id="16" creationId="{F2C35FB4-5CDC-A169-654B-D282967A04DA}"/>
          </ac:spMkLst>
        </pc:spChg>
        <pc:spChg chg="mod">
          <ac:chgData name="이 은찬" userId="7171d596-a1e6-43c2-b263-57fdfdab9399" providerId="ADAL" clId="{84B8E845-A624-4E7E-AAB1-DF2C16F97486}" dt="2026-10-03T02:49:03.151" v="622" actId="1037"/>
          <ac:spMkLst>
            <pc:docMk/>
            <pc:sldMk cId="4038838865" sldId="273"/>
            <ac:spMk id="17" creationId="{8BF57D5A-C5EE-EC5B-5626-304200C18423}"/>
          </ac:spMkLst>
        </pc:spChg>
        <pc:spChg chg="mod">
          <ac:chgData name="이 은찬" userId="7171d596-a1e6-43c2-b263-57fdfdab9399" providerId="ADAL" clId="{84B8E845-A624-4E7E-AAB1-DF2C16F97486}" dt="2026-10-03T02:51:44.130" v="874" actId="20577"/>
          <ac:spMkLst>
            <pc:docMk/>
            <pc:sldMk cId="4038838865" sldId="273"/>
            <ac:spMk id="20" creationId="{2A170367-3CDA-1D23-C5A8-4C1877F64B78}"/>
          </ac:spMkLst>
        </pc:spChg>
        <pc:spChg chg="mod">
          <ac:chgData name="이 은찬" userId="7171d596-a1e6-43c2-b263-57fdfdab9399" providerId="ADAL" clId="{84B8E845-A624-4E7E-AAB1-DF2C16F97486}" dt="2026-10-03T02:51:11.799" v="756"/>
          <ac:spMkLst>
            <pc:docMk/>
            <pc:sldMk cId="4038838865" sldId="273"/>
            <ac:spMk id="21" creationId="{84AA21E0-85A2-E40F-4084-3E264E771337}"/>
          </ac:spMkLst>
        </pc:spChg>
        <pc:spChg chg="mod">
          <ac:chgData name="이 은찬" userId="7171d596-a1e6-43c2-b263-57fdfdab9399" providerId="ADAL" clId="{84B8E845-A624-4E7E-AAB1-DF2C16F97486}" dt="2026-10-03T02:51:20.902" v="759" actId="20577"/>
          <ac:spMkLst>
            <pc:docMk/>
            <pc:sldMk cId="4038838865" sldId="273"/>
            <ac:spMk id="22" creationId="{83B1E64A-CB46-3E78-5F91-0DE64BF313D4}"/>
          </ac:spMkLst>
        </pc:spChg>
        <pc:spChg chg="add mod">
          <ac:chgData name="이 은찬" userId="7171d596-a1e6-43c2-b263-57fdfdab9399" providerId="ADAL" clId="{84B8E845-A624-4E7E-AAB1-DF2C16F97486}" dt="2026-10-03T02:52:09.401" v="876" actId="1076"/>
          <ac:spMkLst>
            <pc:docMk/>
            <pc:sldMk cId="4038838865" sldId="273"/>
            <ac:spMk id="23" creationId="{B4A21C59-1C12-E2A6-960F-312D7CC901C7}"/>
          </ac:spMkLst>
        </pc:spChg>
        <pc:spChg chg="mod">
          <ac:chgData name="이 은찬" userId="7171d596-a1e6-43c2-b263-57fdfdab9399" providerId="ADAL" clId="{84B8E845-A624-4E7E-AAB1-DF2C16F97486}" dt="2026-10-03T04:39:38.410" v="3580"/>
          <ac:spMkLst>
            <pc:docMk/>
            <pc:sldMk cId="4038838865" sldId="273"/>
            <ac:spMk id="26" creationId="{979EC6E0-7ACB-5742-7884-68D54B082A35}"/>
          </ac:spMkLst>
        </pc:spChg>
        <pc:spChg chg="mod">
          <ac:chgData name="이 은찬" userId="7171d596-a1e6-43c2-b263-57fdfdab9399" providerId="ADAL" clId="{84B8E845-A624-4E7E-AAB1-DF2C16F97486}" dt="2026-10-03T04:39:38.410" v="3580"/>
          <ac:spMkLst>
            <pc:docMk/>
            <pc:sldMk cId="4038838865" sldId="273"/>
            <ac:spMk id="27" creationId="{47B3B612-265B-DE7C-46EC-923316246692}"/>
          </ac:spMkLst>
        </pc:spChg>
        <pc:spChg chg="mod">
          <ac:chgData name="이 은찬" userId="7171d596-a1e6-43c2-b263-57fdfdab9399" providerId="ADAL" clId="{84B8E845-A624-4E7E-AAB1-DF2C16F97486}" dt="2026-10-03T04:39:38.410" v="3580"/>
          <ac:spMkLst>
            <pc:docMk/>
            <pc:sldMk cId="4038838865" sldId="273"/>
            <ac:spMk id="28" creationId="{CD57D096-EF25-9521-497D-91D8B3446581}"/>
          </ac:spMkLst>
        </pc:spChg>
        <pc:grpChg chg="add mod">
          <ac:chgData name="이 은찬" userId="7171d596-a1e6-43c2-b263-57fdfdab9399" providerId="ADAL" clId="{84B8E845-A624-4E7E-AAB1-DF2C16F97486}" dt="2026-10-03T02:44:35.062" v="477"/>
          <ac:grpSpMkLst>
            <pc:docMk/>
            <pc:sldMk cId="4038838865" sldId="273"/>
            <ac:grpSpMk id="4" creationId="{62981F9E-D36F-D0A9-4E5D-A1B944E73136}"/>
          </ac:grpSpMkLst>
        </pc:grpChg>
        <pc:grpChg chg="mod">
          <ac:chgData name="이 은찬" userId="7171d596-a1e6-43c2-b263-57fdfdab9399" providerId="ADAL" clId="{84B8E845-A624-4E7E-AAB1-DF2C16F97486}" dt="2026-10-03T02:44:35.062" v="477"/>
          <ac:grpSpMkLst>
            <pc:docMk/>
            <pc:sldMk cId="4038838865" sldId="273"/>
            <ac:grpSpMk id="5" creationId="{73ED9472-2BDC-674C-6DD0-EAF7A5789581}"/>
          </ac:grpSpMkLst>
        </pc:grpChg>
        <pc:grpChg chg="add mod">
          <ac:chgData name="이 은찬" userId="7171d596-a1e6-43c2-b263-57fdfdab9399" providerId="ADAL" clId="{84B8E845-A624-4E7E-AAB1-DF2C16F97486}" dt="2026-10-03T02:48:30.684" v="600" actId="1076"/>
          <ac:grpSpMkLst>
            <pc:docMk/>
            <pc:sldMk cId="4038838865" sldId="273"/>
            <ac:grpSpMk id="13" creationId="{D317BD3F-3C26-91F2-0113-ED2108B9280E}"/>
          </ac:grpSpMkLst>
        </pc:grpChg>
        <pc:grpChg chg="mod">
          <ac:chgData name="이 은찬" userId="7171d596-a1e6-43c2-b263-57fdfdab9399" providerId="ADAL" clId="{84B8E845-A624-4E7E-AAB1-DF2C16F97486}" dt="2026-10-03T02:48:25.318" v="599"/>
          <ac:grpSpMkLst>
            <pc:docMk/>
            <pc:sldMk cId="4038838865" sldId="273"/>
            <ac:grpSpMk id="14" creationId="{D33265D5-F20A-56F9-A294-101EC2CB6BBF}"/>
          </ac:grpSpMkLst>
        </pc:grpChg>
        <pc:grpChg chg="add mod">
          <ac:chgData name="이 은찬" userId="7171d596-a1e6-43c2-b263-57fdfdab9399" providerId="ADAL" clId="{84B8E845-A624-4E7E-AAB1-DF2C16F97486}" dt="2026-10-03T02:51:19.149" v="757" actId="1076"/>
          <ac:grpSpMkLst>
            <pc:docMk/>
            <pc:sldMk cId="4038838865" sldId="273"/>
            <ac:grpSpMk id="18" creationId="{83B51A87-DF90-3D09-D221-B54D0AB9FD3B}"/>
          </ac:grpSpMkLst>
        </pc:grpChg>
        <pc:grpChg chg="mod">
          <ac:chgData name="이 은찬" userId="7171d596-a1e6-43c2-b263-57fdfdab9399" providerId="ADAL" clId="{84B8E845-A624-4E7E-AAB1-DF2C16F97486}" dt="2026-10-03T02:51:11.799" v="756"/>
          <ac:grpSpMkLst>
            <pc:docMk/>
            <pc:sldMk cId="4038838865" sldId="273"/>
            <ac:grpSpMk id="19" creationId="{DA54E09B-1C67-AD5E-B831-8E25C10449E6}"/>
          </ac:grpSpMkLst>
        </pc:grpChg>
        <pc:grpChg chg="add mod">
          <ac:chgData name="이 은찬" userId="7171d596-a1e6-43c2-b263-57fdfdab9399" providerId="ADAL" clId="{84B8E845-A624-4E7E-AAB1-DF2C16F97486}" dt="2026-10-03T04:39:38.410" v="3580"/>
          <ac:grpSpMkLst>
            <pc:docMk/>
            <pc:sldMk cId="4038838865" sldId="273"/>
            <ac:grpSpMk id="24" creationId="{8F2E4EBD-F970-AC42-52AC-C5522DD213EC}"/>
          </ac:grpSpMkLst>
        </pc:grpChg>
        <pc:grpChg chg="mod">
          <ac:chgData name="이 은찬" userId="7171d596-a1e6-43c2-b263-57fdfdab9399" providerId="ADAL" clId="{84B8E845-A624-4E7E-AAB1-DF2C16F97486}" dt="2026-10-03T04:39:38.410" v="3580"/>
          <ac:grpSpMkLst>
            <pc:docMk/>
            <pc:sldMk cId="4038838865" sldId="273"/>
            <ac:grpSpMk id="25" creationId="{B030F0CB-D552-F7A7-C368-63938E8E4CF8}"/>
          </ac:grpSpMkLst>
        </pc:grpChg>
        <pc:grpChg chg="del">
          <ac:chgData name="이 은찬" userId="7171d596-a1e6-43c2-b263-57fdfdab9399" providerId="ADAL" clId="{84B8E845-A624-4E7E-AAB1-DF2C16F97486}" dt="2026-10-03T02:44:26.024" v="474" actId="478"/>
          <ac:grpSpMkLst>
            <pc:docMk/>
            <pc:sldMk cId="4038838865" sldId="273"/>
            <ac:grpSpMk id="35" creationId="{00000000-0000-0000-0000-000000000000}"/>
          </ac:grpSpMkLst>
        </pc:grpChg>
        <pc:graphicFrameChg chg="del">
          <ac:chgData name="이 은찬" userId="7171d596-a1e6-43c2-b263-57fdfdab9399" providerId="ADAL" clId="{84B8E845-A624-4E7E-AAB1-DF2C16F97486}" dt="2026-10-03T02:46:28.057" v="574" actId="478"/>
          <ac:graphicFrameMkLst>
            <pc:docMk/>
            <pc:sldMk cId="4038838865" sldId="273"/>
            <ac:graphicFrameMk id="11" creationId="{00000000-0000-0000-0000-000000000000}"/>
          </ac:graphicFrameMkLst>
        </pc:graphicFrameChg>
      </pc:sldChg>
      <pc:sldChg chg="addSp delSp modSp add mod">
        <pc:chgData name="이 은찬" userId="7171d596-a1e6-43c2-b263-57fdfdab9399" providerId="ADAL" clId="{84B8E845-A624-4E7E-AAB1-DF2C16F97486}" dt="2026-10-03T06:32:27.342" v="4672" actId="207"/>
        <pc:sldMkLst>
          <pc:docMk/>
          <pc:sldMk cId="2003696341" sldId="274"/>
        </pc:sldMkLst>
        <pc:spChg chg="add mod">
          <ac:chgData name="이 은찬" userId="7171d596-a1e6-43c2-b263-57fdfdab9399" providerId="ADAL" clId="{84B8E845-A624-4E7E-AAB1-DF2C16F97486}" dt="2026-10-03T06:32:27.342" v="4672" actId="207"/>
          <ac:spMkLst>
            <pc:docMk/>
            <pc:sldMk cId="2003696341" sldId="274"/>
            <ac:spMk id="4" creationId="{6AC4BE56-2517-14EB-2368-E703864108EB}"/>
          </ac:spMkLst>
        </pc:spChg>
        <pc:spChg chg="mod">
          <ac:chgData name="이 은찬" userId="7171d596-a1e6-43c2-b263-57fdfdab9399" providerId="ADAL" clId="{84B8E845-A624-4E7E-AAB1-DF2C16F97486}" dt="2026-10-03T02:52:43.443" v="906" actId="20577"/>
          <ac:spMkLst>
            <pc:docMk/>
            <pc:sldMk cId="2003696341" sldId="274"/>
            <ac:spMk id="6" creationId="{5A1E37DF-B5CC-CCF7-097F-8504787E7547}"/>
          </ac:spMkLst>
        </pc:spChg>
        <pc:spChg chg="mod">
          <ac:chgData name="이 은찬" userId="7171d596-a1e6-43c2-b263-57fdfdab9399" providerId="ADAL" clId="{84B8E845-A624-4E7E-AAB1-DF2C16F97486}" dt="2026-10-03T03:33:13.131" v="1846" actId="20577"/>
          <ac:spMkLst>
            <pc:docMk/>
            <pc:sldMk cId="2003696341" sldId="274"/>
            <ac:spMk id="8" creationId="{EB511667-1812-485F-91F2-03A3B725A3CB}"/>
          </ac:spMkLst>
        </pc:spChg>
        <pc:spChg chg="del">
          <ac:chgData name="이 은찬" userId="7171d596-a1e6-43c2-b263-57fdfdab9399" providerId="ADAL" clId="{84B8E845-A624-4E7E-AAB1-DF2C16F97486}" dt="2026-10-03T02:52:36.021" v="878" actId="478"/>
          <ac:spMkLst>
            <pc:docMk/>
            <pc:sldMk cId="2003696341" sldId="274"/>
            <ac:spMk id="10" creationId="{C9F175F2-0079-42FA-10BC-34AC17FF1E12}"/>
          </ac:spMkLst>
        </pc:spChg>
        <pc:spChg chg="add mod">
          <ac:chgData name="이 은찬" userId="7171d596-a1e6-43c2-b263-57fdfdab9399" providerId="ADAL" clId="{84B8E845-A624-4E7E-AAB1-DF2C16F97486}" dt="2026-10-03T06:31:42.416" v="4662" actId="20577"/>
          <ac:spMkLst>
            <pc:docMk/>
            <pc:sldMk cId="2003696341" sldId="274"/>
            <ac:spMk id="11" creationId="{85C1EBB4-E1E7-1D50-20DE-C572F9829AF7}"/>
          </ac:spMkLst>
        </pc:spChg>
        <pc:spChg chg="add">
          <ac:chgData name="이 은찬" userId="7171d596-a1e6-43c2-b263-57fdfdab9399" providerId="ADAL" clId="{84B8E845-A624-4E7E-AAB1-DF2C16F97486}" dt="2026-10-03T02:56:47.908" v="936"/>
          <ac:spMkLst>
            <pc:docMk/>
            <pc:sldMk cId="2003696341" sldId="274"/>
            <ac:spMk id="12" creationId="{0AF56750-E69A-0F08-6E47-06B57CFDFA27}"/>
          </ac:spMkLst>
        </pc:spChg>
        <pc:spChg chg="del">
          <ac:chgData name="이 은찬" userId="7171d596-a1e6-43c2-b263-57fdfdab9399" providerId="ADAL" clId="{84B8E845-A624-4E7E-AAB1-DF2C16F97486}" dt="2026-10-03T02:52:36.021" v="878" actId="478"/>
          <ac:spMkLst>
            <pc:docMk/>
            <pc:sldMk cId="2003696341" sldId="274"/>
            <ac:spMk id="23" creationId="{B4A21C59-1C12-E2A6-960F-312D7CC901C7}"/>
          </ac:spMkLst>
        </pc:spChg>
        <pc:spChg chg="add del mod">
          <ac:chgData name="이 은찬" userId="7171d596-a1e6-43c2-b263-57fdfdab9399" providerId="ADAL" clId="{84B8E845-A624-4E7E-AAB1-DF2C16F97486}" dt="2026-10-03T02:58:48.061" v="955" actId="478"/>
          <ac:spMkLst>
            <pc:docMk/>
            <pc:sldMk cId="2003696341" sldId="274"/>
            <ac:spMk id="26" creationId="{07C1447C-879A-C59D-B4B0-3349736E436F}"/>
          </ac:spMkLst>
        </pc:spChg>
        <pc:spChg chg="add del mod">
          <ac:chgData name="이 은찬" userId="7171d596-a1e6-43c2-b263-57fdfdab9399" providerId="ADAL" clId="{84B8E845-A624-4E7E-AAB1-DF2C16F97486}" dt="2026-10-03T02:58:48.066" v="957"/>
          <ac:spMkLst>
            <pc:docMk/>
            <pc:sldMk cId="2003696341" sldId="274"/>
            <ac:spMk id="27" creationId="{679107AD-CED1-336E-D9BC-07C8B9B0C030}"/>
          </ac:spMkLst>
        </pc:spChg>
        <pc:spChg chg="add del mod">
          <ac:chgData name="이 은찬" userId="7171d596-a1e6-43c2-b263-57fdfdab9399" providerId="ADAL" clId="{84B8E845-A624-4E7E-AAB1-DF2C16F97486}" dt="2026-10-03T04:06:55.631" v="2991" actId="478"/>
          <ac:spMkLst>
            <pc:docMk/>
            <pc:sldMk cId="2003696341" sldId="274"/>
            <ac:spMk id="28" creationId="{F9DCDCF8-F5B8-DA68-BA50-46B55A00AE18}"/>
          </ac:spMkLst>
        </pc:spChg>
        <pc:spChg chg="mod">
          <ac:chgData name="이 은찬" userId="7171d596-a1e6-43c2-b263-57fdfdab9399" providerId="ADAL" clId="{84B8E845-A624-4E7E-AAB1-DF2C16F97486}" dt="2026-10-03T03:47:32.891" v="2403" actId="20577"/>
          <ac:spMkLst>
            <pc:docMk/>
            <pc:sldMk cId="2003696341" sldId="274"/>
            <ac:spMk id="31" creationId="{C1E058C1-8AAF-AE76-7C38-254B98CD19BD}"/>
          </ac:spMkLst>
        </pc:spChg>
        <pc:spChg chg="mod">
          <ac:chgData name="이 은찬" userId="7171d596-a1e6-43c2-b263-57fdfdab9399" providerId="ADAL" clId="{84B8E845-A624-4E7E-AAB1-DF2C16F97486}" dt="2026-10-03T03:47:23.387" v="2374"/>
          <ac:spMkLst>
            <pc:docMk/>
            <pc:sldMk cId="2003696341" sldId="274"/>
            <ac:spMk id="32" creationId="{47476463-6039-C9F2-E3FD-0CAAC3B3A5E6}"/>
          </ac:spMkLst>
        </pc:spChg>
        <pc:spChg chg="mod">
          <ac:chgData name="이 은찬" userId="7171d596-a1e6-43c2-b263-57fdfdab9399" providerId="ADAL" clId="{84B8E845-A624-4E7E-AAB1-DF2C16F97486}" dt="2026-10-03T03:47:28.278" v="2376" actId="20577"/>
          <ac:spMkLst>
            <pc:docMk/>
            <pc:sldMk cId="2003696341" sldId="274"/>
            <ac:spMk id="33" creationId="{8EDF2654-BE01-EF84-31E7-1DC08914F93A}"/>
          </ac:spMkLst>
        </pc:spChg>
        <pc:grpChg chg="del">
          <ac:chgData name="이 은찬" userId="7171d596-a1e6-43c2-b263-57fdfdab9399" providerId="ADAL" clId="{84B8E845-A624-4E7E-AAB1-DF2C16F97486}" dt="2026-10-03T03:47:23.081" v="2373" actId="478"/>
          <ac:grpSpMkLst>
            <pc:docMk/>
            <pc:sldMk cId="2003696341" sldId="274"/>
            <ac:grpSpMk id="4" creationId="{62981F9E-D36F-D0A9-4E5D-A1B944E73136}"/>
          </ac:grpSpMkLst>
        </pc:grpChg>
        <pc:grpChg chg="del">
          <ac:chgData name="이 은찬" userId="7171d596-a1e6-43c2-b263-57fdfdab9399" providerId="ADAL" clId="{84B8E845-A624-4E7E-AAB1-DF2C16F97486}" dt="2026-10-03T02:52:38.134" v="879" actId="478"/>
          <ac:grpSpMkLst>
            <pc:docMk/>
            <pc:sldMk cId="2003696341" sldId="274"/>
            <ac:grpSpMk id="13" creationId="{D317BD3F-3C26-91F2-0113-ED2108B9280E}"/>
          </ac:grpSpMkLst>
        </pc:grpChg>
        <pc:grpChg chg="del">
          <ac:chgData name="이 은찬" userId="7171d596-a1e6-43c2-b263-57fdfdab9399" providerId="ADAL" clId="{84B8E845-A624-4E7E-AAB1-DF2C16F97486}" dt="2026-10-03T02:52:36.021" v="878" actId="478"/>
          <ac:grpSpMkLst>
            <pc:docMk/>
            <pc:sldMk cId="2003696341" sldId="274"/>
            <ac:grpSpMk id="18" creationId="{83B51A87-DF90-3D09-D221-B54D0AB9FD3B}"/>
          </ac:grpSpMkLst>
        </pc:grpChg>
        <pc:grpChg chg="add mod">
          <ac:chgData name="이 은찬" userId="7171d596-a1e6-43c2-b263-57fdfdab9399" providerId="ADAL" clId="{84B8E845-A624-4E7E-AAB1-DF2C16F97486}" dt="2026-10-03T03:47:23.387" v="2374"/>
          <ac:grpSpMkLst>
            <pc:docMk/>
            <pc:sldMk cId="2003696341" sldId="274"/>
            <ac:grpSpMk id="29" creationId="{EB076271-AAE1-C8D2-4009-72DA8A196114}"/>
          </ac:grpSpMkLst>
        </pc:grpChg>
        <pc:grpChg chg="mod">
          <ac:chgData name="이 은찬" userId="7171d596-a1e6-43c2-b263-57fdfdab9399" providerId="ADAL" clId="{84B8E845-A624-4E7E-AAB1-DF2C16F97486}" dt="2026-10-03T03:47:23.387" v="2374"/>
          <ac:grpSpMkLst>
            <pc:docMk/>
            <pc:sldMk cId="2003696341" sldId="274"/>
            <ac:grpSpMk id="30" creationId="{0C5DEEEB-0296-5683-6F87-98A3B5EA9F94}"/>
          </ac:grpSpMkLst>
        </pc:grpChg>
        <pc:picChg chg="add mod modCrop">
          <ac:chgData name="이 은찬" userId="7171d596-a1e6-43c2-b263-57fdfdab9399" providerId="ADAL" clId="{84B8E845-A624-4E7E-AAB1-DF2C16F97486}" dt="2026-10-03T04:07:06.912" v="2994" actId="1076"/>
          <ac:picMkLst>
            <pc:docMk/>
            <pc:sldMk cId="2003696341" sldId="274"/>
            <ac:picMk id="24" creationId="{02E54112-1E19-CCC0-E200-0A28C9059A07}"/>
          </ac:picMkLst>
        </pc:picChg>
      </pc:sldChg>
      <pc:sldChg chg="add del">
        <pc:chgData name="이 은찬" userId="7171d596-a1e6-43c2-b263-57fdfdab9399" providerId="ADAL" clId="{84B8E845-A624-4E7E-AAB1-DF2C16F97486}" dt="2026-10-03T02:44:28.445" v="476"/>
        <pc:sldMkLst>
          <pc:docMk/>
          <pc:sldMk cId="4155685703" sldId="274"/>
        </pc:sldMkLst>
      </pc:sldChg>
      <pc:sldChg chg="addSp delSp modSp add mod ord">
        <pc:chgData name="이 은찬" userId="7171d596-a1e6-43c2-b263-57fdfdab9399" providerId="ADAL" clId="{84B8E845-A624-4E7E-AAB1-DF2C16F97486}" dt="2026-10-03T03:18:27.200" v="1264" actId="14100"/>
        <pc:sldMkLst>
          <pc:docMk/>
          <pc:sldMk cId="1598805440" sldId="275"/>
        </pc:sldMkLst>
        <pc:spChg chg="add">
          <ac:chgData name="이 은찬" userId="7171d596-a1e6-43c2-b263-57fdfdab9399" providerId="ADAL" clId="{84B8E845-A624-4E7E-AAB1-DF2C16F97486}" dt="2026-10-03T03:11:42.760" v="1047"/>
          <ac:spMkLst>
            <pc:docMk/>
            <pc:sldMk cId="1598805440" sldId="275"/>
            <ac:spMk id="2" creationId="{F3300FC3-AA27-27B2-69BB-D98765762695}"/>
          </ac:spMkLst>
        </pc:spChg>
        <pc:spChg chg="add">
          <ac:chgData name="이 은찬" userId="7171d596-a1e6-43c2-b263-57fdfdab9399" providerId="ADAL" clId="{84B8E845-A624-4E7E-AAB1-DF2C16F97486}" dt="2026-10-03T03:13:15.468" v="1054"/>
          <ac:spMkLst>
            <pc:docMk/>
            <pc:sldMk cId="1598805440" sldId="275"/>
            <ac:spMk id="4" creationId="{352A1CAE-611F-F300-EE15-B0ACE24C28C3}"/>
          </ac:spMkLst>
        </pc:spChg>
        <pc:spChg chg="add del mod">
          <ac:chgData name="이 은찬" userId="7171d596-a1e6-43c2-b263-57fdfdab9399" providerId="ADAL" clId="{84B8E845-A624-4E7E-AAB1-DF2C16F97486}" dt="2026-10-03T03:15:52.507" v="1078" actId="478"/>
          <ac:spMkLst>
            <pc:docMk/>
            <pc:sldMk cId="1598805440" sldId="275"/>
            <ac:spMk id="6" creationId="{21E93CEC-2BCE-A71B-5A18-770F2D144CED}"/>
          </ac:spMkLst>
        </pc:spChg>
        <pc:spChg chg="add mod">
          <ac:chgData name="이 은찬" userId="7171d596-a1e6-43c2-b263-57fdfdab9399" providerId="ADAL" clId="{84B8E845-A624-4E7E-AAB1-DF2C16F97486}" dt="2026-10-03T03:18:27.200" v="1264" actId="14100"/>
          <ac:spMkLst>
            <pc:docMk/>
            <pc:sldMk cId="1598805440" sldId="275"/>
            <ac:spMk id="7" creationId="{A6180808-8A34-E9BC-9310-E9BA65B48220}"/>
          </ac:spMkLst>
        </pc:spChg>
        <pc:spChg chg="mod">
          <ac:chgData name="이 은찬" userId="7171d596-a1e6-43c2-b263-57fdfdab9399" providerId="ADAL" clId="{84B8E845-A624-4E7E-AAB1-DF2C16F97486}" dt="2026-10-03T03:02:40.757" v="1046" actId="20577"/>
          <ac:spMkLst>
            <pc:docMk/>
            <pc:sldMk cId="1598805440" sldId="275"/>
            <ac:spMk id="8" creationId="{00000000-0000-0000-0000-000000000000}"/>
          </ac:spMkLst>
        </pc:spChg>
        <pc:spChg chg="add mod">
          <ac:chgData name="이 은찬" userId="7171d596-a1e6-43c2-b263-57fdfdab9399" providerId="ADAL" clId="{84B8E845-A624-4E7E-AAB1-DF2C16F97486}" dt="2026-10-03T03:17:56.125" v="1263" actId="1076"/>
          <ac:spMkLst>
            <pc:docMk/>
            <pc:sldMk cId="1598805440" sldId="275"/>
            <ac:spMk id="11" creationId="{8E61CD36-C972-184F-0FC4-66D3C5D68705}"/>
          </ac:spMkLst>
        </pc:spChg>
        <pc:picChg chg="add del mod modCrop">
          <ac:chgData name="이 은찬" userId="7171d596-a1e6-43c2-b263-57fdfdab9399" providerId="ADAL" clId="{84B8E845-A624-4E7E-AAB1-DF2C16F97486}" dt="2026-10-03T03:13:02.639" v="1053" actId="478"/>
          <ac:picMkLst>
            <pc:docMk/>
            <pc:sldMk cId="1598805440" sldId="275"/>
            <ac:picMk id="3" creationId="{13FADE16-2C66-AAD1-8F3A-DEF94F4C74CC}"/>
          </ac:picMkLst>
        </pc:picChg>
        <pc:picChg chg="add mod">
          <ac:chgData name="이 은찬" userId="7171d596-a1e6-43c2-b263-57fdfdab9399" providerId="ADAL" clId="{84B8E845-A624-4E7E-AAB1-DF2C16F97486}" dt="2026-10-03T03:16:11.940" v="1081" actId="14100"/>
          <ac:picMkLst>
            <pc:docMk/>
            <pc:sldMk cId="1598805440" sldId="275"/>
            <ac:picMk id="5" creationId="{01D8E59E-456E-0F11-B786-A03E3F3A7FFB}"/>
          </ac:picMkLst>
        </pc:picChg>
      </pc:sldChg>
      <pc:sldChg chg="addSp delSp modSp add mod">
        <pc:chgData name="이 은찬" userId="7171d596-a1e6-43c2-b263-57fdfdab9399" providerId="ADAL" clId="{84B8E845-A624-4E7E-AAB1-DF2C16F97486}" dt="2026-10-03T05:28:15.242" v="3988" actId="207"/>
        <pc:sldMkLst>
          <pc:docMk/>
          <pc:sldMk cId="1625460004" sldId="276"/>
        </pc:sldMkLst>
        <pc:spChg chg="mod">
          <ac:chgData name="이 은찬" userId="7171d596-a1e6-43c2-b263-57fdfdab9399" providerId="ADAL" clId="{84B8E845-A624-4E7E-AAB1-DF2C16F97486}" dt="2026-10-03T03:35:26.399" v="1971" actId="1076"/>
          <ac:spMkLst>
            <pc:docMk/>
            <pc:sldMk cId="1625460004" sldId="276"/>
            <ac:spMk id="4" creationId="{B7F59C59-2A64-A30C-9290-55F4A4C5FECC}"/>
          </ac:spMkLst>
        </pc:spChg>
        <pc:spChg chg="mod">
          <ac:chgData name="이 은찬" userId="7171d596-a1e6-43c2-b263-57fdfdab9399" providerId="ADAL" clId="{84B8E845-A624-4E7E-AAB1-DF2C16F97486}" dt="2026-10-03T05:12:07.747" v="3974" actId="207"/>
          <ac:spMkLst>
            <pc:docMk/>
            <pc:sldMk cId="1625460004" sldId="276"/>
            <ac:spMk id="6" creationId="{D3086C3C-BC29-E36E-1CB1-0AA08F24BC10}"/>
          </ac:spMkLst>
        </pc:spChg>
        <pc:spChg chg="del">
          <ac:chgData name="이 은찬" userId="7171d596-a1e6-43c2-b263-57fdfdab9399" providerId="ADAL" clId="{84B8E845-A624-4E7E-AAB1-DF2C16F97486}" dt="2026-10-03T03:18:40.638" v="1266" actId="478"/>
          <ac:spMkLst>
            <pc:docMk/>
            <pc:sldMk cId="1625460004" sldId="276"/>
            <ac:spMk id="7" creationId="{A6180808-8A34-E9BC-9310-E9BA65B48220}"/>
          </ac:spMkLst>
        </pc:spChg>
        <pc:spChg chg="del">
          <ac:chgData name="이 은찬" userId="7171d596-a1e6-43c2-b263-57fdfdab9399" providerId="ADAL" clId="{84B8E845-A624-4E7E-AAB1-DF2C16F97486}" dt="2026-10-03T03:18:41.683" v="1267" actId="478"/>
          <ac:spMkLst>
            <pc:docMk/>
            <pc:sldMk cId="1625460004" sldId="276"/>
            <ac:spMk id="11" creationId="{8E61CD36-C972-184F-0FC4-66D3C5D68705}"/>
          </ac:spMkLst>
        </pc:spChg>
        <pc:spChg chg="mod">
          <ac:chgData name="이 은찬" userId="7171d596-a1e6-43c2-b263-57fdfdab9399" providerId="ADAL" clId="{84B8E845-A624-4E7E-AAB1-DF2C16F97486}" dt="2026-10-03T05:12:10.231" v="3975" actId="14100"/>
          <ac:spMkLst>
            <pc:docMk/>
            <pc:sldMk cId="1625460004" sldId="276"/>
            <ac:spMk id="13" creationId="{A9F26C73-D4DE-543C-D0A3-4814F1D48A22}"/>
          </ac:spMkLst>
        </pc:spChg>
        <pc:spChg chg="add mod">
          <ac:chgData name="이 은찬" userId="7171d596-a1e6-43c2-b263-57fdfdab9399" providerId="ADAL" clId="{84B8E845-A624-4E7E-AAB1-DF2C16F97486}" dt="2026-10-03T05:27:56.865" v="3985" actId="208"/>
          <ac:spMkLst>
            <pc:docMk/>
            <pc:sldMk cId="1625460004" sldId="276"/>
            <ac:spMk id="14" creationId="{D4983C1E-0649-193D-32E2-E95B13FCA23E}"/>
          </ac:spMkLst>
        </pc:spChg>
        <pc:spChg chg="mod">
          <ac:chgData name="이 은찬" userId="7171d596-a1e6-43c2-b263-57fdfdab9399" providerId="ADAL" clId="{84B8E845-A624-4E7E-AAB1-DF2C16F97486}" dt="2026-10-03T03:21:49.074" v="1430" actId="1076"/>
          <ac:spMkLst>
            <pc:docMk/>
            <pc:sldMk cId="1625460004" sldId="276"/>
            <ac:spMk id="17" creationId="{68EB7A8A-4403-FA6C-4BF8-A7E02DF29DBE}"/>
          </ac:spMkLst>
        </pc:spChg>
        <pc:spChg chg="mod">
          <ac:chgData name="이 은찬" userId="7171d596-a1e6-43c2-b263-57fdfdab9399" providerId="ADAL" clId="{84B8E845-A624-4E7E-AAB1-DF2C16F97486}" dt="2026-10-03T05:27:45.683" v="3983" actId="207"/>
          <ac:spMkLst>
            <pc:docMk/>
            <pc:sldMk cId="1625460004" sldId="276"/>
            <ac:spMk id="18" creationId="{A49F1205-B5B4-AFBD-8E2B-3A499A208811}"/>
          </ac:spMkLst>
        </pc:spChg>
        <pc:spChg chg="mod">
          <ac:chgData name="이 은찬" userId="7171d596-a1e6-43c2-b263-57fdfdab9399" providerId="ADAL" clId="{84B8E845-A624-4E7E-AAB1-DF2C16F97486}" dt="2026-10-03T05:27:40.627" v="3982" actId="207"/>
          <ac:spMkLst>
            <pc:docMk/>
            <pc:sldMk cId="1625460004" sldId="276"/>
            <ac:spMk id="19" creationId="{D59B6DD5-4F91-FB02-1709-7F3BE72AF0DC}"/>
          </ac:spMkLst>
        </pc:spChg>
        <pc:spChg chg="add mod">
          <ac:chgData name="이 은찬" userId="7171d596-a1e6-43c2-b263-57fdfdab9399" providerId="ADAL" clId="{84B8E845-A624-4E7E-AAB1-DF2C16F97486}" dt="2026-10-03T05:27:58.856" v="3986" actId="208"/>
          <ac:spMkLst>
            <pc:docMk/>
            <pc:sldMk cId="1625460004" sldId="276"/>
            <ac:spMk id="20" creationId="{BE5322C0-1B5E-FF4F-1658-5750BEA8F3B2}"/>
          </ac:spMkLst>
        </pc:spChg>
        <pc:spChg chg="mod">
          <ac:chgData name="이 은찬" userId="7171d596-a1e6-43c2-b263-57fdfdab9399" providerId="ADAL" clId="{84B8E845-A624-4E7E-AAB1-DF2C16F97486}" dt="2026-10-03T03:26:28.961" v="1671" actId="14100"/>
          <ac:spMkLst>
            <pc:docMk/>
            <pc:sldMk cId="1625460004" sldId="276"/>
            <ac:spMk id="23" creationId="{5F30466F-BA9F-EC5A-3FB0-D19E4B25B497}"/>
          </ac:spMkLst>
        </pc:spChg>
        <pc:spChg chg="mod">
          <ac:chgData name="이 은찬" userId="7171d596-a1e6-43c2-b263-57fdfdab9399" providerId="ADAL" clId="{84B8E845-A624-4E7E-AAB1-DF2C16F97486}" dt="2026-10-03T05:27:53.258" v="3984" actId="207"/>
          <ac:spMkLst>
            <pc:docMk/>
            <pc:sldMk cId="1625460004" sldId="276"/>
            <ac:spMk id="24" creationId="{3DE17034-32A5-EDF7-24E7-8B30A15C7B27}"/>
          </ac:spMkLst>
        </pc:spChg>
        <pc:spChg chg="mod">
          <ac:chgData name="이 은찬" userId="7171d596-a1e6-43c2-b263-57fdfdab9399" providerId="ADAL" clId="{84B8E845-A624-4E7E-AAB1-DF2C16F97486}" dt="2026-10-03T03:22:09.372" v="1434" actId="20577"/>
          <ac:spMkLst>
            <pc:docMk/>
            <pc:sldMk cId="1625460004" sldId="276"/>
            <ac:spMk id="25" creationId="{E203D596-D344-D9D1-2EB2-C0857F4C7493}"/>
          </ac:spMkLst>
        </pc:spChg>
        <pc:spChg chg="add mod">
          <ac:chgData name="이 은찬" userId="7171d596-a1e6-43c2-b263-57fdfdab9399" providerId="ADAL" clId="{84B8E845-A624-4E7E-AAB1-DF2C16F97486}" dt="2026-10-03T05:12:36.550" v="3979" actId="208"/>
          <ac:spMkLst>
            <pc:docMk/>
            <pc:sldMk cId="1625460004" sldId="276"/>
            <ac:spMk id="26" creationId="{BEA714A9-CCF4-CCFD-9831-4CD90E022C5A}"/>
          </ac:spMkLst>
        </pc:spChg>
        <pc:spChg chg="mod">
          <ac:chgData name="이 은찬" userId="7171d596-a1e6-43c2-b263-57fdfdab9399" providerId="ADAL" clId="{84B8E845-A624-4E7E-AAB1-DF2C16F97486}" dt="2026-10-03T03:23:40.228" v="1645" actId="20577"/>
          <ac:spMkLst>
            <pc:docMk/>
            <pc:sldMk cId="1625460004" sldId="276"/>
            <ac:spMk id="29" creationId="{E89BDF46-312C-20D9-275F-410FF03A4846}"/>
          </ac:spMkLst>
        </pc:spChg>
        <pc:spChg chg="mod">
          <ac:chgData name="이 은찬" userId="7171d596-a1e6-43c2-b263-57fdfdab9399" providerId="ADAL" clId="{84B8E845-A624-4E7E-AAB1-DF2C16F97486}" dt="2026-10-03T05:28:15.242" v="3988" actId="207"/>
          <ac:spMkLst>
            <pc:docMk/>
            <pc:sldMk cId="1625460004" sldId="276"/>
            <ac:spMk id="30" creationId="{C5FEA864-A265-8E1B-3393-D6848190A7AF}"/>
          </ac:spMkLst>
        </pc:spChg>
        <pc:spChg chg="mod">
          <ac:chgData name="이 은찬" userId="7171d596-a1e6-43c2-b263-57fdfdab9399" providerId="ADAL" clId="{84B8E845-A624-4E7E-AAB1-DF2C16F97486}" dt="2026-10-03T03:27:05.409" v="1677" actId="20577"/>
          <ac:spMkLst>
            <pc:docMk/>
            <pc:sldMk cId="1625460004" sldId="276"/>
            <ac:spMk id="31" creationId="{55ADBC9B-4888-7459-8DED-9A2AF2E8E639}"/>
          </ac:spMkLst>
        </pc:spChg>
        <pc:spChg chg="add mod">
          <ac:chgData name="이 은찬" userId="7171d596-a1e6-43c2-b263-57fdfdab9399" providerId="ADAL" clId="{84B8E845-A624-4E7E-AAB1-DF2C16F97486}" dt="2026-10-03T05:12:40.537" v="3980" actId="208"/>
          <ac:spMkLst>
            <pc:docMk/>
            <pc:sldMk cId="1625460004" sldId="276"/>
            <ac:spMk id="32" creationId="{90A282A1-4B54-B4F3-2395-DD0A5E6B607B}"/>
          </ac:spMkLst>
        </pc:spChg>
        <pc:spChg chg="mod">
          <ac:chgData name="이 은찬" userId="7171d596-a1e6-43c2-b263-57fdfdab9399" providerId="ADAL" clId="{84B8E845-A624-4E7E-AAB1-DF2C16F97486}" dt="2026-10-03T03:27:56.518" v="1842" actId="20577"/>
          <ac:spMkLst>
            <pc:docMk/>
            <pc:sldMk cId="1625460004" sldId="276"/>
            <ac:spMk id="35" creationId="{365F84B2-FC8C-DB63-2B0A-0A640A6F7C56}"/>
          </ac:spMkLst>
        </pc:spChg>
        <pc:spChg chg="mod">
          <ac:chgData name="이 은찬" userId="7171d596-a1e6-43c2-b263-57fdfdab9399" providerId="ADAL" clId="{84B8E845-A624-4E7E-AAB1-DF2C16F97486}" dt="2026-10-03T05:28:05.754" v="3987" actId="207"/>
          <ac:spMkLst>
            <pc:docMk/>
            <pc:sldMk cId="1625460004" sldId="276"/>
            <ac:spMk id="36" creationId="{69674494-9930-58F9-54AB-BB0DA398025E}"/>
          </ac:spMkLst>
        </pc:spChg>
        <pc:spChg chg="mod">
          <ac:chgData name="이 은찬" userId="7171d596-a1e6-43c2-b263-57fdfdab9399" providerId="ADAL" clId="{84B8E845-A624-4E7E-AAB1-DF2C16F97486}" dt="2026-10-03T03:27:08.494" v="1679" actId="20577"/>
          <ac:spMkLst>
            <pc:docMk/>
            <pc:sldMk cId="1625460004" sldId="276"/>
            <ac:spMk id="37" creationId="{E8290DF1-498E-8E61-96B2-720A899CB9AF}"/>
          </ac:spMkLst>
        </pc:spChg>
        <pc:spChg chg="mod">
          <ac:chgData name="이 은찬" userId="7171d596-a1e6-43c2-b263-57fdfdab9399" providerId="ADAL" clId="{84B8E845-A624-4E7E-AAB1-DF2C16F97486}" dt="2026-10-03T03:36:02.147" v="2064" actId="20577"/>
          <ac:spMkLst>
            <pc:docMk/>
            <pc:sldMk cId="1625460004" sldId="276"/>
            <ac:spMk id="40" creationId="{3532657A-F875-AA96-9E4B-89E6233B0377}"/>
          </ac:spMkLst>
        </pc:spChg>
        <pc:spChg chg="mod">
          <ac:chgData name="이 은찬" userId="7171d596-a1e6-43c2-b263-57fdfdab9399" providerId="ADAL" clId="{84B8E845-A624-4E7E-AAB1-DF2C16F97486}" dt="2026-10-03T05:12:18.055" v="3977" actId="207"/>
          <ac:spMkLst>
            <pc:docMk/>
            <pc:sldMk cId="1625460004" sldId="276"/>
            <ac:spMk id="41" creationId="{F18A1280-E63D-EAD9-5245-620D90D5C8FB}"/>
          </ac:spMkLst>
        </pc:spChg>
        <pc:spChg chg="mod">
          <ac:chgData name="이 은찬" userId="7171d596-a1e6-43c2-b263-57fdfdab9399" providerId="ADAL" clId="{84B8E845-A624-4E7E-AAB1-DF2C16F97486}" dt="2026-10-03T05:12:20.844" v="3978" actId="14100"/>
          <ac:spMkLst>
            <pc:docMk/>
            <pc:sldMk cId="1625460004" sldId="276"/>
            <ac:spMk id="42" creationId="{D4EF4F2E-57E3-F0A8-D424-0BF5B299659D}"/>
          </ac:spMkLst>
        </pc:spChg>
        <pc:grpChg chg="add mod">
          <ac:chgData name="이 은찬" userId="7171d596-a1e6-43c2-b263-57fdfdab9399" providerId="ADAL" clId="{84B8E845-A624-4E7E-AAB1-DF2C16F97486}" dt="2026-10-03T03:19:28.758" v="1271"/>
          <ac:grpSpMkLst>
            <pc:docMk/>
            <pc:sldMk cId="1625460004" sldId="276"/>
            <ac:grpSpMk id="2" creationId="{4C887594-229C-FEE0-A5BD-BB26C97DBF90}"/>
          </ac:grpSpMkLst>
        </pc:grpChg>
        <pc:grpChg chg="mod">
          <ac:chgData name="이 은찬" userId="7171d596-a1e6-43c2-b263-57fdfdab9399" providerId="ADAL" clId="{84B8E845-A624-4E7E-AAB1-DF2C16F97486}" dt="2026-10-03T03:19:28.758" v="1271"/>
          <ac:grpSpMkLst>
            <pc:docMk/>
            <pc:sldMk cId="1625460004" sldId="276"/>
            <ac:grpSpMk id="3" creationId="{E0040FDD-0F91-E82A-6DD8-8E92FD0B5A0E}"/>
          </ac:grpSpMkLst>
        </pc:grpChg>
        <pc:grpChg chg="add mod">
          <ac:chgData name="이 은찬" userId="7171d596-a1e6-43c2-b263-57fdfdab9399" providerId="ADAL" clId="{84B8E845-A624-4E7E-AAB1-DF2C16F97486}" dt="2026-10-03T03:25:57.616" v="1664" actId="1076"/>
          <ac:grpSpMkLst>
            <pc:docMk/>
            <pc:sldMk cId="1625460004" sldId="276"/>
            <ac:grpSpMk id="15" creationId="{4F35C2FE-D47D-018F-14BA-DD1C7C554FD8}"/>
          </ac:grpSpMkLst>
        </pc:grpChg>
        <pc:grpChg chg="mod">
          <ac:chgData name="이 은찬" userId="7171d596-a1e6-43c2-b263-57fdfdab9399" providerId="ADAL" clId="{84B8E845-A624-4E7E-AAB1-DF2C16F97486}" dt="2026-10-03T03:20:08.447" v="1372"/>
          <ac:grpSpMkLst>
            <pc:docMk/>
            <pc:sldMk cId="1625460004" sldId="276"/>
            <ac:grpSpMk id="16" creationId="{F4160DC7-43FC-87B0-57C8-99EFAB08D44E}"/>
          </ac:grpSpMkLst>
        </pc:grpChg>
        <pc:grpChg chg="add mod">
          <ac:chgData name="이 은찬" userId="7171d596-a1e6-43c2-b263-57fdfdab9399" providerId="ADAL" clId="{84B8E845-A624-4E7E-AAB1-DF2C16F97486}" dt="2026-10-03T03:26:25.238" v="1670" actId="14100"/>
          <ac:grpSpMkLst>
            <pc:docMk/>
            <pc:sldMk cId="1625460004" sldId="276"/>
            <ac:grpSpMk id="21" creationId="{5D87C44E-99C8-D733-E446-3BF9D0A4E5A1}"/>
          </ac:grpSpMkLst>
        </pc:grpChg>
        <pc:grpChg chg="mod">
          <ac:chgData name="이 은찬" userId="7171d596-a1e6-43c2-b263-57fdfdab9399" providerId="ADAL" clId="{84B8E845-A624-4E7E-AAB1-DF2C16F97486}" dt="2026-10-03T03:21:58.160" v="1431"/>
          <ac:grpSpMkLst>
            <pc:docMk/>
            <pc:sldMk cId="1625460004" sldId="276"/>
            <ac:grpSpMk id="22" creationId="{810C23F1-45C9-4346-81CD-37BB81FDD1F5}"/>
          </ac:grpSpMkLst>
        </pc:grpChg>
        <pc:grpChg chg="add mod">
          <ac:chgData name="이 은찬" userId="7171d596-a1e6-43c2-b263-57fdfdab9399" providerId="ADAL" clId="{84B8E845-A624-4E7E-AAB1-DF2C16F97486}" dt="2026-10-03T03:25:57.616" v="1664" actId="1076"/>
          <ac:grpSpMkLst>
            <pc:docMk/>
            <pc:sldMk cId="1625460004" sldId="276"/>
            <ac:grpSpMk id="27" creationId="{BFA97D95-DE8F-2F92-8B79-A53D23429665}"/>
          </ac:grpSpMkLst>
        </pc:grpChg>
        <pc:grpChg chg="mod">
          <ac:chgData name="이 은찬" userId="7171d596-a1e6-43c2-b263-57fdfdab9399" providerId="ADAL" clId="{84B8E845-A624-4E7E-AAB1-DF2C16F97486}" dt="2026-10-03T03:22:50.778" v="1496"/>
          <ac:grpSpMkLst>
            <pc:docMk/>
            <pc:sldMk cId="1625460004" sldId="276"/>
            <ac:grpSpMk id="28" creationId="{E2EB6C78-B1B8-36DE-B71E-1FD4624B7EC9}"/>
          </ac:grpSpMkLst>
        </pc:grpChg>
        <pc:grpChg chg="add mod">
          <ac:chgData name="이 은찬" userId="7171d596-a1e6-43c2-b263-57fdfdab9399" providerId="ADAL" clId="{84B8E845-A624-4E7E-AAB1-DF2C16F97486}" dt="2026-10-03T03:36:13.061" v="2067" actId="1076"/>
          <ac:grpSpMkLst>
            <pc:docMk/>
            <pc:sldMk cId="1625460004" sldId="276"/>
            <ac:grpSpMk id="33" creationId="{9DC6A02E-8920-2FBA-B5EB-F12FA28C7A2A}"/>
          </ac:grpSpMkLst>
        </pc:grpChg>
        <pc:grpChg chg="mod">
          <ac:chgData name="이 은찬" userId="7171d596-a1e6-43c2-b263-57fdfdab9399" providerId="ADAL" clId="{84B8E845-A624-4E7E-AAB1-DF2C16F97486}" dt="2026-10-03T03:23:55.589" v="1647"/>
          <ac:grpSpMkLst>
            <pc:docMk/>
            <pc:sldMk cId="1625460004" sldId="276"/>
            <ac:grpSpMk id="34" creationId="{573E26CE-B54E-C57F-31EB-83A722F27BA7}"/>
          </ac:grpSpMkLst>
        </pc:grpChg>
        <pc:grpChg chg="add mod">
          <ac:chgData name="이 은찬" userId="7171d596-a1e6-43c2-b263-57fdfdab9399" providerId="ADAL" clId="{84B8E845-A624-4E7E-AAB1-DF2C16F97486}" dt="2026-10-03T03:36:18.467" v="2068" actId="1076"/>
          <ac:grpSpMkLst>
            <pc:docMk/>
            <pc:sldMk cId="1625460004" sldId="276"/>
            <ac:grpSpMk id="38" creationId="{CC3BCE3A-677D-EC07-274E-382FA1F81B31}"/>
          </ac:grpSpMkLst>
        </pc:grpChg>
        <pc:grpChg chg="mod">
          <ac:chgData name="이 은찬" userId="7171d596-a1e6-43c2-b263-57fdfdab9399" providerId="ADAL" clId="{84B8E845-A624-4E7E-AAB1-DF2C16F97486}" dt="2026-10-03T03:34:55.290" v="1967"/>
          <ac:grpSpMkLst>
            <pc:docMk/>
            <pc:sldMk cId="1625460004" sldId="276"/>
            <ac:grpSpMk id="39" creationId="{89E712CE-BADE-0BE5-27FF-17526264928D}"/>
          </ac:grpSpMkLst>
        </pc:grpChg>
        <pc:picChg chg="mod">
          <ac:chgData name="이 은찬" userId="7171d596-a1e6-43c2-b263-57fdfdab9399" providerId="ADAL" clId="{84B8E845-A624-4E7E-AAB1-DF2C16F97486}" dt="2026-10-03T03:25:49.237" v="1663" actId="1076"/>
          <ac:picMkLst>
            <pc:docMk/>
            <pc:sldMk cId="1625460004" sldId="276"/>
            <ac:picMk id="5" creationId="{01D8E59E-456E-0F11-B786-A03E3F3A7FFB}"/>
          </ac:picMkLst>
        </pc:picChg>
      </pc:sldChg>
      <pc:sldChg chg="addSp delSp modSp add mod">
        <pc:chgData name="이 은찬" userId="7171d596-a1e6-43c2-b263-57fdfdab9399" providerId="ADAL" clId="{84B8E845-A624-4E7E-AAB1-DF2C16F97486}" dt="2026-10-03T05:29:56.082" v="3996" actId="208"/>
        <pc:sldMkLst>
          <pc:docMk/>
          <pc:sldMk cId="959801221" sldId="277"/>
        </pc:sldMkLst>
        <pc:spChg chg="add mod">
          <ac:chgData name="이 은찬" userId="7171d596-a1e6-43c2-b263-57fdfdab9399" providerId="ADAL" clId="{84B8E845-A624-4E7E-AAB1-DF2C16F97486}" dt="2026-10-03T03:33:25.483" v="1848"/>
          <ac:spMkLst>
            <pc:docMk/>
            <pc:sldMk cId="959801221" sldId="277"/>
            <ac:spMk id="2" creationId="{EAF8963B-9B38-B263-AB95-3DC531074663}"/>
          </ac:spMkLst>
        </pc:spChg>
        <pc:spChg chg="mod">
          <ac:chgData name="이 은찬" userId="7171d596-a1e6-43c2-b263-57fdfdab9399" providerId="ADAL" clId="{84B8E845-A624-4E7E-AAB1-DF2C16F97486}" dt="2026-10-03T03:34:27.191" v="1964" actId="20577"/>
          <ac:spMkLst>
            <pc:docMk/>
            <pc:sldMk cId="959801221" sldId="277"/>
            <ac:spMk id="5" creationId="{35A08FDA-E2DD-19D8-F0A9-EC46A80D542F}"/>
          </ac:spMkLst>
        </pc:spChg>
        <pc:spChg chg="mod">
          <ac:chgData name="이 은찬" userId="7171d596-a1e6-43c2-b263-57fdfdab9399" providerId="ADAL" clId="{84B8E845-A624-4E7E-AAB1-DF2C16F97486}" dt="2026-10-03T03:33:31.300" v="1849"/>
          <ac:spMkLst>
            <pc:docMk/>
            <pc:sldMk cId="959801221" sldId="277"/>
            <ac:spMk id="6" creationId="{1B247B4E-2791-177E-A211-F06412EC845C}"/>
          </ac:spMkLst>
        </pc:spChg>
        <pc:spChg chg="mod">
          <ac:chgData name="이 은찬" userId="7171d596-a1e6-43c2-b263-57fdfdab9399" providerId="ADAL" clId="{84B8E845-A624-4E7E-AAB1-DF2C16F97486}" dt="2026-10-03T03:36:29.693" v="2070" actId="20577"/>
          <ac:spMkLst>
            <pc:docMk/>
            <pc:sldMk cId="959801221" sldId="277"/>
            <ac:spMk id="7" creationId="{D42D438A-7F06-1CD1-DA26-FFBA09B48F7F}"/>
          </ac:spMkLst>
        </pc:spChg>
        <pc:spChg chg="mod">
          <ac:chgData name="이 은찬" userId="7171d596-a1e6-43c2-b263-57fdfdab9399" providerId="ADAL" clId="{84B8E845-A624-4E7E-AAB1-DF2C16F97486}" dt="2026-10-03T03:32:45.302" v="1844"/>
          <ac:spMkLst>
            <pc:docMk/>
            <pc:sldMk cId="959801221" sldId="277"/>
            <ac:spMk id="8" creationId="{00000000-0000-0000-0000-000000000000}"/>
          </ac:spMkLst>
        </pc:spChg>
        <pc:spChg chg="add mod">
          <ac:chgData name="이 은찬" userId="7171d596-a1e6-43c2-b263-57fdfdab9399" providerId="ADAL" clId="{84B8E845-A624-4E7E-AAB1-DF2C16F97486}" dt="2026-10-03T03:37:20.657" v="2072"/>
          <ac:spMkLst>
            <pc:docMk/>
            <pc:sldMk cId="959801221" sldId="277"/>
            <ac:spMk id="11" creationId="{40A4C2EC-6ED7-EF9C-D790-2A01A1120AF8}"/>
          </ac:spMkLst>
        </pc:spChg>
        <pc:spChg chg="mod">
          <ac:chgData name="이 은찬" userId="7171d596-a1e6-43c2-b263-57fdfdab9399" providerId="ADAL" clId="{84B8E845-A624-4E7E-AAB1-DF2C16F97486}" dt="2026-10-03T03:45:24.698" v="2276" actId="20577"/>
          <ac:spMkLst>
            <pc:docMk/>
            <pc:sldMk cId="959801221" sldId="277"/>
            <ac:spMk id="15" creationId="{B23A71EE-1E52-98B7-A287-E26337A899E4}"/>
          </ac:spMkLst>
        </pc:spChg>
        <pc:spChg chg="mod">
          <ac:chgData name="이 은찬" userId="7171d596-a1e6-43c2-b263-57fdfdab9399" providerId="ADAL" clId="{84B8E845-A624-4E7E-AAB1-DF2C16F97486}" dt="2026-10-03T05:29:47.131" v="3994" actId="207"/>
          <ac:spMkLst>
            <pc:docMk/>
            <pc:sldMk cId="959801221" sldId="277"/>
            <ac:spMk id="16" creationId="{20C6C91A-8568-BDC8-4F94-76165AA868B6}"/>
          </ac:spMkLst>
        </pc:spChg>
        <pc:spChg chg="mod">
          <ac:chgData name="이 은찬" userId="7171d596-a1e6-43c2-b263-57fdfdab9399" providerId="ADAL" clId="{84B8E845-A624-4E7E-AAB1-DF2C16F97486}" dt="2026-10-03T05:29:51.947" v="3995" actId="14100"/>
          <ac:spMkLst>
            <pc:docMk/>
            <pc:sldMk cId="959801221" sldId="277"/>
            <ac:spMk id="17" creationId="{BF9F6B7E-69C6-44E6-88BA-FCBA6F2267F5}"/>
          </ac:spMkLst>
        </pc:spChg>
        <pc:spChg chg="add">
          <ac:chgData name="이 은찬" userId="7171d596-a1e6-43c2-b263-57fdfdab9399" providerId="ADAL" clId="{84B8E845-A624-4E7E-AAB1-DF2C16F97486}" dt="2026-10-03T03:41:38.428" v="2219"/>
          <ac:spMkLst>
            <pc:docMk/>
            <pc:sldMk cId="959801221" sldId="277"/>
            <ac:spMk id="18" creationId="{41C0C307-4E8C-D4B9-A4BD-300B2CF610DB}"/>
          </ac:spMkLst>
        </pc:spChg>
        <pc:spChg chg="add mod">
          <ac:chgData name="이 은찬" userId="7171d596-a1e6-43c2-b263-57fdfdab9399" providerId="ADAL" clId="{84B8E845-A624-4E7E-AAB1-DF2C16F97486}" dt="2026-10-03T05:29:56.082" v="3996" actId="208"/>
          <ac:spMkLst>
            <pc:docMk/>
            <pc:sldMk cId="959801221" sldId="277"/>
            <ac:spMk id="20" creationId="{779ACC18-372B-2603-8125-7B2C60DED3FB}"/>
          </ac:spMkLst>
        </pc:spChg>
        <pc:spChg chg="add">
          <ac:chgData name="이 은찬" userId="7171d596-a1e6-43c2-b263-57fdfdab9399" providerId="ADAL" clId="{84B8E845-A624-4E7E-AAB1-DF2C16F97486}" dt="2026-10-03T03:44:15.673" v="2238"/>
          <ac:spMkLst>
            <pc:docMk/>
            <pc:sldMk cId="959801221" sldId="277"/>
            <ac:spMk id="21" creationId="{06BE3927-9F85-2688-BF43-87C3BE3C2D0F}"/>
          </ac:spMkLst>
        </pc:spChg>
        <pc:spChg chg="add mod">
          <ac:chgData name="이 은찬" userId="7171d596-a1e6-43c2-b263-57fdfdab9399" providerId="ADAL" clId="{84B8E845-A624-4E7E-AAB1-DF2C16F97486}" dt="2026-10-03T03:46:21.904" v="2369" actId="20577"/>
          <ac:spMkLst>
            <pc:docMk/>
            <pc:sldMk cId="959801221" sldId="277"/>
            <ac:spMk id="23" creationId="{31DFE897-9EF6-0FEF-BFCE-6BAC1355BBF7}"/>
          </ac:spMkLst>
        </pc:spChg>
        <pc:grpChg chg="add del mod">
          <ac:chgData name="이 은찬" userId="7171d596-a1e6-43c2-b263-57fdfdab9399" providerId="ADAL" clId="{84B8E845-A624-4E7E-AAB1-DF2C16F97486}" dt="2026-10-03T03:37:16.784" v="2071" actId="478"/>
          <ac:grpSpMkLst>
            <pc:docMk/>
            <pc:sldMk cId="959801221" sldId="277"/>
            <ac:grpSpMk id="3" creationId="{25DEE451-3075-573C-4202-BA4AC47B967A}"/>
          </ac:grpSpMkLst>
        </pc:grpChg>
        <pc:grpChg chg="mod">
          <ac:chgData name="이 은찬" userId="7171d596-a1e6-43c2-b263-57fdfdab9399" providerId="ADAL" clId="{84B8E845-A624-4E7E-AAB1-DF2C16F97486}" dt="2026-10-03T03:33:31.300" v="1849"/>
          <ac:grpSpMkLst>
            <pc:docMk/>
            <pc:sldMk cId="959801221" sldId="277"/>
            <ac:grpSpMk id="4" creationId="{74876BB6-1A36-112F-C40F-64503B2F73DC}"/>
          </ac:grpSpMkLst>
        </pc:grpChg>
        <pc:grpChg chg="add mod">
          <ac:chgData name="이 은찬" userId="7171d596-a1e6-43c2-b263-57fdfdab9399" providerId="ADAL" clId="{84B8E845-A624-4E7E-AAB1-DF2C16F97486}" dt="2026-10-03T03:37:25.452" v="2073"/>
          <ac:grpSpMkLst>
            <pc:docMk/>
            <pc:sldMk cId="959801221" sldId="277"/>
            <ac:grpSpMk id="13" creationId="{51D84E5A-6783-8811-184F-E76B7E2124FB}"/>
          </ac:grpSpMkLst>
        </pc:grpChg>
        <pc:grpChg chg="mod">
          <ac:chgData name="이 은찬" userId="7171d596-a1e6-43c2-b263-57fdfdab9399" providerId="ADAL" clId="{84B8E845-A624-4E7E-AAB1-DF2C16F97486}" dt="2026-10-03T03:37:25.452" v="2073"/>
          <ac:grpSpMkLst>
            <pc:docMk/>
            <pc:sldMk cId="959801221" sldId="277"/>
            <ac:grpSpMk id="14" creationId="{B1A69CEC-8D14-983A-3A63-AA5D4E93B377}"/>
          </ac:grpSpMkLst>
        </pc:grpChg>
        <pc:picChg chg="add del mod modCrop">
          <ac:chgData name="이 은찬" userId="7171d596-a1e6-43c2-b263-57fdfdab9399" providerId="ADAL" clId="{84B8E845-A624-4E7E-AAB1-DF2C16F97486}" dt="2026-10-03T03:42:36.813" v="2233" actId="14100"/>
          <ac:picMkLst>
            <pc:docMk/>
            <pc:sldMk cId="959801221" sldId="277"/>
            <ac:picMk id="19" creationId="{CE12420A-C697-7461-8B1E-27DB346692D3}"/>
          </ac:picMkLst>
        </pc:picChg>
        <pc:picChg chg="add mod modCrop">
          <ac:chgData name="이 은찬" userId="7171d596-a1e6-43c2-b263-57fdfdab9399" providerId="ADAL" clId="{84B8E845-A624-4E7E-AAB1-DF2C16F97486}" dt="2026-10-03T03:45:01.245" v="2247" actId="732"/>
          <ac:picMkLst>
            <pc:docMk/>
            <pc:sldMk cId="959801221" sldId="277"/>
            <ac:picMk id="22" creationId="{539A5A42-F901-BC8B-82DB-F0BE9DDDCAAD}"/>
          </ac:picMkLst>
        </pc:picChg>
      </pc:sldChg>
      <pc:sldChg chg="addSp delSp modSp add del mod">
        <pc:chgData name="이 은찬" userId="7171d596-a1e6-43c2-b263-57fdfdab9399" providerId="ADAL" clId="{84B8E845-A624-4E7E-AAB1-DF2C16F97486}" dt="2026-10-03T04:08:11.136" v="2996" actId="47"/>
        <pc:sldMkLst>
          <pc:docMk/>
          <pc:sldMk cId="2725197688" sldId="278"/>
        </pc:sldMkLst>
        <pc:spChg chg="mod">
          <ac:chgData name="이 은찬" userId="7171d596-a1e6-43c2-b263-57fdfdab9399" providerId="ADAL" clId="{84B8E845-A624-4E7E-AAB1-DF2C16F97486}" dt="2026-10-03T03:47:07.330" v="2372"/>
          <ac:spMkLst>
            <pc:docMk/>
            <pc:sldMk cId="2725197688" sldId="278"/>
            <ac:spMk id="2" creationId="{00000000-0000-0000-0000-000000000000}"/>
          </ac:spMkLst>
        </pc:spChg>
        <pc:spChg chg="del">
          <ac:chgData name="이 은찬" userId="7171d596-a1e6-43c2-b263-57fdfdab9399" providerId="ADAL" clId="{84B8E845-A624-4E7E-AAB1-DF2C16F97486}" dt="2026-10-03T03:51:14.228" v="2492" actId="478"/>
          <ac:spMkLst>
            <pc:docMk/>
            <pc:sldMk cId="2725197688" sldId="278"/>
            <ac:spMk id="11" creationId="{85C1EBB4-E1E7-1D50-20DE-C572F9829AF7}"/>
          </ac:spMkLst>
        </pc:spChg>
        <pc:spChg chg="mod">
          <ac:chgData name="이 은찬" userId="7171d596-a1e6-43c2-b263-57fdfdab9399" providerId="ADAL" clId="{84B8E845-A624-4E7E-AAB1-DF2C16F97486}" dt="2026-10-03T03:48:19.835" v="2490" actId="20577"/>
          <ac:spMkLst>
            <pc:docMk/>
            <pc:sldMk cId="2725197688" sldId="278"/>
            <ac:spMk id="13" creationId="{D9F06D93-4C47-E8FF-5418-2A48297F89E1}"/>
          </ac:spMkLst>
        </pc:spChg>
        <pc:spChg chg="mod">
          <ac:chgData name="이 은찬" userId="7171d596-a1e6-43c2-b263-57fdfdab9399" providerId="ADAL" clId="{84B8E845-A624-4E7E-AAB1-DF2C16F97486}" dt="2026-10-03T03:47:48.699" v="2405"/>
          <ac:spMkLst>
            <pc:docMk/>
            <pc:sldMk cId="2725197688" sldId="278"/>
            <ac:spMk id="14" creationId="{086689F8-2685-3202-FA56-5032E39A104A}"/>
          </ac:spMkLst>
        </pc:spChg>
        <pc:spChg chg="mod">
          <ac:chgData name="이 은찬" userId="7171d596-a1e6-43c2-b263-57fdfdab9399" providerId="ADAL" clId="{84B8E845-A624-4E7E-AAB1-DF2C16F97486}" dt="2026-10-03T03:47:55.735" v="2407" actId="20577"/>
          <ac:spMkLst>
            <pc:docMk/>
            <pc:sldMk cId="2725197688" sldId="278"/>
            <ac:spMk id="15" creationId="{3D4FFB20-9F87-1FB4-7F61-3C39161F3872}"/>
          </ac:spMkLst>
        </pc:spChg>
        <pc:spChg chg="add del mod">
          <ac:chgData name="이 은찬" userId="7171d596-a1e6-43c2-b263-57fdfdab9399" providerId="ADAL" clId="{84B8E845-A624-4E7E-AAB1-DF2C16F97486}" dt="2026-10-03T03:54:16.621" v="2671" actId="478"/>
          <ac:spMkLst>
            <pc:docMk/>
            <pc:sldMk cId="2725197688" sldId="278"/>
            <ac:spMk id="16" creationId="{0752EF18-6465-70C2-0777-6F13958EE6AB}"/>
          </ac:spMkLst>
        </pc:spChg>
        <pc:spChg chg="add">
          <ac:chgData name="이 은찬" userId="7171d596-a1e6-43c2-b263-57fdfdab9399" providerId="ADAL" clId="{84B8E845-A624-4E7E-AAB1-DF2C16F97486}" dt="2026-10-03T03:54:18.214" v="2672"/>
          <ac:spMkLst>
            <pc:docMk/>
            <pc:sldMk cId="2725197688" sldId="278"/>
            <ac:spMk id="17" creationId="{9AD86FAE-E7F9-4817-911A-DBB82789722A}"/>
          </ac:spMkLst>
        </pc:spChg>
        <pc:spChg chg="add mod ord">
          <ac:chgData name="이 은찬" userId="7171d596-a1e6-43c2-b263-57fdfdab9399" providerId="ADAL" clId="{84B8E845-A624-4E7E-AAB1-DF2C16F97486}" dt="2026-10-03T04:06:06.794" v="2981" actId="1038"/>
          <ac:spMkLst>
            <pc:docMk/>
            <pc:sldMk cId="2725197688" sldId="278"/>
            <ac:spMk id="19" creationId="{D63D451C-63B7-BFAB-B19B-06A2620A96C3}"/>
          </ac:spMkLst>
        </pc:spChg>
        <pc:spChg chg="add del mod">
          <ac:chgData name="이 은찬" userId="7171d596-a1e6-43c2-b263-57fdfdab9399" providerId="ADAL" clId="{84B8E845-A624-4E7E-AAB1-DF2C16F97486}" dt="2026-10-03T03:58:07.213" v="2704" actId="478"/>
          <ac:spMkLst>
            <pc:docMk/>
            <pc:sldMk cId="2725197688" sldId="278"/>
            <ac:spMk id="20" creationId="{554768E9-2BD9-9FD3-54B3-FA8F86145AAF}"/>
          </ac:spMkLst>
        </pc:spChg>
        <pc:spChg chg="add mod ord">
          <ac:chgData name="이 은찬" userId="7171d596-a1e6-43c2-b263-57fdfdab9399" providerId="ADAL" clId="{84B8E845-A624-4E7E-AAB1-DF2C16F97486}" dt="2026-10-03T04:06:20.983" v="2990" actId="408"/>
          <ac:spMkLst>
            <pc:docMk/>
            <pc:sldMk cId="2725197688" sldId="278"/>
            <ac:spMk id="21" creationId="{C3C695BF-A573-141F-2DB7-77B77F5725CD}"/>
          </ac:spMkLst>
        </pc:spChg>
        <pc:spChg chg="add mod ord">
          <ac:chgData name="이 은찬" userId="7171d596-a1e6-43c2-b263-57fdfdab9399" providerId="ADAL" clId="{84B8E845-A624-4E7E-AAB1-DF2C16F97486}" dt="2026-10-03T04:06:20.983" v="2990" actId="408"/>
          <ac:spMkLst>
            <pc:docMk/>
            <pc:sldMk cId="2725197688" sldId="278"/>
            <ac:spMk id="22" creationId="{E6A5D4C4-09DC-8C2F-4D52-EE065BFFB41E}"/>
          </ac:spMkLst>
        </pc:spChg>
        <pc:spChg chg="add mod ord">
          <ac:chgData name="이 은찬" userId="7171d596-a1e6-43c2-b263-57fdfdab9399" providerId="ADAL" clId="{84B8E845-A624-4E7E-AAB1-DF2C16F97486}" dt="2026-10-03T04:06:20.983" v="2990" actId="408"/>
          <ac:spMkLst>
            <pc:docMk/>
            <pc:sldMk cId="2725197688" sldId="278"/>
            <ac:spMk id="23" creationId="{7F368E7E-0DB4-62CD-4491-C91BB7B38A83}"/>
          </ac:spMkLst>
        </pc:spChg>
        <pc:spChg chg="add mod ord">
          <ac:chgData name="이 은찬" userId="7171d596-a1e6-43c2-b263-57fdfdab9399" providerId="ADAL" clId="{84B8E845-A624-4E7E-AAB1-DF2C16F97486}" dt="2026-10-03T04:06:13.051" v="2989" actId="1038"/>
          <ac:spMkLst>
            <pc:docMk/>
            <pc:sldMk cId="2725197688" sldId="278"/>
            <ac:spMk id="25" creationId="{B8B15DA6-6B00-ED01-D74E-8D1E0F98A31B}"/>
          </ac:spMkLst>
        </pc:spChg>
        <pc:spChg chg="del">
          <ac:chgData name="이 은찬" userId="7171d596-a1e6-43c2-b263-57fdfdab9399" providerId="ADAL" clId="{84B8E845-A624-4E7E-AAB1-DF2C16F97486}" dt="2026-10-03T03:54:46.693" v="2679" actId="478"/>
          <ac:spMkLst>
            <pc:docMk/>
            <pc:sldMk cId="2725197688" sldId="278"/>
            <ac:spMk id="28" creationId="{F9DCDCF8-F5B8-DA68-BA50-46B55A00AE18}"/>
          </ac:spMkLst>
        </pc:spChg>
        <pc:grpChg chg="del">
          <ac:chgData name="이 은찬" userId="7171d596-a1e6-43c2-b263-57fdfdab9399" providerId="ADAL" clId="{84B8E845-A624-4E7E-AAB1-DF2C16F97486}" dt="2026-10-03T03:47:48.324" v="2404" actId="478"/>
          <ac:grpSpMkLst>
            <pc:docMk/>
            <pc:sldMk cId="2725197688" sldId="278"/>
            <ac:grpSpMk id="4" creationId="{62981F9E-D36F-D0A9-4E5D-A1B944E73136}"/>
          </ac:grpSpMkLst>
        </pc:grpChg>
        <pc:grpChg chg="add mod">
          <ac:chgData name="이 은찬" userId="7171d596-a1e6-43c2-b263-57fdfdab9399" providerId="ADAL" clId="{84B8E845-A624-4E7E-AAB1-DF2C16F97486}" dt="2026-10-03T03:47:48.699" v="2405"/>
          <ac:grpSpMkLst>
            <pc:docMk/>
            <pc:sldMk cId="2725197688" sldId="278"/>
            <ac:grpSpMk id="10" creationId="{69426EDB-17CE-47A5-F3C1-9534E512EE6C}"/>
          </ac:grpSpMkLst>
        </pc:grpChg>
        <pc:grpChg chg="mod">
          <ac:chgData name="이 은찬" userId="7171d596-a1e6-43c2-b263-57fdfdab9399" providerId="ADAL" clId="{84B8E845-A624-4E7E-AAB1-DF2C16F97486}" dt="2026-10-03T03:47:48.699" v="2405"/>
          <ac:grpSpMkLst>
            <pc:docMk/>
            <pc:sldMk cId="2725197688" sldId="278"/>
            <ac:grpSpMk id="12" creationId="{A119DCEE-4F9A-8693-6F5E-A38F28CF86A1}"/>
          </ac:grpSpMkLst>
        </pc:grpChg>
        <pc:picChg chg="add mod modCrop">
          <ac:chgData name="이 은찬" userId="7171d596-a1e6-43c2-b263-57fdfdab9399" providerId="ADAL" clId="{84B8E845-A624-4E7E-AAB1-DF2C16F97486}" dt="2026-10-03T03:55:33.173" v="2685" actId="14100"/>
          <ac:picMkLst>
            <pc:docMk/>
            <pc:sldMk cId="2725197688" sldId="278"/>
            <ac:picMk id="18" creationId="{F17B63BB-4107-B07C-F7DA-B3181B1DCCC4}"/>
          </ac:picMkLst>
        </pc:picChg>
        <pc:picChg chg="del">
          <ac:chgData name="이 은찬" userId="7171d596-a1e6-43c2-b263-57fdfdab9399" providerId="ADAL" clId="{84B8E845-A624-4E7E-AAB1-DF2C16F97486}" dt="2026-10-03T03:51:13.272" v="2491" actId="478"/>
          <ac:picMkLst>
            <pc:docMk/>
            <pc:sldMk cId="2725197688" sldId="278"/>
            <ac:picMk id="24" creationId="{02E54112-1E19-CCC0-E200-0A28C9059A07}"/>
          </ac:picMkLst>
        </pc:picChg>
      </pc:sldChg>
      <pc:sldChg chg="addSp delSp modSp add mod">
        <pc:chgData name="이 은찬" userId="7171d596-a1e6-43c2-b263-57fdfdab9399" providerId="ADAL" clId="{84B8E845-A624-4E7E-AAB1-DF2C16F97486}" dt="2026-10-03T05:06:21.287" v="3746" actId="1076"/>
        <pc:sldMkLst>
          <pc:docMk/>
          <pc:sldMk cId="1345329290" sldId="279"/>
        </pc:sldMkLst>
        <pc:spChg chg="add mod">
          <ac:chgData name="이 은찬" userId="7171d596-a1e6-43c2-b263-57fdfdab9399" providerId="ADAL" clId="{84B8E845-A624-4E7E-AAB1-DF2C16F97486}" dt="2026-10-03T04:30:53.084" v="3457" actId="1035"/>
          <ac:spMkLst>
            <pc:docMk/>
            <pc:sldMk cId="1345329290" sldId="279"/>
            <ac:spMk id="2" creationId="{BD2BA96E-A503-E600-DCB9-64F97FC65F5D}"/>
          </ac:spMkLst>
        </pc:spChg>
        <pc:spChg chg="mod">
          <ac:chgData name="이 은찬" userId="7171d596-a1e6-43c2-b263-57fdfdab9399" providerId="ADAL" clId="{84B8E845-A624-4E7E-AAB1-DF2C16F97486}" dt="2026-10-03T04:30:53.084" v="3457" actId="1035"/>
          <ac:spMkLst>
            <pc:docMk/>
            <pc:sldMk cId="1345329290" sldId="279"/>
            <ac:spMk id="3" creationId="{9B7CF3A5-02F4-467E-1443-5C318ABEE8D7}"/>
          </ac:spMkLst>
        </pc:spChg>
        <pc:spChg chg="add">
          <ac:chgData name="이 은찬" userId="7171d596-a1e6-43c2-b263-57fdfdab9399" providerId="ADAL" clId="{84B8E845-A624-4E7E-AAB1-DF2C16F97486}" dt="2026-10-03T04:19:14.242" v="3184"/>
          <ac:spMkLst>
            <pc:docMk/>
            <pc:sldMk cId="1345329290" sldId="279"/>
            <ac:spMk id="5" creationId="{4ABE1C99-AF39-8328-8F45-94468AED8658}"/>
          </ac:spMkLst>
        </pc:spChg>
        <pc:spChg chg="add">
          <ac:chgData name="이 은찬" userId="7171d596-a1e6-43c2-b263-57fdfdab9399" providerId="ADAL" clId="{84B8E845-A624-4E7E-AAB1-DF2C16F97486}" dt="2026-10-03T04:21:52.362" v="3210"/>
          <ac:spMkLst>
            <pc:docMk/>
            <pc:sldMk cId="1345329290" sldId="279"/>
            <ac:spMk id="7" creationId="{1AAF3367-91DB-1033-DBC2-99BCC47C9F54}"/>
          </ac:spMkLst>
        </pc:spChg>
        <pc:spChg chg="add">
          <ac:chgData name="이 은찬" userId="7171d596-a1e6-43c2-b263-57fdfdab9399" providerId="ADAL" clId="{84B8E845-A624-4E7E-AAB1-DF2C16F97486}" dt="2026-10-03T04:24:41.875" v="3262"/>
          <ac:spMkLst>
            <pc:docMk/>
            <pc:sldMk cId="1345329290" sldId="279"/>
            <ac:spMk id="11" creationId="{57FF6210-B2B6-F7CB-B38F-0A1DCAD9FAEC}"/>
          </ac:spMkLst>
        </pc:spChg>
        <pc:spChg chg="add mod">
          <ac:chgData name="이 은찬" userId="7171d596-a1e6-43c2-b263-57fdfdab9399" providerId="ADAL" clId="{84B8E845-A624-4E7E-AAB1-DF2C16F97486}" dt="2026-10-03T05:06:21.287" v="3746" actId="1076"/>
          <ac:spMkLst>
            <pc:docMk/>
            <pc:sldMk cId="1345329290" sldId="279"/>
            <ac:spMk id="17" creationId="{0F69B248-1DA2-0830-8560-4D249201B6E7}"/>
          </ac:spMkLst>
        </pc:spChg>
        <pc:picChg chg="del">
          <ac:chgData name="이 은찬" userId="7171d596-a1e6-43c2-b263-57fdfdab9399" providerId="ADAL" clId="{84B8E845-A624-4E7E-AAB1-DF2C16F97486}" dt="2026-10-03T04:18:08.681" v="3171" actId="478"/>
          <ac:picMkLst>
            <pc:docMk/>
            <pc:sldMk cId="1345329290" sldId="279"/>
            <ac:picMk id="4" creationId="{C40A784B-04E8-7C48-1F22-7B2AD1BFCDFE}"/>
          </ac:picMkLst>
        </pc:picChg>
        <pc:picChg chg="add mod">
          <ac:chgData name="이 은찬" userId="7171d596-a1e6-43c2-b263-57fdfdab9399" providerId="ADAL" clId="{84B8E845-A624-4E7E-AAB1-DF2C16F97486}" dt="2026-10-03T04:30:39.354" v="3452" actId="1076"/>
          <ac:picMkLst>
            <pc:docMk/>
            <pc:sldMk cId="1345329290" sldId="279"/>
            <ac:picMk id="6" creationId="{6520D954-91D7-A924-485A-EE52AEC0CE35}"/>
          </ac:picMkLst>
        </pc:picChg>
        <pc:picChg chg="add del mod">
          <ac:chgData name="이 은찬" userId="7171d596-a1e6-43c2-b263-57fdfdab9399" providerId="ADAL" clId="{84B8E845-A624-4E7E-AAB1-DF2C16F97486}" dt="2026-10-03T04:24:40.748" v="3261" actId="478"/>
          <ac:picMkLst>
            <pc:docMk/>
            <pc:sldMk cId="1345329290" sldId="279"/>
            <ac:picMk id="10" creationId="{63BA9F1B-083C-BD80-D647-C656A3B436D0}"/>
          </ac:picMkLst>
        </pc:picChg>
        <pc:picChg chg="add del mod">
          <ac:chgData name="이 은찬" userId="7171d596-a1e6-43c2-b263-57fdfdab9399" providerId="ADAL" clId="{84B8E845-A624-4E7E-AAB1-DF2C16F97486}" dt="2026-10-03T04:25:42.834" v="3274" actId="478"/>
          <ac:picMkLst>
            <pc:docMk/>
            <pc:sldMk cId="1345329290" sldId="279"/>
            <ac:picMk id="12" creationId="{1F44845F-5D9A-28AD-F5E4-26BFD7FF1FF5}"/>
          </ac:picMkLst>
        </pc:picChg>
        <pc:picChg chg="add del mod modCrop">
          <ac:chgData name="이 은찬" userId="7171d596-a1e6-43c2-b263-57fdfdab9399" providerId="ADAL" clId="{84B8E845-A624-4E7E-AAB1-DF2C16F97486}" dt="2026-10-03T04:30:15.307" v="3440" actId="478"/>
          <ac:picMkLst>
            <pc:docMk/>
            <pc:sldMk cId="1345329290" sldId="279"/>
            <ac:picMk id="14" creationId="{28934772-34B4-C5F4-4957-91A18E1376A7}"/>
          </ac:picMkLst>
        </pc:picChg>
        <pc:picChg chg="add del mod">
          <ac:chgData name="이 은찬" userId="7171d596-a1e6-43c2-b263-57fdfdab9399" providerId="ADAL" clId="{84B8E845-A624-4E7E-AAB1-DF2C16F97486}" dt="2026-10-03T04:33:26.009" v="3464" actId="478"/>
          <ac:picMkLst>
            <pc:docMk/>
            <pc:sldMk cId="1345329290" sldId="279"/>
            <ac:picMk id="16" creationId="{57C062DD-EC04-768C-4514-C219D0E54EFC}"/>
          </ac:picMkLst>
        </pc:picChg>
      </pc:sldChg>
      <pc:sldChg chg="add del setBg">
        <pc:chgData name="이 은찬" userId="7171d596-a1e6-43c2-b263-57fdfdab9399" providerId="ADAL" clId="{84B8E845-A624-4E7E-AAB1-DF2C16F97486}" dt="2026-10-03T04:48:18.797" v="3731" actId="47"/>
        <pc:sldMkLst>
          <pc:docMk/>
          <pc:sldMk cId="42283165" sldId="280"/>
        </pc:sldMkLst>
      </pc:sldChg>
      <pc:sldChg chg="addSp delSp modSp add del mod">
        <pc:chgData name="이 은찬" userId="7171d596-a1e6-43c2-b263-57fdfdab9399" providerId="ADAL" clId="{84B8E845-A624-4E7E-AAB1-DF2C16F97486}" dt="2026-10-03T04:52:51.034" v="3732" actId="47"/>
        <pc:sldMkLst>
          <pc:docMk/>
          <pc:sldMk cId="3275416914" sldId="281"/>
        </pc:sldMkLst>
        <pc:spChg chg="mod">
          <ac:chgData name="이 은찬" userId="7171d596-a1e6-43c2-b263-57fdfdab9399" providerId="ADAL" clId="{84B8E845-A624-4E7E-AAB1-DF2C16F97486}" dt="2026-10-03T04:38:11.486" v="3561" actId="20577"/>
          <ac:spMkLst>
            <pc:docMk/>
            <pc:sldMk cId="3275416914" sldId="281"/>
            <ac:spMk id="2" creationId="{00000000-0000-0000-0000-000000000000}"/>
          </ac:spMkLst>
        </pc:spChg>
        <pc:spChg chg="add del">
          <ac:chgData name="이 은찬" userId="7171d596-a1e6-43c2-b263-57fdfdab9399" providerId="ADAL" clId="{84B8E845-A624-4E7E-AAB1-DF2C16F97486}" dt="2026-10-03T04:38:29.307" v="3563" actId="478"/>
          <ac:spMkLst>
            <pc:docMk/>
            <pc:sldMk cId="3275416914" sldId="281"/>
            <ac:spMk id="3" creationId="{00000000-0000-0000-0000-000000000000}"/>
          </ac:spMkLst>
        </pc:spChg>
        <pc:spChg chg="add del">
          <ac:chgData name="이 은찬" userId="7171d596-a1e6-43c2-b263-57fdfdab9399" providerId="ADAL" clId="{84B8E845-A624-4E7E-AAB1-DF2C16F97486}" dt="2026-10-03T04:38:35.618" v="3564" actId="478"/>
          <ac:spMkLst>
            <pc:docMk/>
            <pc:sldMk cId="3275416914" sldId="281"/>
            <ac:spMk id="10" creationId="{C9F175F2-0079-42FA-10BC-34AC17FF1E12}"/>
          </ac:spMkLst>
        </pc:spChg>
        <pc:spChg chg="add mod">
          <ac:chgData name="이 은찬" userId="7171d596-a1e6-43c2-b263-57fdfdab9399" providerId="ADAL" clId="{84B8E845-A624-4E7E-AAB1-DF2C16F97486}" dt="2026-10-03T04:46:28.519" v="3718" actId="207"/>
          <ac:spMkLst>
            <pc:docMk/>
            <pc:sldMk cId="3275416914" sldId="281"/>
            <ac:spMk id="12" creationId="{3DAE1B6D-2CFA-3FDE-A7CF-200573EE8BB4}"/>
          </ac:spMkLst>
        </pc:spChg>
        <pc:spChg chg="add del">
          <ac:chgData name="이 은찬" userId="7171d596-a1e6-43c2-b263-57fdfdab9399" providerId="ADAL" clId="{84B8E845-A624-4E7E-AAB1-DF2C16F97486}" dt="2026-10-03T04:38:39.739" v="3566" actId="478"/>
          <ac:spMkLst>
            <pc:docMk/>
            <pc:sldMk cId="3275416914" sldId="281"/>
            <ac:spMk id="23" creationId="{B4A21C59-1C12-E2A6-960F-312D7CC901C7}"/>
          </ac:spMkLst>
        </pc:spChg>
        <pc:spChg chg="add mod">
          <ac:chgData name="이 은찬" userId="7171d596-a1e6-43c2-b263-57fdfdab9399" providerId="ADAL" clId="{84B8E845-A624-4E7E-AAB1-DF2C16F97486}" dt="2026-10-03T04:47:30.663" v="3730" actId="14100"/>
          <ac:spMkLst>
            <pc:docMk/>
            <pc:sldMk cId="3275416914" sldId="281"/>
            <ac:spMk id="24" creationId="{FCCE56FD-297A-849A-2BAD-510D32732CC6}"/>
          </ac:spMkLst>
        </pc:spChg>
        <pc:spChg chg="add mod">
          <ac:chgData name="이 은찬" userId="7171d596-a1e6-43c2-b263-57fdfdab9399" providerId="ADAL" clId="{84B8E845-A624-4E7E-AAB1-DF2C16F97486}" dt="2026-10-03T04:46:55.388" v="3721" actId="207"/>
          <ac:spMkLst>
            <pc:docMk/>
            <pc:sldMk cId="3275416914" sldId="281"/>
            <ac:spMk id="25" creationId="{189F49E4-04B5-DB26-6C32-073C067E8E55}"/>
          </ac:spMkLst>
        </pc:spChg>
        <pc:spChg chg="add mod">
          <ac:chgData name="이 은찬" userId="7171d596-a1e6-43c2-b263-57fdfdab9399" providerId="ADAL" clId="{84B8E845-A624-4E7E-AAB1-DF2C16F97486}" dt="2026-10-03T04:44:47.046" v="3672" actId="403"/>
          <ac:spMkLst>
            <pc:docMk/>
            <pc:sldMk cId="3275416914" sldId="281"/>
            <ac:spMk id="26" creationId="{02118CC7-83D2-D9CC-5A11-52970237AD5C}"/>
          </ac:spMkLst>
        </pc:spChg>
        <pc:spChg chg="add mod">
          <ac:chgData name="이 은찬" userId="7171d596-a1e6-43c2-b263-57fdfdab9399" providerId="ADAL" clId="{84B8E845-A624-4E7E-AAB1-DF2C16F97486}" dt="2026-10-03T04:46:45.330" v="3720" actId="207"/>
          <ac:spMkLst>
            <pc:docMk/>
            <pc:sldMk cId="3275416914" sldId="281"/>
            <ac:spMk id="27" creationId="{182A27A4-3F2B-5BF1-7E7D-A1C0E3FEF3FE}"/>
          </ac:spMkLst>
        </pc:spChg>
        <pc:spChg chg="add mod">
          <ac:chgData name="이 은찬" userId="7171d596-a1e6-43c2-b263-57fdfdab9399" providerId="ADAL" clId="{84B8E845-A624-4E7E-AAB1-DF2C16F97486}" dt="2026-10-03T04:47:19.053" v="3729" actId="20577"/>
          <ac:spMkLst>
            <pc:docMk/>
            <pc:sldMk cId="3275416914" sldId="281"/>
            <ac:spMk id="28" creationId="{236F3397-5680-7E47-CA05-0EE0B2A0315F}"/>
          </ac:spMkLst>
        </pc:spChg>
        <pc:spChg chg="add mod">
          <ac:chgData name="이 은찬" userId="7171d596-a1e6-43c2-b263-57fdfdab9399" providerId="ADAL" clId="{84B8E845-A624-4E7E-AAB1-DF2C16F97486}" dt="2026-10-03T04:44:01.560" v="3634" actId="20577"/>
          <ac:spMkLst>
            <pc:docMk/>
            <pc:sldMk cId="3275416914" sldId="281"/>
            <ac:spMk id="29" creationId="{7BC62C5B-7AB0-D4E6-9D76-244A6FEB57D7}"/>
          </ac:spMkLst>
        </pc:spChg>
        <pc:spChg chg="add mod">
          <ac:chgData name="이 은찬" userId="7171d596-a1e6-43c2-b263-57fdfdab9399" providerId="ADAL" clId="{84B8E845-A624-4E7E-AAB1-DF2C16F97486}" dt="2026-10-03T04:47:15.934" v="3726" actId="20577"/>
          <ac:spMkLst>
            <pc:docMk/>
            <pc:sldMk cId="3275416914" sldId="281"/>
            <ac:spMk id="30" creationId="{29BCB23A-8076-7A4D-444F-E2B5469B25D7}"/>
          </ac:spMkLst>
        </pc:spChg>
        <pc:spChg chg="add mod">
          <ac:chgData name="이 은찬" userId="7171d596-a1e6-43c2-b263-57fdfdab9399" providerId="ADAL" clId="{84B8E845-A624-4E7E-AAB1-DF2C16F97486}" dt="2026-10-03T04:44:05.677" v="3644" actId="20577"/>
          <ac:spMkLst>
            <pc:docMk/>
            <pc:sldMk cId="3275416914" sldId="281"/>
            <ac:spMk id="31" creationId="{B0E5AF6D-9799-FD53-844C-2BC68F91F708}"/>
          </ac:spMkLst>
        </pc:spChg>
        <pc:spChg chg="add mod">
          <ac:chgData name="이 은찬" userId="7171d596-a1e6-43c2-b263-57fdfdab9399" providerId="ADAL" clId="{84B8E845-A624-4E7E-AAB1-DF2C16F97486}" dt="2026-10-03T04:44:59.642" v="3683" actId="403"/>
          <ac:spMkLst>
            <pc:docMk/>
            <pc:sldMk cId="3275416914" sldId="281"/>
            <ac:spMk id="32" creationId="{A4D7C7D0-34E7-8911-C4E6-B4C6DED30E9F}"/>
          </ac:spMkLst>
        </pc:spChg>
        <pc:spChg chg="add mod">
          <ac:chgData name="이 은찬" userId="7171d596-a1e6-43c2-b263-57fdfdab9399" providerId="ADAL" clId="{84B8E845-A624-4E7E-AAB1-DF2C16F97486}" dt="2026-10-03T04:44:09.586" v="3654" actId="20577"/>
          <ac:spMkLst>
            <pc:docMk/>
            <pc:sldMk cId="3275416914" sldId="281"/>
            <ac:spMk id="33" creationId="{2CB1EEF5-23A7-4958-E574-01AB589EAE5E}"/>
          </ac:spMkLst>
        </pc:spChg>
        <pc:spChg chg="add mod">
          <ac:chgData name="이 은찬" userId="7171d596-a1e6-43c2-b263-57fdfdab9399" providerId="ADAL" clId="{84B8E845-A624-4E7E-AAB1-DF2C16F97486}" dt="2026-10-03T04:45:13.391" v="3691" actId="20577"/>
          <ac:spMkLst>
            <pc:docMk/>
            <pc:sldMk cId="3275416914" sldId="281"/>
            <ac:spMk id="34" creationId="{4AA2F223-E488-D59C-2389-538F05A7FDDB}"/>
          </ac:spMkLst>
        </pc:spChg>
        <pc:spChg chg="add mod">
          <ac:chgData name="이 은찬" userId="7171d596-a1e6-43c2-b263-57fdfdab9399" providerId="ADAL" clId="{84B8E845-A624-4E7E-AAB1-DF2C16F97486}" dt="2026-10-03T04:44:12.953" v="3664" actId="20577"/>
          <ac:spMkLst>
            <pc:docMk/>
            <pc:sldMk cId="3275416914" sldId="281"/>
            <ac:spMk id="35" creationId="{FA21F3C9-8924-D3A6-7424-0EAA0361E617}"/>
          </ac:spMkLst>
        </pc:spChg>
        <pc:spChg chg="add mod">
          <ac:chgData name="이 은찬" userId="7171d596-a1e6-43c2-b263-57fdfdab9399" providerId="ADAL" clId="{84B8E845-A624-4E7E-AAB1-DF2C16F97486}" dt="2026-10-03T04:45:16.173" v="3693" actId="20577"/>
          <ac:spMkLst>
            <pc:docMk/>
            <pc:sldMk cId="3275416914" sldId="281"/>
            <ac:spMk id="36" creationId="{4C835F98-491C-DF8D-DD36-519C20AD7AFF}"/>
          </ac:spMkLst>
        </pc:spChg>
        <pc:spChg chg="add del">
          <ac:chgData name="이 은찬" userId="7171d596-a1e6-43c2-b263-57fdfdab9399" providerId="ADAL" clId="{84B8E845-A624-4E7E-AAB1-DF2C16F97486}" dt="2026-10-03T04:38:29.307" v="3563" actId="478"/>
          <ac:spMkLst>
            <pc:docMk/>
            <pc:sldMk cId="3275416914" sldId="281"/>
            <ac:spMk id="96" creationId="{00000000-0000-0000-0000-000000000000}"/>
          </ac:spMkLst>
        </pc:spChg>
        <pc:grpChg chg="add del">
          <ac:chgData name="이 은찬" userId="7171d596-a1e6-43c2-b263-57fdfdab9399" providerId="ADAL" clId="{84B8E845-A624-4E7E-AAB1-DF2C16F97486}" dt="2026-10-03T04:39:29.190" v="3579" actId="478"/>
          <ac:grpSpMkLst>
            <pc:docMk/>
            <pc:sldMk cId="3275416914" sldId="281"/>
            <ac:grpSpMk id="4" creationId="{62981F9E-D36F-D0A9-4E5D-A1B944E73136}"/>
          </ac:grpSpMkLst>
        </pc:grpChg>
        <pc:grpChg chg="add del">
          <ac:chgData name="이 은찬" userId="7171d596-a1e6-43c2-b263-57fdfdab9399" providerId="ADAL" clId="{84B8E845-A624-4E7E-AAB1-DF2C16F97486}" dt="2026-10-03T04:38:37.951" v="3565" actId="478"/>
          <ac:grpSpMkLst>
            <pc:docMk/>
            <pc:sldMk cId="3275416914" sldId="281"/>
            <ac:grpSpMk id="13" creationId="{D317BD3F-3C26-91F2-0113-ED2108B9280E}"/>
          </ac:grpSpMkLst>
        </pc:grpChg>
        <pc:grpChg chg="add del">
          <ac:chgData name="이 은찬" userId="7171d596-a1e6-43c2-b263-57fdfdab9399" providerId="ADAL" clId="{84B8E845-A624-4E7E-AAB1-DF2C16F97486}" dt="2026-10-03T04:38:35.618" v="3564" actId="478"/>
          <ac:grpSpMkLst>
            <pc:docMk/>
            <pc:sldMk cId="3275416914" sldId="281"/>
            <ac:grpSpMk id="18" creationId="{83B51A87-DF90-3D09-D221-B54D0AB9FD3B}"/>
          </ac:grpSpMkLst>
        </pc:grpChg>
        <pc:grpChg chg="add mod">
          <ac:chgData name="이 은찬" userId="7171d596-a1e6-43c2-b263-57fdfdab9399" providerId="ADAL" clId="{84B8E845-A624-4E7E-AAB1-DF2C16F97486}" dt="2026-10-03T04:39:24.900" v="3578" actId="1076"/>
          <ac:grpSpMkLst>
            <pc:docMk/>
            <pc:sldMk cId="3275416914" sldId="281"/>
            <ac:grpSpMk id="39" creationId="{72026D21-8B8F-E0F6-B9F0-CDC961888705}"/>
          </ac:grpSpMkLst>
        </pc:grpChg>
        <pc:cxnChg chg="add mod">
          <ac:chgData name="이 은찬" userId="7171d596-a1e6-43c2-b263-57fdfdab9399" providerId="ADAL" clId="{84B8E845-A624-4E7E-AAB1-DF2C16F97486}" dt="2026-10-03T04:39:04.033" v="3573" actId="164"/>
          <ac:cxnSpMkLst>
            <pc:docMk/>
            <pc:sldMk cId="3275416914" sldId="281"/>
            <ac:cxnSpMk id="11" creationId="{C204D306-C8A9-16A3-ADA8-711CF0A3CFC4}"/>
          </ac:cxnSpMkLst>
        </pc:cxnChg>
      </pc:sldChg>
      <pc:sldChg chg="addSp delSp modSp add del mod">
        <pc:chgData name="이 은찬" userId="7171d596-a1e6-43c2-b263-57fdfdab9399" providerId="ADAL" clId="{84B8E845-A624-4E7E-AAB1-DF2C16F97486}" dt="2026-10-03T05:10:11.435" v="3961" actId="47"/>
        <pc:sldMkLst>
          <pc:docMk/>
          <pc:sldMk cId="2028993834" sldId="282"/>
        </pc:sldMkLst>
        <pc:spChg chg="del topLvl">
          <ac:chgData name="이 은찬" userId="7171d596-a1e6-43c2-b263-57fdfdab9399" providerId="ADAL" clId="{84B8E845-A624-4E7E-AAB1-DF2C16F97486}" dt="2026-10-03T04:39:57.034" v="3582" actId="478"/>
          <ac:spMkLst>
            <pc:docMk/>
            <pc:sldMk cId="2028993834" sldId="282"/>
            <ac:spMk id="6" creationId="{5A1E37DF-B5CC-CCF7-097F-8504787E7547}"/>
          </ac:spMkLst>
        </pc:spChg>
        <pc:spChg chg="mod">
          <ac:chgData name="이 은찬" userId="7171d596-a1e6-43c2-b263-57fdfdab9399" providerId="ADAL" clId="{84B8E845-A624-4E7E-AAB1-DF2C16F97486}" dt="2026-10-03T04:39:57.230" v="3583"/>
          <ac:spMkLst>
            <pc:docMk/>
            <pc:sldMk cId="2028993834" sldId="282"/>
            <ac:spMk id="24" creationId="{4DEDECC4-F0F2-F590-E60E-D7D89230193A}"/>
          </ac:spMkLst>
        </pc:spChg>
        <pc:spChg chg="mod">
          <ac:chgData name="이 은찬" userId="7171d596-a1e6-43c2-b263-57fdfdab9399" providerId="ADAL" clId="{84B8E845-A624-4E7E-AAB1-DF2C16F97486}" dt="2026-10-03T04:39:57.230" v="3583"/>
          <ac:spMkLst>
            <pc:docMk/>
            <pc:sldMk cId="2028993834" sldId="282"/>
            <ac:spMk id="25" creationId="{5BB8490A-0633-12AA-F3CB-AAE69D0CA235}"/>
          </ac:spMkLst>
        </pc:spChg>
        <pc:spChg chg="mod">
          <ac:chgData name="이 은찬" userId="7171d596-a1e6-43c2-b263-57fdfdab9399" providerId="ADAL" clId="{84B8E845-A624-4E7E-AAB1-DF2C16F97486}" dt="2026-10-03T04:39:57.230" v="3583"/>
          <ac:spMkLst>
            <pc:docMk/>
            <pc:sldMk cId="2028993834" sldId="282"/>
            <ac:spMk id="26" creationId="{FB07EC53-B808-11FC-0E4F-209E109FC079}"/>
          </ac:spMkLst>
        </pc:spChg>
        <pc:spChg chg="add mod">
          <ac:chgData name="이 은찬" userId="7171d596-a1e6-43c2-b263-57fdfdab9399" providerId="ADAL" clId="{84B8E845-A624-4E7E-AAB1-DF2C16F97486}" dt="2026-10-03T04:40:02.796" v="3589" actId="571"/>
          <ac:spMkLst>
            <pc:docMk/>
            <pc:sldMk cId="2028993834" sldId="282"/>
            <ac:spMk id="27" creationId="{4C3FFFC1-414A-6C3E-7177-72CF68C2CA8A}"/>
          </ac:spMkLst>
        </pc:spChg>
        <pc:spChg chg="mod">
          <ac:chgData name="이 은찬" userId="7171d596-a1e6-43c2-b263-57fdfdab9399" providerId="ADAL" clId="{84B8E845-A624-4E7E-AAB1-DF2C16F97486}" dt="2026-10-03T04:40:01.391" v="3587"/>
          <ac:spMkLst>
            <pc:docMk/>
            <pc:sldMk cId="2028993834" sldId="282"/>
            <ac:spMk id="30" creationId="{D17875E5-CF89-D8E4-8D77-5A5DE4957A9D}"/>
          </ac:spMkLst>
        </pc:spChg>
        <pc:spChg chg="mod">
          <ac:chgData name="이 은찬" userId="7171d596-a1e6-43c2-b263-57fdfdab9399" providerId="ADAL" clId="{84B8E845-A624-4E7E-AAB1-DF2C16F97486}" dt="2026-10-03T04:40:01.391" v="3587"/>
          <ac:spMkLst>
            <pc:docMk/>
            <pc:sldMk cId="2028993834" sldId="282"/>
            <ac:spMk id="31" creationId="{E5D02110-D630-EED9-B838-70CCFB95BFEE}"/>
          </ac:spMkLst>
        </pc:spChg>
        <pc:spChg chg="mod">
          <ac:chgData name="이 은찬" userId="7171d596-a1e6-43c2-b263-57fdfdab9399" providerId="ADAL" clId="{84B8E845-A624-4E7E-AAB1-DF2C16F97486}" dt="2026-10-03T04:40:01.391" v="3587"/>
          <ac:spMkLst>
            <pc:docMk/>
            <pc:sldMk cId="2028993834" sldId="282"/>
            <ac:spMk id="32" creationId="{2059A679-4379-070A-0691-125BF7F91FE8}"/>
          </ac:spMkLst>
        </pc:spChg>
        <pc:spChg chg="mod">
          <ac:chgData name="이 은찬" userId="7171d596-a1e6-43c2-b263-57fdfdab9399" providerId="ADAL" clId="{84B8E845-A624-4E7E-AAB1-DF2C16F97486}" dt="2026-10-03T04:40:13.841" v="3593"/>
          <ac:spMkLst>
            <pc:docMk/>
            <pc:sldMk cId="2028993834" sldId="282"/>
            <ac:spMk id="35" creationId="{1D6884AA-93EF-932B-31B7-96F7A81BEB42}"/>
          </ac:spMkLst>
        </pc:spChg>
        <pc:spChg chg="mod">
          <ac:chgData name="이 은찬" userId="7171d596-a1e6-43c2-b263-57fdfdab9399" providerId="ADAL" clId="{84B8E845-A624-4E7E-AAB1-DF2C16F97486}" dt="2026-10-03T04:40:03.311" v="3590"/>
          <ac:spMkLst>
            <pc:docMk/>
            <pc:sldMk cId="2028993834" sldId="282"/>
            <ac:spMk id="36" creationId="{C6388C3A-723F-EF6D-6850-34CD018EABA9}"/>
          </ac:spMkLst>
        </pc:spChg>
        <pc:spChg chg="mod">
          <ac:chgData name="이 은찬" userId="7171d596-a1e6-43c2-b263-57fdfdab9399" providerId="ADAL" clId="{84B8E845-A624-4E7E-AAB1-DF2C16F97486}" dt="2026-10-03T04:40:06.756" v="3592" actId="20577"/>
          <ac:spMkLst>
            <pc:docMk/>
            <pc:sldMk cId="2028993834" sldId="282"/>
            <ac:spMk id="37" creationId="{463F5ECC-A4CE-2ACE-D617-6B4A26C94900}"/>
          </ac:spMkLst>
        </pc:spChg>
        <pc:grpChg chg="del">
          <ac:chgData name="이 은찬" userId="7171d596-a1e6-43c2-b263-57fdfdab9399" providerId="ADAL" clId="{84B8E845-A624-4E7E-AAB1-DF2C16F97486}" dt="2026-10-03T04:39:57.034" v="3582" actId="478"/>
          <ac:grpSpMkLst>
            <pc:docMk/>
            <pc:sldMk cId="2028993834" sldId="282"/>
            <ac:grpSpMk id="4" creationId="{62981F9E-D36F-D0A9-4E5D-A1B944E73136}"/>
          </ac:grpSpMkLst>
        </pc:grpChg>
        <pc:grpChg chg="del topLvl">
          <ac:chgData name="이 은찬" userId="7171d596-a1e6-43c2-b263-57fdfdab9399" providerId="ADAL" clId="{84B8E845-A624-4E7E-AAB1-DF2C16F97486}" dt="2026-10-03T04:40:00.511" v="3584" actId="478"/>
          <ac:grpSpMkLst>
            <pc:docMk/>
            <pc:sldMk cId="2028993834" sldId="282"/>
            <ac:grpSpMk id="5" creationId="{73ED9472-2BDC-674C-6DD0-EAF7A5789581}"/>
          </ac:grpSpMkLst>
        </pc:grpChg>
        <pc:grpChg chg="add mod">
          <ac:chgData name="이 은찬" userId="7171d596-a1e6-43c2-b263-57fdfdab9399" providerId="ADAL" clId="{84B8E845-A624-4E7E-AAB1-DF2C16F97486}" dt="2026-10-03T04:39:57.230" v="3583"/>
          <ac:grpSpMkLst>
            <pc:docMk/>
            <pc:sldMk cId="2028993834" sldId="282"/>
            <ac:grpSpMk id="11" creationId="{378D6E10-82BF-A4E4-D585-F0AF3DEB9A7B}"/>
          </ac:grpSpMkLst>
        </pc:grpChg>
        <pc:grpChg chg="mod">
          <ac:chgData name="이 은찬" userId="7171d596-a1e6-43c2-b263-57fdfdab9399" providerId="ADAL" clId="{84B8E845-A624-4E7E-AAB1-DF2C16F97486}" dt="2026-10-03T04:39:57.230" v="3583"/>
          <ac:grpSpMkLst>
            <pc:docMk/>
            <pc:sldMk cId="2028993834" sldId="282"/>
            <ac:grpSpMk id="12" creationId="{EE8AEC74-4DBC-76B5-48EF-CC96667BB85A}"/>
          </ac:grpSpMkLst>
        </pc:grpChg>
        <pc:grpChg chg="add mod">
          <ac:chgData name="이 은찬" userId="7171d596-a1e6-43c2-b263-57fdfdab9399" providerId="ADAL" clId="{84B8E845-A624-4E7E-AAB1-DF2C16F97486}" dt="2026-10-03T04:40:01.391" v="3587"/>
          <ac:grpSpMkLst>
            <pc:docMk/>
            <pc:sldMk cId="2028993834" sldId="282"/>
            <ac:grpSpMk id="28" creationId="{D26A4B4A-ADEF-77A6-0888-F406B1B69496}"/>
          </ac:grpSpMkLst>
        </pc:grpChg>
        <pc:grpChg chg="mod">
          <ac:chgData name="이 은찬" userId="7171d596-a1e6-43c2-b263-57fdfdab9399" providerId="ADAL" clId="{84B8E845-A624-4E7E-AAB1-DF2C16F97486}" dt="2026-10-03T04:40:01.391" v="3587"/>
          <ac:grpSpMkLst>
            <pc:docMk/>
            <pc:sldMk cId="2028993834" sldId="282"/>
            <ac:grpSpMk id="29" creationId="{6CEAD177-7FA5-860F-823B-01BE1B4491C5}"/>
          </ac:grpSpMkLst>
        </pc:grpChg>
        <pc:grpChg chg="add mod">
          <ac:chgData name="이 은찬" userId="7171d596-a1e6-43c2-b263-57fdfdab9399" providerId="ADAL" clId="{84B8E845-A624-4E7E-AAB1-DF2C16F97486}" dt="2026-10-03T04:40:03.311" v="3590"/>
          <ac:grpSpMkLst>
            <pc:docMk/>
            <pc:sldMk cId="2028993834" sldId="282"/>
            <ac:grpSpMk id="33" creationId="{1C926648-1DE9-F4EF-F21D-8E13344EF107}"/>
          </ac:grpSpMkLst>
        </pc:grpChg>
        <pc:grpChg chg="mod">
          <ac:chgData name="이 은찬" userId="7171d596-a1e6-43c2-b263-57fdfdab9399" providerId="ADAL" clId="{84B8E845-A624-4E7E-AAB1-DF2C16F97486}" dt="2026-10-03T04:40:03.311" v="3590"/>
          <ac:grpSpMkLst>
            <pc:docMk/>
            <pc:sldMk cId="2028993834" sldId="282"/>
            <ac:grpSpMk id="34" creationId="{56ECAC20-9813-A966-C222-59C8AC8FC934}"/>
          </ac:grpSpMkLst>
        </pc:grpChg>
      </pc:sldChg>
      <pc:sldChg chg="addSp delSp modSp add mod">
        <pc:chgData name="이 은찬" userId="7171d596-a1e6-43c2-b263-57fdfdab9399" providerId="ADAL" clId="{84B8E845-A624-4E7E-AAB1-DF2C16F97486}" dt="2026-10-03T06:36:40.369" v="4766" actId="207"/>
        <pc:sldMkLst>
          <pc:docMk/>
          <pc:sldMk cId="0" sldId="283"/>
        </pc:sldMkLst>
        <pc:spChg chg="mod">
          <ac:chgData name="이 은찬" userId="7171d596-a1e6-43c2-b263-57fdfdab9399" providerId="ADAL" clId="{84B8E845-A624-4E7E-AAB1-DF2C16F97486}" dt="2026-10-03T05:07:49.554" v="3804" actId="20577"/>
          <ac:spMkLst>
            <pc:docMk/>
            <pc:sldMk cId="0" sldId="283"/>
            <ac:spMk id="2" creationId="{00000000-0000-0000-0000-000000000000}"/>
          </ac:spMkLst>
        </pc:spChg>
        <pc:spChg chg="add mod">
          <ac:chgData name="이 은찬" userId="7171d596-a1e6-43c2-b263-57fdfdab9399" providerId="ADAL" clId="{84B8E845-A624-4E7E-AAB1-DF2C16F97486}" dt="2026-10-03T06:36:40.369" v="4766" actId="207"/>
          <ac:spMkLst>
            <pc:docMk/>
            <pc:sldMk cId="0" sldId="283"/>
            <ac:spMk id="4" creationId="{BBE7FE75-2E23-0C91-04F6-0F3CC49ED665}"/>
          </ac:spMkLst>
        </pc:spChg>
        <pc:spChg chg="add del mod">
          <ac:chgData name="이 은찬" userId="7171d596-a1e6-43c2-b263-57fdfdab9399" providerId="ADAL" clId="{84B8E845-A624-4E7E-AAB1-DF2C16F97486}" dt="2026-10-03T06:34:13.039" v="4693" actId="478"/>
          <ac:spMkLst>
            <pc:docMk/>
            <pc:sldMk cId="0" sldId="283"/>
            <ac:spMk id="5" creationId="{F403D3C2-2335-91DC-4944-4003E432374C}"/>
          </ac:spMkLst>
        </pc:spChg>
        <pc:spChg chg="add del mod">
          <ac:chgData name="이 은찬" userId="7171d596-a1e6-43c2-b263-57fdfdab9399" providerId="ADAL" clId="{84B8E845-A624-4E7E-AAB1-DF2C16F97486}" dt="2026-10-03T06:34:46.806" v="4702" actId="478"/>
          <ac:spMkLst>
            <pc:docMk/>
            <pc:sldMk cId="0" sldId="283"/>
            <ac:spMk id="6" creationId="{06D9614D-1A7A-9945-A50D-3AE1FD00D903}"/>
          </ac:spMkLst>
        </pc:spChg>
        <pc:spChg chg="add del mod">
          <ac:chgData name="이 은찬" userId="7171d596-a1e6-43c2-b263-57fdfdab9399" providerId="ADAL" clId="{84B8E845-A624-4E7E-AAB1-DF2C16F97486}" dt="2026-10-03T06:34:39.557" v="4697" actId="478"/>
          <ac:spMkLst>
            <pc:docMk/>
            <pc:sldMk cId="0" sldId="283"/>
            <ac:spMk id="7" creationId="{999696EF-1DD7-238B-0342-B8EDFE4E961E}"/>
          </ac:spMkLst>
        </pc:spChg>
        <pc:spChg chg="add del mod">
          <ac:chgData name="이 은찬" userId="7171d596-a1e6-43c2-b263-57fdfdab9399" providerId="ADAL" clId="{84B8E845-A624-4E7E-AAB1-DF2C16F97486}" dt="2026-10-03T06:34:45.600" v="4701" actId="478"/>
          <ac:spMkLst>
            <pc:docMk/>
            <pc:sldMk cId="0" sldId="283"/>
            <ac:spMk id="10" creationId="{73B5D0D2-EA3F-E050-8C67-1122F52EDA49}"/>
          </ac:spMkLst>
        </pc:spChg>
        <pc:spChg chg="add del mod">
          <ac:chgData name="이 은찬" userId="7171d596-a1e6-43c2-b263-57fdfdab9399" providerId="ADAL" clId="{84B8E845-A624-4E7E-AAB1-DF2C16F97486}" dt="2026-10-03T06:34:43.878" v="4700" actId="478"/>
          <ac:spMkLst>
            <pc:docMk/>
            <pc:sldMk cId="0" sldId="283"/>
            <ac:spMk id="12" creationId="{BEA85094-0497-9D7B-3A0F-6571CA1BA007}"/>
          </ac:spMkLst>
        </pc:spChg>
        <pc:spChg chg="add del mod">
          <ac:chgData name="이 은찬" userId="7171d596-a1e6-43c2-b263-57fdfdab9399" providerId="ADAL" clId="{84B8E845-A624-4E7E-AAB1-DF2C16F97486}" dt="2026-10-03T06:34:42.472" v="4699" actId="478"/>
          <ac:spMkLst>
            <pc:docMk/>
            <pc:sldMk cId="0" sldId="283"/>
            <ac:spMk id="14" creationId="{73586451-7471-92B0-2169-39011519C6C2}"/>
          </ac:spMkLst>
        </pc:spChg>
        <pc:spChg chg="add del mod">
          <ac:chgData name="이 은찬" userId="7171d596-a1e6-43c2-b263-57fdfdab9399" providerId="ADAL" clId="{84B8E845-A624-4E7E-AAB1-DF2C16F97486}" dt="2026-10-03T06:34:40.877" v="4698" actId="478"/>
          <ac:spMkLst>
            <pc:docMk/>
            <pc:sldMk cId="0" sldId="283"/>
            <ac:spMk id="16" creationId="{796D08B6-106F-CD57-6714-10D685FE25C6}"/>
          </ac:spMkLst>
        </pc:spChg>
        <pc:spChg chg="add mod">
          <ac:chgData name="이 은찬" userId="7171d596-a1e6-43c2-b263-57fdfdab9399" providerId="ADAL" clId="{84B8E845-A624-4E7E-AAB1-DF2C16F97486}" dt="2026-10-03T06:36:25.169" v="4765" actId="20577"/>
          <ac:spMkLst>
            <pc:docMk/>
            <pc:sldMk cId="0" sldId="283"/>
            <ac:spMk id="18" creationId="{1190AE18-0900-A828-1F58-9A19E59A07F5}"/>
          </ac:spMkLst>
        </pc:spChg>
        <pc:spChg chg="add mod">
          <ac:chgData name="이 은찬" userId="7171d596-a1e6-43c2-b263-57fdfdab9399" providerId="ADAL" clId="{84B8E845-A624-4E7E-AAB1-DF2C16F97486}" dt="2026-10-03T06:35:56.952" v="4730" actId="20577"/>
          <ac:spMkLst>
            <pc:docMk/>
            <pc:sldMk cId="0" sldId="283"/>
            <ac:spMk id="20" creationId="{120C9BE9-BE65-9E95-A06F-21B7C5C04DB8}"/>
          </ac:spMkLst>
        </pc:spChg>
        <pc:spChg chg="add mod">
          <ac:chgData name="이 은찬" userId="7171d596-a1e6-43c2-b263-57fdfdab9399" providerId="ADAL" clId="{84B8E845-A624-4E7E-AAB1-DF2C16F97486}" dt="2026-10-03T06:36:02.951" v="4737" actId="20577"/>
          <ac:spMkLst>
            <pc:docMk/>
            <pc:sldMk cId="0" sldId="283"/>
            <ac:spMk id="22" creationId="{2C270440-D40B-364B-8BEE-F08A6EE3A51A}"/>
          </ac:spMkLst>
        </pc:spChg>
        <pc:spChg chg="add mod">
          <ac:chgData name="이 은찬" userId="7171d596-a1e6-43c2-b263-57fdfdab9399" providerId="ADAL" clId="{84B8E845-A624-4E7E-AAB1-DF2C16F97486}" dt="2026-10-03T06:36:06.808" v="4744" actId="20577"/>
          <ac:spMkLst>
            <pc:docMk/>
            <pc:sldMk cId="0" sldId="283"/>
            <ac:spMk id="23" creationId="{3E968277-2D3A-8AD5-F027-647F2A1857A9}"/>
          </ac:spMkLst>
        </pc:spChg>
        <pc:spChg chg="add mod">
          <ac:chgData name="이 은찬" userId="7171d596-a1e6-43c2-b263-57fdfdab9399" providerId="ADAL" clId="{84B8E845-A624-4E7E-AAB1-DF2C16F97486}" dt="2026-10-03T05:46:34.845" v="4256" actId="1076"/>
          <ac:spMkLst>
            <pc:docMk/>
            <pc:sldMk cId="0" sldId="283"/>
            <ac:spMk id="25" creationId="{923CEA3C-687A-33A9-F268-DAD19E2A567F}"/>
          </ac:spMkLst>
        </pc:spChg>
        <pc:spChg chg="add mod">
          <ac:chgData name="이 은찬" userId="7171d596-a1e6-43c2-b263-57fdfdab9399" providerId="ADAL" clId="{84B8E845-A624-4E7E-AAB1-DF2C16F97486}" dt="2026-10-03T06:36:10.485" v="4749" actId="20577"/>
          <ac:spMkLst>
            <pc:docMk/>
            <pc:sldMk cId="0" sldId="283"/>
            <ac:spMk id="26" creationId="{FC4F26A3-B3FF-1B7F-5E5F-7B63B6C5BF50}"/>
          </ac:spMkLst>
        </pc:spChg>
        <pc:spChg chg="add mod">
          <ac:chgData name="이 은찬" userId="7171d596-a1e6-43c2-b263-57fdfdab9399" providerId="ADAL" clId="{84B8E845-A624-4E7E-AAB1-DF2C16F97486}" dt="2026-10-03T06:36:18.241" v="4758" actId="20577"/>
          <ac:spMkLst>
            <pc:docMk/>
            <pc:sldMk cId="0" sldId="283"/>
            <ac:spMk id="27" creationId="{3CBE7C41-2F0B-1E9E-28A7-4ADA194B2A0B}"/>
          </ac:spMkLst>
        </pc:spChg>
        <pc:spChg chg="mod">
          <ac:chgData name="이 은찬" userId="7171d596-a1e6-43c2-b263-57fdfdab9399" providerId="ADAL" clId="{84B8E845-A624-4E7E-AAB1-DF2C16F97486}" dt="2026-10-03T05:48:28.932" v="4280" actId="408"/>
          <ac:spMkLst>
            <pc:docMk/>
            <pc:sldMk cId="0" sldId="283"/>
            <ac:spMk id="96" creationId="{00000000-0000-0000-0000-000000000000}"/>
          </ac:spMkLst>
        </pc:spChg>
        <pc:spChg chg="del">
          <ac:chgData name="이 은찬" userId="7171d596-a1e6-43c2-b263-57fdfdab9399" providerId="ADAL" clId="{84B8E845-A624-4E7E-AAB1-DF2C16F97486}" dt="2026-10-03T05:08:32.304" v="3946" actId="478"/>
          <ac:spMkLst>
            <pc:docMk/>
            <pc:sldMk cId="0" sldId="283"/>
            <ac:spMk id="97" creationId="{00000000-0000-0000-0000-000000000000}"/>
          </ac:spMkLst>
        </pc:spChg>
        <pc:spChg chg="del mod">
          <ac:chgData name="이 은찬" userId="7171d596-a1e6-43c2-b263-57fdfdab9399" providerId="ADAL" clId="{84B8E845-A624-4E7E-AAB1-DF2C16F97486}" dt="2026-10-03T05:41:24.216" v="4176" actId="478"/>
          <ac:spMkLst>
            <pc:docMk/>
            <pc:sldMk cId="0" sldId="283"/>
            <ac:spMk id="98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00" creationId="{00000000-0000-0000-0000-000000000000}"/>
          </ac:spMkLst>
        </pc:spChg>
        <pc:spChg chg="del mod topLvl">
          <ac:chgData name="이 은찬" userId="7171d596-a1e6-43c2-b263-57fdfdab9399" providerId="ADAL" clId="{84B8E845-A624-4E7E-AAB1-DF2C16F97486}" dt="2026-10-03T06:13:22.006" v="4428" actId="478"/>
          <ac:spMkLst>
            <pc:docMk/>
            <pc:sldMk cId="0" sldId="283"/>
            <ac:spMk id="101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02" creationId="{00000000-0000-0000-0000-000000000000}"/>
          </ac:spMkLst>
        </pc:spChg>
        <pc:spChg chg="add del mod topLvl">
          <ac:chgData name="이 은찬" userId="7171d596-a1e6-43c2-b263-57fdfdab9399" providerId="ADAL" clId="{84B8E845-A624-4E7E-AAB1-DF2C16F97486}" dt="2026-10-03T06:13:27.215" v="4429" actId="478"/>
          <ac:spMkLst>
            <pc:docMk/>
            <pc:sldMk cId="0" sldId="283"/>
            <ac:spMk id="103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04" creationId="{00000000-0000-0000-0000-000000000000}"/>
          </ac:spMkLst>
        </pc:spChg>
        <pc:spChg chg="add del mod topLvl">
          <ac:chgData name="이 은찬" userId="7171d596-a1e6-43c2-b263-57fdfdab9399" providerId="ADAL" clId="{84B8E845-A624-4E7E-AAB1-DF2C16F97486}" dt="2026-10-03T06:13:28.887" v="4430" actId="478"/>
          <ac:spMkLst>
            <pc:docMk/>
            <pc:sldMk cId="0" sldId="283"/>
            <ac:spMk id="105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06" creationId="{00000000-0000-0000-0000-000000000000}"/>
          </ac:spMkLst>
        </pc:spChg>
        <pc:spChg chg="add del mod topLvl">
          <ac:chgData name="이 은찬" userId="7171d596-a1e6-43c2-b263-57fdfdab9399" providerId="ADAL" clId="{84B8E845-A624-4E7E-AAB1-DF2C16F97486}" dt="2026-10-03T06:13:30.208" v="4431" actId="478"/>
          <ac:spMkLst>
            <pc:docMk/>
            <pc:sldMk cId="0" sldId="283"/>
            <ac:spMk id="107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08" creationId="{00000000-0000-0000-0000-000000000000}"/>
          </ac:spMkLst>
        </pc:spChg>
        <pc:spChg chg="add del mod topLvl">
          <ac:chgData name="이 은찬" userId="7171d596-a1e6-43c2-b263-57fdfdab9399" providerId="ADAL" clId="{84B8E845-A624-4E7E-AAB1-DF2C16F97486}" dt="2026-10-03T06:13:31.466" v="4432" actId="478"/>
          <ac:spMkLst>
            <pc:docMk/>
            <pc:sldMk cId="0" sldId="283"/>
            <ac:spMk id="109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10" creationId="{00000000-0000-0000-0000-000000000000}"/>
          </ac:spMkLst>
        </pc:spChg>
        <pc:spChg chg="add del mod topLvl">
          <ac:chgData name="이 은찬" userId="7171d596-a1e6-43c2-b263-57fdfdab9399" providerId="ADAL" clId="{84B8E845-A624-4E7E-AAB1-DF2C16F97486}" dt="2026-10-03T06:13:32.791" v="4433" actId="478"/>
          <ac:spMkLst>
            <pc:docMk/>
            <pc:sldMk cId="0" sldId="283"/>
            <ac:spMk id="111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12" creationId="{00000000-0000-0000-0000-000000000000}"/>
          </ac:spMkLst>
        </pc:spChg>
        <pc:spChg chg="del mod topLvl">
          <ac:chgData name="이 은찬" userId="7171d596-a1e6-43c2-b263-57fdfdab9399" providerId="ADAL" clId="{84B8E845-A624-4E7E-AAB1-DF2C16F97486}" dt="2026-10-03T06:13:19.488" v="4427" actId="478"/>
          <ac:spMkLst>
            <pc:docMk/>
            <pc:sldMk cId="0" sldId="283"/>
            <ac:spMk id="113" creationId="{00000000-0000-0000-0000-000000000000}"/>
          </ac:spMkLst>
        </pc:spChg>
        <pc:spChg chg="del mod">
          <ac:chgData name="이 은찬" userId="7171d596-a1e6-43c2-b263-57fdfdab9399" providerId="ADAL" clId="{84B8E845-A624-4E7E-AAB1-DF2C16F97486}" dt="2026-10-03T05:43:43.899" v="4194" actId="478"/>
          <ac:spMkLst>
            <pc:docMk/>
            <pc:sldMk cId="0" sldId="283"/>
            <ac:spMk id="114" creationId="{00000000-0000-0000-0000-000000000000}"/>
          </ac:spMkLst>
        </pc:spChg>
        <pc:grpChg chg="add del mod">
          <ac:chgData name="이 은찬" userId="7171d596-a1e6-43c2-b263-57fdfdab9399" providerId="ADAL" clId="{84B8E845-A624-4E7E-AAB1-DF2C16F97486}" dt="2026-10-03T06:11:09.146" v="4387" actId="165"/>
          <ac:grpSpMkLst>
            <pc:docMk/>
            <pc:sldMk cId="0" sldId="283"/>
            <ac:grpSpMk id="4" creationId="{781779D4-23B5-8B43-1ADF-6FC71614F71D}"/>
          </ac:grpSpMkLst>
        </pc:grpChg>
        <pc:graphicFrameChg chg="add mod">
          <ac:chgData name="이 은찬" userId="7171d596-a1e6-43c2-b263-57fdfdab9399" providerId="ADAL" clId="{84B8E845-A624-4E7E-AAB1-DF2C16F97486}" dt="2026-10-03T05:44:17.585" v="4200"/>
          <ac:graphicFrameMkLst>
            <pc:docMk/>
            <pc:sldMk cId="0" sldId="283"/>
            <ac:graphicFrameMk id="26" creationId="{C808AFEC-8480-D470-268C-D7CF28D68072}"/>
          </ac:graphicFrameMkLst>
        </pc:graphicFrameChg>
        <pc:graphicFrameChg chg="add mod">
          <ac:chgData name="이 은찬" userId="7171d596-a1e6-43c2-b263-57fdfdab9399" providerId="ADAL" clId="{84B8E845-A624-4E7E-AAB1-DF2C16F97486}" dt="2026-10-03T05:44:59.900" v="4239"/>
          <ac:graphicFrameMkLst>
            <pc:docMk/>
            <pc:sldMk cId="0" sldId="283"/>
            <ac:graphicFrameMk id="27" creationId="{4E462057-F1DB-472C-E874-89D8896ED862}"/>
          </ac:graphicFrameMkLst>
        </pc:graphicFrameChg>
        <pc:graphicFrameChg chg="add mod">
          <ac:chgData name="이 은찬" userId="7171d596-a1e6-43c2-b263-57fdfdab9399" providerId="ADAL" clId="{84B8E845-A624-4E7E-AAB1-DF2C16F97486}" dt="2026-10-03T05:45:04.653" v="4240"/>
          <ac:graphicFrameMkLst>
            <pc:docMk/>
            <pc:sldMk cId="0" sldId="283"/>
            <ac:graphicFrameMk id="28" creationId="{C5735B53-4114-B9B3-F41A-CB28FDD22437}"/>
          </ac:graphicFrameMkLst>
        </pc:graphicFrameChg>
        <pc:graphicFrameChg chg="add mod">
          <ac:chgData name="이 은찬" userId="7171d596-a1e6-43c2-b263-57fdfdab9399" providerId="ADAL" clId="{84B8E845-A624-4E7E-AAB1-DF2C16F97486}" dt="2026-10-03T05:45:43.081" v="4251"/>
          <ac:graphicFrameMkLst>
            <pc:docMk/>
            <pc:sldMk cId="0" sldId="283"/>
            <ac:graphicFrameMk id="29" creationId="{0B5F5D95-E3D9-C7C4-66B3-47507139C449}"/>
          </ac:graphicFrameMkLst>
        </pc:graphicFrameChg>
        <pc:graphicFrameChg chg="add mod">
          <ac:chgData name="이 은찬" userId="7171d596-a1e6-43c2-b263-57fdfdab9399" providerId="ADAL" clId="{84B8E845-A624-4E7E-AAB1-DF2C16F97486}" dt="2026-10-03T05:45:50.040" v="4252"/>
          <ac:graphicFrameMkLst>
            <pc:docMk/>
            <pc:sldMk cId="0" sldId="283"/>
            <ac:graphicFrameMk id="30" creationId="{E802B664-35D7-628D-E252-315B80019EBC}"/>
          </ac:graphicFrameMkLst>
        </pc:graphicFrameChg>
        <pc:picChg chg="add mod">
          <ac:chgData name="이 은찬" userId="7171d596-a1e6-43c2-b263-57fdfdab9399" providerId="ADAL" clId="{84B8E845-A624-4E7E-AAB1-DF2C16F97486}" dt="2026-10-03T05:39:22.017" v="4147" actId="14100"/>
          <ac:picMkLst>
            <pc:docMk/>
            <pc:sldMk cId="0" sldId="283"/>
            <ac:picMk id="6" creationId="{F75918B0-6272-523C-B47E-EA43FE1FE1E2}"/>
          </ac:picMkLst>
        </pc:picChg>
        <pc:picChg chg="add mod">
          <ac:chgData name="이 은찬" userId="7171d596-a1e6-43c2-b263-57fdfdab9399" providerId="ADAL" clId="{84B8E845-A624-4E7E-AAB1-DF2C16F97486}" dt="2026-10-03T05:48:40.737" v="4282"/>
          <ac:picMkLst>
            <pc:docMk/>
            <pc:sldMk cId="0" sldId="283"/>
            <ac:picMk id="8" creationId="{BBAFCF6A-D709-A8B5-CC63-6914AEE57C4C}"/>
          </ac:picMkLst>
        </pc:picChg>
        <pc:picChg chg="add mod">
          <ac:chgData name="이 은찬" userId="7171d596-a1e6-43c2-b263-57fdfdab9399" providerId="ADAL" clId="{84B8E845-A624-4E7E-AAB1-DF2C16F97486}" dt="2026-10-03T05:48:46.566" v="4283"/>
          <ac:picMkLst>
            <pc:docMk/>
            <pc:sldMk cId="0" sldId="283"/>
            <ac:picMk id="11" creationId="{2A45240A-967E-5DDE-85B9-0E3683CD25C6}"/>
          </ac:picMkLst>
        </pc:picChg>
        <pc:picChg chg="add mod">
          <ac:chgData name="이 은찬" userId="7171d596-a1e6-43c2-b263-57fdfdab9399" providerId="ADAL" clId="{84B8E845-A624-4E7E-AAB1-DF2C16F97486}" dt="2026-10-03T05:48:34.198" v="4281" actId="408"/>
          <ac:picMkLst>
            <pc:docMk/>
            <pc:sldMk cId="0" sldId="283"/>
            <ac:picMk id="13" creationId="{D8F4C225-D12B-793F-5AE4-A66C69E36502}"/>
          </ac:picMkLst>
        </pc:picChg>
        <pc:picChg chg="add mod">
          <ac:chgData name="이 은찬" userId="7171d596-a1e6-43c2-b263-57fdfdab9399" providerId="ADAL" clId="{84B8E845-A624-4E7E-AAB1-DF2C16F97486}" dt="2026-10-03T05:48:34.198" v="4281" actId="408"/>
          <ac:picMkLst>
            <pc:docMk/>
            <pc:sldMk cId="0" sldId="283"/>
            <ac:picMk id="15" creationId="{E9A56EA5-FFDF-771C-C13B-6290377B09A0}"/>
          </ac:picMkLst>
        </pc:picChg>
        <pc:picChg chg="add mod">
          <ac:chgData name="이 은찬" userId="7171d596-a1e6-43c2-b263-57fdfdab9399" providerId="ADAL" clId="{84B8E845-A624-4E7E-AAB1-DF2C16F97486}" dt="2026-10-03T05:48:34.198" v="4281" actId="408"/>
          <ac:picMkLst>
            <pc:docMk/>
            <pc:sldMk cId="0" sldId="283"/>
            <ac:picMk id="17" creationId="{330F32C6-F35C-78BB-9343-3ED5FAF59B81}"/>
          </ac:picMkLst>
        </pc:picChg>
        <pc:picChg chg="add mod">
          <ac:chgData name="이 은찬" userId="7171d596-a1e6-43c2-b263-57fdfdab9399" providerId="ADAL" clId="{84B8E845-A624-4E7E-AAB1-DF2C16F97486}" dt="2026-10-03T05:48:34.198" v="4281" actId="408"/>
          <ac:picMkLst>
            <pc:docMk/>
            <pc:sldMk cId="0" sldId="283"/>
            <ac:picMk id="19" creationId="{5F8E921A-7829-0BD1-F3C9-B93975F1AA08}"/>
          </ac:picMkLst>
        </pc:picChg>
        <pc:picChg chg="add mod">
          <ac:chgData name="이 은찬" userId="7171d596-a1e6-43c2-b263-57fdfdab9399" providerId="ADAL" clId="{84B8E845-A624-4E7E-AAB1-DF2C16F97486}" dt="2026-10-03T05:48:34.198" v="4281" actId="408"/>
          <ac:picMkLst>
            <pc:docMk/>
            <pc:sldMk cId="0" sldId="283"/>
            <ac:picMk id="21" creationId="{C697346D-28B4-79AB-63DC-3F57536209AB}"/>
          </ac:picMkLst>
        </pc:picChg>
        <pc:picChg chg="add mod">
          <ac:chgData name="이 은찬" userId="7171d596-a1e6-43c2-b263-57fdfdab9399" providerId="ADAL" clId="{84B8E845-A624-4E7E-AAB1-DF2C16F97486}" dt="2026-10-03T05:40:30.322" v="4159"/>
          <ac:picMkLst>
            <pc:docMk/>
            <pc:sldMk cId="0" sldId="283"/>
            <ac:picMk id="22" creationId="{7AB53C97-86DE-1F9E-3753-4588A57D22FF}"/>
          </ac:picMkLst>
        </pc:picChg>
        <pc:picChg chg="add mod">
          <ac:chgData name="이 은찬" userId="7171d596-a1e6-43c2-b263-57fdfdab9399" providerId="ADAL" clId="{84B8E845-A624-4E7E-AAB1-DF2C16F97486}" dt="2026-10-03T06:12:01.160" v="4412" actId="1076"/>
          <ac:picMkLst>
            <pc:docMk/>
            <pc:sldMk cId="0" sldId="283"/>
            <ac:picMk id="24" creationId="{54612EE2-C4E5-CDEB-D56A-F0917584DCA1}"/>
          </ac:picMkLst>
        </pc:picChg>
        <pc:cxnChg chg="mod topLvl">
          <ac:chgData name="이 은찬" userId="7171d596-a1e6-43c2-b263-57fdfdab9399" providerId="ADAL" clId="{84B8E845-A624-4E7E-AAB1-DF2C16F97486}" dt="2026-10-03T06:11:09.146" v="4387" actId="165"/>
          <ac:cxnSpMkLst>
            <pc:docMk/>
            <pc:sldMk cId="0" sldId="283"/>
            <ac:cxnSpMk id="99" creationId="{00000000-0000-0000-0000-000000000000}"/>
          </ac:cxnSpMkLst>
        </pc:cxnChg>
      </pc:sldChg>
      <pc:sldChg chg="addSp delSp modSp add mod">
        <pc:chgData name="이 은찬" userId="7171d596-a1e6-43c2-b263-57fdfdab9399" providerId="ADAL" clId="{84B8E845-A624-4E7E-AAB1-DF2C16F97486}" dt="2026-10-03T05:11:15.107" v="3968" actId="208"/>
        <pc:sldMkLst>
          <pc:docMk/>
          <pc:sldMk cId="618715306" sldId="284"/>
        </pc:sldMkLst>
        <pc:spChg chg="add mod">
          <ac:chgData name="이 은찬" userId="7171d596-a1e6-43c2-b263-57fdfdab9399" providerId="ADAL" clId="{84B8E845-A624-4E7E-AAB1-DF2C16F97486}" dt="2026-10-03T05:11:12.622" v="3967" actId="208"/>
          <ac:spMkLst>
            <pc:docMk/>
            <pc:sldMk cId="618715306" sldId="284"/>
            <ac:spMk id="2" creationId="{1DE9954C-656C-69AC-B8FF-E6C9FF3B88A7}"/>
          </ac:spMkLst>
        </pc:spChg>
        <pc:spChg chg="mod">
          <ac:chgData name="이 은찬" userId="7171d596-a1e6-43c2-b263-57fdfdab9399" providerId="ADAL" clId="{84B8E845-A624-4E7E-AAB1-DF2C16F97486}" dt="2026-10-03T05:10:06.378" v="3960"/>
          <ac:spMkLst>
            <pc:docMk/>
            <pc:sldMk cId="618715306" sldId="284"/>
            <ac:spMk id="5" creationId="{2DC5C4EB-7AE5-B4FD-194C-DDF27C085C94}"/>
          </ac:spMkLst>
        </pc:spChg>
        <pc:spChg chg="mod">
          <ac:chgData name="이 은찬" userId="7171d596-a1e6-43c2-b263-57fdfdab9399" providerId="ADAL" clId="{84B8E845-A624-4E7E-AAB1-DF2C16F97486}" dt="2026-10-03T05:10:59.422" v="3965" actId="207"/>
          <ac:spMkLst>
            <pc:docMk/>
            <pc:sldMk cId="618715306" sldId="284"/>
            <ac:spMk id="6" creationId="{7D2777C3-9A46-0578-BDE3-DF8BDE9BD195}"/>
          </ac:spMkLst>
        </pc:spChg>
        <pc:spChg chg="mod">
          <ac:chgData name="이 은찬" userId="7171d596-a1e6-43c2-b263-57fdfdab9399" providerId="ADAL" clId="{84B8E845-A624-4E7E-AAB1-DF2C16F97486}" dt="2026-10-03T05:10:06.378" v="3960"/>
          <ac:spMkLst>
            <pc:docMk/>
            <pc:sldMk cId="618715306" sldId="284"/>
            <ac:spMk id="7" creationId="{DA34C7EF-0F64-884C-3D4B-C76658C680EB}"/>
          </ac:spMkLst>
        </pc:spChg>
        <pc:spChg chg="mod">
          <ac:chgData name="이 은찬" userId="7171d596-a1e6-43c2-b263-57fdfdab9399" providerId="ADAL" clId="{84B8E845-A624-4E7E-AAB1-DF2C16F97486}" dt="2026-10-03T05:09:47.457" v="3957"/>
          <ac:spMkLst>
            <pc:docMk/>
            <pc:sldMk cId="618715306" sldId="284"/>
            <ac:spMk id="8" creationId="{00000000-0000-0000-0000-000000000000}"/>
          </ac:spMkLst>
        </pc:spChg>
        <pc:spChg chg="del topLvl">
          <ac:chgData name="이 은찬" userId="7171d596-a1e6-43c2-b263-57fdfdab9399" providerId="ADAL" clId="{84B8E845-A624-4E7E-AAB1-DF2C16F97486}" dt="2026-10-03T05:10:03.248" v="3958" actId="478"/>
          <ac:spMkLst>
            <pc:docMk/>
            <pc:sldMk cId="618715306" sldId="284"/>
            <ac:spMk id="15" creationId="{B23A71EE-1E52-98B7-A287-E26337A899E4}"/>
          </ac:spMkLst>
        </pc:spChg>
        <pc:spChg chg="del">
          <ac:chgData name="이 은찬" userId="7171d596-a1e6-43c2-b263-57fdfdab9399" providerId="ADAL" clId="{84B8E845-A624-4E7E-AAB1-DF2C16F97486}" dt="2026-10-03T05:09:30.541" v="3956" actId="478"/>
          <ac:spMkLst>
            <pc:docMk/>
            <pc:sldMk cId="618715306" sldId="284"/>
            <ac:spMk id="20" creationId="{779ACC18-372B-2603-8125-7B2C60DED3FB}"/>
          </ac:spMkLst>
        </pc:spChg>
        <pc:spChg chg="mod">
          <ac:chgData name="이 은찬" userId="7171d596-a1e6-43c2-b263-57fdfdab9399" providerId="ADAL" clId="{84B8E845-A624-4E7E-AAB1-DF2C16F97486}" dt="2026-10-03T05:10:06.378" v="3960"/>
          <ac:spMkLst>
            <pc:docMk/>
            <pc:sldMk cId="618715306" sldId="284"/>
            <ac:spMk id="21" creationId="{59B4D54A-BB2E-0E56-D21C-F9FC184913AC}"/>
          </ac:spMkLst>
        </pc:spChg>
        <pc:spChg chg="del">
          <ac:chgData name="이 은찬" userId="7171d596-a1e6-43c2-b263-57fdfdab9399" providerId="ADAL" clId="{84B8E845-A624-4E7E-AAB1-DF2C16F97486}" dt="2026-10-03T05:09:30.541" v="3956" actId="478"/>
          <ac:spMkLst>
            <pc:docMk/>
            <pc:sldMk cId="618715306" sldId="284"/>
            <ac:spMk id="23" creationId="{31DFE897-9EF6-0FEF-BFCE-6BAC1355BBF7}"/>
          </ac:spMkLst>
        </pc:spChg>
        <pc:spChg chg="mod">
          <ac:chgData name="이 은찬" userId="7171d596-a1e6-43c2-b263-57fdfdab9399" providerId="ADAL" clId="{84B8E845-A624-4E7E-AAB1-DF2C16F97486}" dt="2026-10-03T05:11:08.263" v="3966" actId="207"/>
          <ac:spMkLst>
            <pc:docMk/>
            <pc:sldMk cId="618715306" sldId="284"/>
            <ac:spMk id="24" creationId="{7747F5F8-00DD-5C2C-FED1-A4FE2D3F1BFB}"/>
          </ac:spMkLst>
        </pc:spChg>
        <pc:spChg chg="mod">
          <ac:chgData name="이 은찬" userId="7171d596-a1e6-43c2-b263-57fdfdab9399" providerId="ADAL" clId="{84B8E845-A624-4E7E-AAB1-DF2C16F97486}" dt="2026-10-03T05:10:06.378" v="3960"/>
          <ac:spMkLst>
            <pc:docMk/>
            <pc:sldMk cId="618715306" sldId="284"/>
            <ac:spMk id="25" creationId="{46D5FF55-EBA0-C199-DA8C-3DC01F3E23A4}"/>
          </ac:spMkLst>
        </pc:spChg>
        <pc:spChg chg="add mod">
          <ac:chgData name="이 은찬" userId="7171d596-a1e6-43c2-b263-57fdfdab9399" providerId="ADAL" clId="{84B8E845-A624-4E7E-AAB1-DF2C16F97486}" dt="2026-10-03T05:11:15.107" v="3968" actId="208"/>
          <ac:spMkLst>
            <pc:docMk/>
            <pc:sldMk cId="618715306" sldId="284"/>
            <ac:spMk id="26" creationId="{502A89E0-D6EE-374D-D206-973D234B1F7F}"/>
          </ac:spMkLst>
        </pc:spChg>
        <pc:spChg chg="mod">
          <ac:chgData name="이 은찬" userId="7171d596-a1e6-43c2-b263-57fdfdab9399" providerId="ADAL" clId="{84B8E845-A624-4E7E-AAB1-DF2C16F97486}" dt="2026-10-03T05:10:06.378" v="3960"/>
          <ac:spMkLst>
            <pc:docMk/>
            <pc:sldMk cId="618715306" sldId="284"/>
            <ac:spMk id="29" creationId="{A62A6DE8-A1F9-6F73-ACB6-86786FD63B50}"/>
          </ac:spMkLst>
        </pc:spChg>
        <pc:spChg chg="mod">
          <ac:chgData name="이 은찬" userId="7171d596-a1e6-43c2-b263-57fdfdab9399" providerId="ADAL" clId="{84B8E845-A624-4E7E-AAB1-DF2C16F97486}" dt="2026-10-03T05:10:46.246" v="3963" actId="207"/>
          <ac:spMkLst>
            <pc:docMk/>
            <pc:sldMk cId="618715306" sldId="284"/>
            <ac:spMk id="30" creationId="{573A83BB-1A61-9D95-DEBB-9EC5C2AE102D}"/>
          </ac:spMkLst>
        </pc:spChg>
        <pc:spChg chg="mod">
          <ac:chgData name="이 은찬" userId="7171d596-a1e6-43c2-b263-57fdfdab9399" providerId="ADAL" clId="{84B8E845-A624-4E7E-AAB1-DF2C16F97486}" dt="2026-10-03T05:10:51.352" v="3964" actId="14100"/>
          <ac:spMkLst>
            <pc:docMk/>
            <pc:sldMk cId="618715306" sldId="284"/>
            <ac:spMk id="31" creationId="{C03F09F3-36C3-A1E2-BBA6-B2B1A807FCEE}"/>
          </ac:spMkLst>
        </pc:spChg>
        <pc:grpChg chg="add mod">
          <ac:chgData name="이 은찬" userId="7171d596-a1e6-43c2-b263-57fdfdab9399" providerId="ADAL" clId="{84B8E845-A624-4E7E-AAB1-DF2C16F97486}" dt="2026-10-03T05:10:06.378" v="3960"/>
          <ac:grpSpMkLst>
            <pc:docMk/>
            <pc:sldMk cId="618715306" sldId="284"/>
            <ac:grpSpMk id="3" creationId="{547A2D70-E0C5-A0A3-3226-42C785AB5962}"/>
          </ac:grpSpMkLst>
        </pc:grpChg>
        <pc:grpChg chg="mod">
          <ac:chgData name="이 은찬" userId="7171d596-a1e6-43c2-b263-57fdfdab9399" providerId="ADAL" clId="{84B8E845-A624-4E7E-AAB1-DF2C16F97486}" dt="2026-10-03T05:10:06.378" v="3960"/>
          <ac:grpSpMkLst>
            <pc:docMk/>
            <pc:sldMk cId="618715306" sldId="284"/>
            <ac:grpSpMk id="4" creationId="{06E10AD4-513B-9810-E56A-17531B0E3980}"/>
          </ac:grpSpMkLst>
        </pc:grpChg>
        <pc:grpChg chg="add mod">
          <ac:chgData name="이 은찬" userId="7171d596-a1e6-43c2-b263-57fdfdab9399" providerId="ADAL" clId="{84B8E845-A624-4E7E-AAB1-DF2C16F97486}" dt="2026-10-03T05:10:06.378" v="3960"/>
          <ac:grpSpMkLst>
            <pc:docMk/>
            <pc:sldMk cId="618715306" sldId="284"/>
            <ac:grpSpMk id="11" creationId="{99100149-24AC-4898-3D53-A24FB6379F7F}"/>
          </ac:grpSpMkLst>
        </pc:grpChg>
        <pc:grpChg chg="del">
          <ac:chgData name="이 은찬" userId="7171d596-a1e6-43c2-b263-57fdfdab9399" providerId="ADAL" clId="{84B8E845-A624-4E7E-AAB1-DF2C16F97486}" dt="2026-10-03T05:10:03.248" v="3958" actId="478"/>
          <ac:grpSpMkLst>
            <pc:docMk/>
            <pc:sldMk cId="618715306" sldId="284"/>
            <ac:grpSpMk id="13" creationId="{51D84E5A-6783-8811-184F-E76B7E2124FB}"/>
          </ac:grpSpMkLst>
        </pc:grpChg>
        <pc:grpChg chg="del topLvl">
          <ac:chgData name="이 은찬" userId="7171d596-a1e6-43c2-b263-57fdfdab9399" providerId="ADAL" clId="{84B8E845-A624-4E7E-AAB1-DF2C16F97486}" dt="2026-10-03T05:10:05.125" v="3959" actId="478"/>
          <ac:grpSpMkLst>
            <pc:docMk/>
            <pc:sldMk cId="618715306" sldId="284"/>
            <ac:grpSpMk id="14" creationId="{B1A69CEC-8D14-983A-3A63-AA5D4E93B377}"/>
          </ac:grpSpMkLst>
        </pc:grpChg>
        <pc:grpChg chg="mod">
          <ac:chgData name="이 은찬" userId="7171d596-a1e6-43c2-b263-57fdfdab9399" providerId="ADAL" clId="{84B8E845-A624-4E7E-AAB1-DF2C16F97486}" dt="2026-10-03T05:10:06.378" v="3960"/>
          <ac:grpSpMkLst>
            <pc:docMk/>
            <pc:sldMk cId="618715306" sldId="284"/>
            <ac:grpSpMk id="18" creationId="{4ADADD15-04B4-9BA0-9ED3-25899C5FAB5D}"/>
          </ac:grpSpMkLst>
        </pc:grpChg>
        <pc:grpChg chg="add mod">
          <ac:chgData name="이 은찬" userId="7171d596-a1e6-43c2-b263-57fdfdab9399" providerId="ADAL" clId="{84B8E845-A624-4E7E-AAB1-DF2C16F97486}" dt="2026-10-03T05:10:06.378" v="3960"/>
          <ac:grpSpMkLst>
            <pc:docMk/>
            <pc:sldMk cId="618715306" sldId="284"/>
            <ac:grpSpMk id="27" creationId="{50E4FE5F-8FE3-5771-A904-D3CD8879301B}"/>
          </ac:grpSpMkLst>
        </pc:grpChg>
        <pc:grpChg chg="mod">
          <ac:chgData name="이 은찬" userId="7171d596-a1e6-43c2-b263-57fdfdab9399" providerId="ADAL" clId="{84B8E845-A624-4E7E-AAB1-DF2C16F97486}" dt="2026-10-03T05:10:06.378" v="3960"/>
          <ac:grpSpMkLst>
            <pc:docMk/>
            <pc:sldMk cId="618715306" sldId="284"/>
            <ac:grpSpMk id="28" creationId="{6CC4276C-F362-57E7-BD70-B04C8C6620CB}"/>
          </ac:grpSpMkLst>
        </pc:grpChg>
        <pc:picChg chg="del">
          <ac:chgData name="이 은찬" userId="7171d596-a1e6-43c2-b263-57fdfdab9399" providerId="ADAL" clId="{84B8E845-A624-4E7E-AAB1-DF2C16F97486}" dt="2026-10-03T05:09:30.541" v="3956" actId="478"/>
          <ac:picMkLst>
            <pc:docMk/>
            <pc:sldMk cId="618715306" sldId="284"/>
            <ac:picMk id="19" creationId="{CE12420A-C697-7461-8B1E-27DB346692D3}"/>
          </ac:picMkLst>
        </pc:picChg>
        <pc:picChg chg="del">
          <ac:chgData name="이 은찬" userId="7171d596-a1e6-43c2-b263-57fdfdab9399" providerId="ADAL" clId="{84B8E845-A624-4E7E-AAB1-DF2C16F97486}" dt="2026-10-03T05:09:30.541" v="3956" actId="478"/>
          <ac:picMkLst>
            <pc:docMk/>
            <pc:sldMk cId="618715306" sldId="284"/>
            <ac:picMk id="22" creationId="{539A5A42-F901-BC8B-82DB-F0BE9DDDCAAD}"/>
          </ac:picMkLst>
        </pc:picChg>
      </pc:sldChg>
      <pc:sldChg chg="delSp modSp add mod">
        <pc:chgData name="이 은찬" userId="7171d596-a1e6-43c2-b263-57fdfdab9399" providerId="ADAL" clId="{84B8E845-A624-4E7E-AAB1-DF2C16F97486}" dt="2026-10-03T06:21:42.201" v="4520" actId="20577"/>
        <pc:sldMkLst>
          <pc:docMk/>
          <pc:sldMk cId="265708773" sldId="285"/>
        </pc:sldMkLst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2" creationId="{00000000-0000-0000-0000-000000000000}"/>
          </ac:spMkLst>
        </pc:spChg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3" creationId="{7FF98ABA-47D1-A5F4-9281-577DFA30E12E}"/>
          </ac:spMkLst>
        </pc:spChg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4" creationId="{FA334E57-535E-D53B-C8AD-17A1D28241E4}"/>
          </ac:spMkLst>
        </pc:spChg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5" creationId="{162C1998-3DCB-A03F-FB03-30BFD0A8433B}"/>
          </ac:spMkLst>
        </pc:spChg>
        <pc:spChg chg="mod">
          <ac:chgData name="이 은찬" userId="7171d596-a1e6-43c2-b263-57fdfdab9399" providerId="ADAL" clId="{84B8E845-A624-4E7E-AAB1-DF2C16F97486}" dt="2026-10-03T06:21:42.201" v="4520" actId="20577"/>
          <ac:spMkLst>
            <pc:docMk/>
            <pc:sldMk cId="265708773" sldId="285"/>
            <ac:spMk id="6" creationId="{0F0653A8-7BC0-4078-8379-318D8B1E7F45}"/>
          </ac:spMkLst>
        </pc:spChg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15" creationId="{00000000-0000-0000-0000-000000000000}"/>
          </ac:spMkLst>
        </pc:spChg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17" creationId="{00000000-0000-0000-0000-000000000000}"/>
          </ac:spMkLst>
        </pc:spChg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32" creationId="{00000000-0000-0000-0000-000000000000}"/>
          </ac:spMkLst>
        </pc:spChg>
        <pc:picChg chg="del">
          <ac:chgData name="이 은찬" userId="7171d596-a1e6-43c2-b263-57fdfdab9399" providerId="ADAL" clId="{84B8E845-A624-4E7E-AAB1-DF2C16F97486}" dt="2026-10-03T06:17:58.894" v="4485" actId="478"/>
          <ac:picMkLst>
            <pc:docMk/>
            <pc:sldMk cId="265708773" sldId="285"/>
            <ac:picMk id="16" creationId="{00000000-0000-0000-0000-000000000000}"/>
          </ac:picMkLst>
        </pc:picChg>
        <pc:picChg chg="del">
          <ac:chgData name="이 은찬" userId="7171d596-a1e6-43c2-b263-57fdfdab9399" providerId="ADAL" clId="{84B8E845-A624-4E7E-AAB1-DF2C16F97486}" dt="2026-10-03T06:17:58.894" v="4485" actId="478"/>
          <ac:picMkLst>
            <pc:docMk/>
            <pc:sldMk cId="265708773" sldId="285"/>
            <ac:picMk id="20" creationId="{CF129326-65E2-B351-ED3A-4D3C7ED73678}"/>
          </ac:picMkLst>
        </pc:picChg>
      </pc:sldChg>
    </pc:docChg>
  </pc:docChgLst>
  <pc:docChgLst>
    <pc:chgData name="이 은찬" userId="7171d596-a1e6-43c2-b263-57fdfdab9399" providerId="ADAL" clId="{76144162-B7B6-40E4-A480-CFC11E63907E}"/>
    <pc:docChg chg="custSel modSld">
      <pc:chgData name="이 은찬" userId="7171d596-a1e6-43c2-b263-57fdfdab9399" providerId="ADAL" clId="{76144162-B7B6-40E4-A480-CFC11E63907E}" dt="2026-10-03T06:59:00.312" v="33" actId="20577"/>
      <pc:docMkLst>
        <pc:docMk/>
      </pc:docMkLst>
      <pc:sldChg chg="modSp mod">
        <pc:chgData name="이 은찬" userId="7171d596-a1e6-43c2-b263-57fdfdab9399" providerId="ADAL" clId="{76144162-B7B6-40E4-A480-CFC11E63907E}" dt="2026-10-03T06:59:00.312" v="33" actId="20577"/>
        <pc:sldMkLst>
          <pc:docMk/>
          <pc:sldMk cId="4246831794" sldId="266"/>
        </pc:sldMkLst>
        <pc:spChg chg="mod">
          <ac:chgData name="이 은찬" userId="7171d596-a1e6-43c2-b263-57fdfdab9399" providerId="ADAL" clId="{76144162-B7B6-40E4-A480-CFC11E63907E}" dt="2026-10-03T06:59:00.312" v="33" actId="20577"/>
          <ac:spMkLst>
            <pc:docMk/>
            <pc:sldMk cId="4246831794" sldId="266"/>
            <ac:spMk id="9" creationId="{00000000-0000-0000-0000-000000000000}"/>
          </ac:spMkLst>
        </pc:spChg>
        <pc:spChg chg="mod">
          <ac:chgData name="이 은찬" userId="7171d596-a1e6-43c2-b263-57fdfdab9399" providerId="ADAL" clId="{76144162-B7B6-40E4-A480-CFC11E63907E}" dt="2026-10-03T06:52:09.105" v="23" actId="20577"/>
          <ac:spMkLst>
            <pc:docMk/>
            <pc:sldMk cId="4246831794" sldId="266"/>
            <ac:spMk id="96" creationId="{00000000-0000-0000-0000-000000000000}"/>
          </ac:spMkLst>
        </pc:spChg>
      </pc:sldChg>
      <pc:sldChg chg="modSp mod">
        <pc:chgData name="이 은찬" userId="7171d596-a1e6-43c2-b263-57fdfdab9399" providerId="ADAL" clId="{76144162-B7B6-40E4-A480-CFC11E63907E}" dt="2026-10-03T06:52:14.843" v="32" actId="20577"/>
        <pc:sldMkLst>
          <pc:docMk/>
          <pc:sldMk cId="0" sldId="283"/>
        </pc:sldMkLst>
        <pc:spChg chg="mod">
          <ac:chgData name="이 은찬" userId="7171d596-a1e6-43c2-b263-57fdfdab9399" providerId="ADAL" clId="{76144162-B7B6-40E4-A480-CFC11E63907E}" dt="2026-10-03T06:52:14.843" v="32" actId="20577"/>
          <ac:spMkLst>
            <pc:docMk/>
            <pc:sldMk cId="0" sldId="283"/>
            <ac:spMk id="96" creationId="{00000000-0000-0000-0000-000000000000}"/>
          </ac:spMkLst>
        </pc:spChg>
        <pc:spChg chg="mod">
          <ac:chgData name="이 은찬" userId="7171d596-a1e6-43c2-b263-57fdfdab9399" providerId="ADAL" clId="{76144162-B7B6-40E4-A480-CFC11E63907E}" dt="2026-10-03T06:48:48.840" v="7" actId="20577"/>
          <ac:spMkLst>
            <pc:docMk/>
            <pc:sldMk cId="0" sldId="283"/>
            <ac:spMk id="10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348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5285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07448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21366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2239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2753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79657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72825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08846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02021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0202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모서리가 둥근 직사각형 10"/>
          <p:cNvSpPr/>
          <p:nvPr userDrawn="1"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80"/>
          <a:stretch/>
        </p:blipFill>
        <p:spPr>
          <a:xfrm>
            <a:off x="4938523" y="5907625"/>
            <a:ext cx="2314953" cy="764099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09943" y="2042583"/>
            <a:ext cx="6753997" cy="2387600"/>
          </a:xfrm>
        </p:spPr>
        <p:txBody>
          <a:bodyPr anchor="b">
            <a:normAutofit/>
          </a:bodyPr>
          <a:lstStyle>
            <a:lvl1pPr algn="l">
              <a:defRPr sz="6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3" name="Google Shape;23;p37"/>
          <p:cNvSpPr/>
          <p:nvPr/>
        </p:nvSpPr>
        <p:spPr>
          <a:xfrm>
            <a:off x="335361" y="488138"/>
            <a:ext cx="3834759" cy="72171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8493" y="0"/>
                </a:moveTo>
                <a:lnTo>
                  <a:pt x="3107" y="0"/>
                </a:lnTo>
                <a:cubicBezTo>
                  <a:pt x="2222" y="0"/>
                  <a:pt x="1691" y="0"/>
                  <a:pt x="1337" y="651"/>
                </a:cubicBezTo>
                <a:cubicBezTo>
                  <a:pt x="773" y="1743"/>
                  <a:pt x="328" y="4106"/>
                  <a:pt x="123" y="7106"/>
                </a:cubicBezTo>
                <a:cubicBezTo>
                  <a:pt x="41" y="8290"/>
                  <a:pt x="0" y="9540"/>
                  <a:pt x="0" y="10800"/>
                </a:cubicBezTo>
                <a:cubicBezTo>
                  <a:pt x="0" y="12060"/>
                  <a:pt x="41" y="13310"/>
                  <a:pt x="123" y="14494"/>
                </a:cubicBezTo>
                <a:cubicBezTo>
                  <a:pt x="328" y="17494"/>
                  <a:pt x="773" y="19857"/>
                  <a:pt x="1337" y="20949"/>
                </a:cubicBezTo>
                <a:cubicBezTo>
                  <a:pt x="1691" y="21600"/>
                  <a:pt x="2222" y="21600"/>
                  <a:pt x="3107" y="21600"/>
                </a:cubicBezTo>
                <a:lnTo>
                  <a:pt x="18493" y="21600"/>
                </a:lnTo>
                <a:cubicBezTo>
                  <a:pt x="19378" y="21600"/>
                  <a:pt x="19909" y="21600"/>
                  <a:pt x="20263" y="20949"/>
                </a:cubicBezTo>
                <a:cubicBezTo>
                  <a:pt x="20827" y="19857"/>
                  <a:pt x="21272" y="17494"/>
                  <a:pt x="21477" y="14494"/>
                </a:cubicBezTo>
                <a:cubicBezTo>
                  <a:pt x="21559" y="13310"/>
                  <a:pt x="21600" y="12060"/>
                  <a:pt x="21600" y="10800"/>
                </a:cubicBezTo>
                <a:cubicBezTo>
                  <a:pt x="21600" y="9540"/>
                  <a:pt x="21559" y="8290"/>
                  <a:pt x="21477" y="7106"/>
                </a:cubicBezTo>
                <a:cubicBezTo>
                  <a:pt x="21272" y="4106"/>
                  <a:pt x="20827" y="1743"/>
                  <a:pt x="20263" y="651"/>
                </a:cubicBezTo>
                <a:cubicBezTo>
                  <a:pt x="19909" y="0"/>
                  <a:pt x="19378" y="0"/>
                  <a:pt x="18493" y="0"/>
                </a:cubicBezTo>
                <a:close/>
              </a:path>
            </a:pathLst>
          </a:custGeom>
          <a:solidFill>
            <a:srgbClr val="F6877E"/>
          </a:solidFill>
          <a:ln>
            <a:noFill/>
          </a:ln>
        </p:spPr>
        <p:txBody>
          <a:bodyPr spcFirstLastPara="1" wrap="square" lIns="60933" tIns="60933" rIns="60933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Arial"/>
              <a:sym typeface="Arial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176" y="1690809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060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타원 7"/>
          <p:cNvSpPr/>
          <p:nvPr userDrawn="1"/>
        </p:nvSpPr>
        <p:spPr>
          <a:xfrm>
            <a:off x="1314979" y="932723"/>
            <a:ext cx="9562043" cy="5195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774"/>
          <a:stretch/>
        </p:blipFill>
        <p:spPr>
          <a:xfrm>
            <a:off x="5232685" y="6213310"/>
            <a:ext cx="1726629" cy="559532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8380207" y="4128700"/>
            <a:ext cx="3810915" cy="2740004"/>
            <a:chOff x="8380207" y="4128700"/>
            <a:chExt cx="3810915" cy="2740004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0207" y="4139458"/>
              <a:ext cx="3806750" cy="2729246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5922" y="4128700"/>
              <a:ext cx="3805200" cy="2731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6616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2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818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모서리가 둥근 직사각형 2"/>
          <p:cNvSpPr/>
          <p:nvPr userDrawn="1"/>
        </p:nvSpPr>
        <p:spPr>
          <a:xfrm>
            <a:off x="519762" y="1412776"/>
            <a:ext cx="11144857" cy="4896544"/>
          </a:xfrm>
          <a:prstGeom prst="roundRect">
            <a:avLst>
              <a:gd name="adj" fmla="val 11065"/>
            </a:avLst>
          </a:prstGeom>
          <a:solidFill>
            <a:schemeClr val="bg1"/>
          </a:solidFill>
          <a:ln w="57150">
            <a:solidFill>
              <a:srgbClr val="F687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565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oogle Shape;22;p37"/>
          <p:cNvGrpSpPr/>
          <p:nvPr userDrawn="1"/>
        </p:nvGrpSpPr>
        <p:grpSpPr>
          <a:xfrm>
            <a:off x="335361" y="487206"/>
            <a:ext cx="3834759" cy="722645"/>
            <a:chOff x="0" y="-699"/>
            <a:chExt cx="2876068" cy="541982"/>
          </a:xfrm>
        </p:grpSpPr>
        <p:sp>
          <p:nvSpPr>
            <p:cNvPr id="13" name="Google Shape;23;p37"/>
            <p:cNvSpPr/>
            <p:nvPr/>
          </p:nvSpPr>
          <p:spPr>
            <a:xfrm>
              <a:off x="0" y="0"/>
              <a:ext cx="2876068" cy="54128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493" y="0"/>
                  </a:moveTo>
                  <a:lnTo>
                    <a:pt x="3107" y="0"/>
                  </a:lnTo>
                  <a:cubicBezTo>
                    <a:pt x="2222" y="0"/>
                    <a:pt x="1691" y="0"/>
                    <a:pt x="1337" y="651"/>
                  </a:cubicBezTo>
                  <a:cubicBezTo>
                    <a:pt x="773" y="1743"/>
                    <a:pt x="328" y="4106"/>
                    <a:pt x="123" y="7106"/>
                  </a:cubicBezTo>
                  <a:cubicBezTo>
                    <a:pt x="41" y="8290"/>
                    <a:pt x="0" y="9540"/>
                    <a:pt x="0" y="10800"/>
                  </a:cubicBezTo>
                  <a:cubicBezTo>
                    <a:pt x="0" y="12060"/>
                    <a:pt x="41" y="13310"/>
                    <a:pt x="123" y="14494"/>
                  </a:cubicBezTo>
                  <a:cubicBezTo>
                    <a:pt x="328" y="17494"/>
                    <a:pt x="773" y="19857"/>
                    <a:pt x="1337" y="20949"/>
                  </a:cubicBezTo>
                  <a:cubicBezTo>
                    <a:pt x="1691" y="21600"/>
                    <a:pt x="2222" y="21600"/>
                    <a:pt x="3107" y="21600"/>
                  </a:cubicBezTo>
                  <a:lnTo>
                    <a:pt x="18493" y="21600"/>
                  </a:lnTo>
                  <a:cubicBezTo>
                    <a:pt x="19378" y="21600"/>
                    <a:pt x="19909" y="21600"/>
                    <a:pt x="20263" y="20949"/>
                  </a:cubicBezTo>
                  <a:cubicBezTo>
                    <a:pt x="20827" y="19857"/>
                    <a:pt x="21272" y="17494"/>
                    <a:pt x="21477" y="14494"/>
                  </a:cubicBezTo>
                  <a:cubicBezTo>
                    <a:pt x="21559" y="13310"/>
                    <a:pt x="21600" y="12060"/>
                    <a:pt x="21600" y="10800"/>
                  </a:cubicBezTo>
                  <a:cubicBezTo>
                    <a:pt x="21600" y="9540"/>
                    <a:pt x="21559" y="8290"/>
                    <a:pt x="21477" y="7106"/>
                  </a:cubicBezTo>
                  <a:cubicBezTo>
                    <a:pt x="21272" y="4106"/>
                    <a:pt x="20827" y="1743"/>
                    <a:pt x="20263" y="651"/>
                  </a:cubicBezTo>
                  <a:cubicBezTo>
                    <a:pt x="19909" y="0"/>
                    <a:pt x="19378" y="0"/>
                    <a:pt x="18493" y="0"/>
                  </a:cubicBezTo>
                  <a:close/>
                </a:path>
              </a:pathLst>
            </a:custGeom>
            <a:solidFill>
              <a:srgbClr val="F6877E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endParaRPr>
            </a:p>
          </p:txBody>
        </p:sp>
        <p:sp>
          <p:nvSpPr>
            <p:cNvPr id="14" name="Google Shape;24;p37"/>
            <p:cNvSpPr txBox="1"/>
            <p:nvPr/>
          </p:nvSpPr>
          <p:spPr>
            <a:xfrm>
              <a:off x="243287" y="-699"/>
              <a:ext cx="2389494" cy="535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333" b="1" dirty="0">
                  <a:solidFill>
                    <a:srgbClr val="FFFFFF"/>
                  </a:solidFill>
                  <a:latin typeface="+mj-ea"/>
                  <a:ea typeface="+mj-ea"/>
                  <a:cs typeface="Arial"/>
                  <a:sym typeface="Arial"/>
                </a:rPr>
                <a:t>초등 미술</a:t>
              </a:r>
              <a:endParaRPr sz="2400" dirty="0">
                <a:latin typeface="+mj-ea"/>
                <a:ea typeface="+mj-ea"/>
              </a:endParaRPr>
            </a:p>
          </p:txBody>
        </p:sp>
      </p:grpSp>
      <p:pic>
        <p:nvPicPr>
          <p:cNvPr id="15" name="그림 1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58" r="34094" b="5158"/>
          <a:stretch/>
        </p:blipFill>
        <p:spPr>
          <a:xfrm>
            <a:off x="4804125" y="5883883"/>
            <a:ext cx="2346484" cy="764099"/>
          </a:xfrm>
          <a:prstGeom prst="rect">
            <a:avLst/>
          </a:prstGeom>
        </p:spPr>
      </p:pic>
      <p:sp>
        <p:nvSpPr>
          <p:cNvPr id="17" name="모서리가 둥근 직사각형 16"/>
          <p:cNvSpPr/>
          <p:nvPr userDrawn="1"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8" name="Google Shape;125;p45"/>
          <p:cNvSpPr txBox="1"/>
          <p:nvPr userDrawn="1"/>
        </p:nvSpPr>
        <p:spPr>
          <a:xfrm>
            <a:off x="2927648" y="3591209"/>
            <a:ext cx="6387312" cy="3200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0" b="1" dirty="0">
                <a:latin typeface="+mj-ea"/>
                <a:ea typeface="+mj-ea"/>
                <a:cs typeface="Arial"/>
                <a:sym typeface="Arial"/>
              </a:rPr>
              <a:t>감사합니다</a:t>
            </a:r>
            <a:endParaRPr sz="10000" b="1" dirty="0">
              <a:latin typeface="+mj-ea"/>
              <a:ea typeface="+mj-ea"/>
              <a:cs typeface="Arial"/>
              <a:sym typeface="Arial"/>
            </a:endParaRP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758" y="1079178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00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13.png"/><Relationship Id="rId3" Type="http://schemas.microsoft.com/office/2007/relationships/hdphoto" Target="../media/hdphoto1.wdp"/><Relationship Id="rId7" Type="http://schemas.openxmlformats.org/officeDocument/2006/relationships/image" Target="../media/image10.png"/><Relationship Id="rId12" Type="http://schemas.microsoft.com/office/2007/relationships/hdphoto" Target="../media/hdphoto5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2.png"/><Relationship Id="rId5" Type="http://schemas.microsoft.com/office/2007/relationships/hdphoto" Target="../media/hdphoto2.wdp"/><Relationship Id="rId10" Type="http://schemas.microsoft.com/office/2007/relationships/hdphoto" Target="../media/hdphoto4.wdp"/><Relationship Id="rId4" Type="http://schemas.openxmlformats.org/officeDocument/2006/relationships/image" Target="../media/image8.png"/><Relationship Id="rId9" Type="http://schemas.openxmlformats.org/officeDocument/2006/relationships/image" Target="../media/image11.png"/><Relationship Id="rId14" Type="http://schemas.microsoft.com/office/2007/relationships/hdphoto" Target="../media/hdphoto6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/>
          <p:cNvSpPr/>
          <p:nvPr/>
        </p:nvSpPr>
        <p:spPr>
          <a:xfrm>
            <a:off x="472267" y="2767280"/>
            <a:ext cx="990331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4000" spc="-200" dirty="0">
                <a:solidFill>
                  <a:srgbClr val="F6877E"/>
                </a:solidFill>
                <a:latin typeface="+mj-ea"/>
                <a:ea typeface="+mj-ea"/>
              </a:rPr>
              <a:t>우리 학교에서</a:t>
            </a:r>
            <a:endParaRPr lang="en-US" altLang="ko-KR" sz="4000" spc="-200" dirty="0">
              <a:solidFill>
                <a:srgbClr val="F6877E"/>
              </a:solidFill>
              <a:latin typeface="+mj-ea"/>
              <a:ea typeface="+mj-ea"/>
            </a:endParaRPr>
          </a:p>
          <a:p>
            <a:r>
              <a:rPr lang="ko-KR" altLang="en-US" sz="4000" spc="-200" dirty="0">
                <a:solidFill>
                  <a:srgbClr val="F6877E"/>
                </a:solidFill>
                <a:latin typeface="+mj-ea"/>
                <a:ea typeface="+mj-ea"/>
              </a:rPr>
              <a:t>디자인하고 싶은 공간은</a:t>
            </a:r>
            <a:r>
              <a:rPr lang="en-US" altLang="ko-KR" sz="4000" spc="-200" dirty="0">
                <a:solidFill>
                  <a:srgbClr val="F6877E"/>
                </a:solidFill>
                <a:latin typeface="+mj-ea"/>
                <a:ea typeface="+mj-ea"/>
              </a:rPr>
              <a:t>?</a:t>
            </a:r>
            <a:endParaRPr lang="ko-KR" altLang="en-US" sz="4000" spc="-200" dirty="0">
              <a:solidFill>
                <a:srgbClr val="F6877E"/>
              </a:solidFill>
              <a:latin typeface="+mj-ea"/>
              <a:ea typeface="+mj-ea"/>
            </a:endParaRPr>
          </a:p>
        </p:txBody>
      </p:sp>
      <p:sp>
        <p:nvSpPr>
          <p:cNvPr id="2" name="모서리가 둥근 직사각형 1"/>
          <p:cNvSpPr/>
          <p:nvPr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5" name="제목 1"/>
          <p:cNvSpPr txBox="1">
            <a:spLocks/>
          </p:cNvSpPr>
          <p:nvPr/>
        </p:nvSpPr>
        <p:spPr>
          <a:xfrm>
            <a:off x="431319" y="577123"/>
            <a:ext cx="3552447" cy="547620"/>
          </a:xfrm>
          <a:prstGeom prst="rect">
            <a:avLst/>
          </a:prstGeom>
        </p:spPr>
        <p:txBody>
          <a:bodyPr vert="horz" lIns="121920" tIns="60960" rIns="121920" bIns="6096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2667" dirty="0">
                <a:solidFill>
                  <a:schemeClr val="bg1"/>
                </a:solidFill>
              </a:rPr>
              <a:t>초등 미술</a:t>
            </a:r>
          </a:p>
        </p:txBody>
      </p:sp>
      <p:pic>
        <p:nvPicPr>
          <p:cNvPr id="16" name="Google Shape;26;p37" descr="이미지"/>
          <p:cNvPicPr preferRelativeResize="0"/>
          <p:nvPr/>
        </p:nvPicPr>
        <p:blipFill rotWithShape="1">
          <a:blip r:embed="rId2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423925" y="1640745"/>
            <a:ext cx="2067867" cy="138523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2">
            <a:extLst>
              <a:ext uri="{FF2B5EF4-FFF2-40B4-BE49-F238E27FC236}">
                <a16:creationId xmlns:a16="http://schemas.microsoft.com/office/drawing/2014/main" id="{FA334E57-535E-D53B-C8AD-17A1D28241E4}"/>
              </a:ext>
            </a:extLst>
          </p:cNvPr>
          <p:cNvSpPr/>
          <p:nvPr/>
        </p:nvSpPr>
        <p:spPr>
          <a:xfrm>
            <a:off x="472268" y="4281006"/>
            <a:ext cx="4951658" cy="308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n-US" altLang="ko-KR" sz="1500" b="1" u="none" dirty="0">
                <a:solidFill>
                  <a:srgbClr val="F6877E"/>
                </a:solidFill>
                <a:latin typeface="+mj-ea"/>
                <a:ea typeface="+mj-ea"/>
              </a:rPr>
              <a:t>(</a:t>
            </a:r>
            <a:r>
              <a:rPr lang="ko-KR" altLang="en-US" sz="1500" b="1" u="none" dirty="0">
                <a:solidFill>
                  <a:srgbClr val="F6877E"/>
                </a:solidFill>
                <a:latin typeface="+mj-ea"/>
                <a:ea typeface="+mj-ea"/>
              </a:rPr>
              <a:t>우리 학교 공간에서 개선할 점 찾아보기</a:t>
            </a:r>
            <a:r>
              <a:rPr lang="en-US" altLang="ko-KR" sz="1500" b="1" u="none" dirty="0">
                <a:solidFill>
                  <a:srgbClr val="F6877E"/>
                </a:solidFill>
                <a:latin typeface="+mj-ea"/>
                <a:ea typeface="+mj-ea"/>
              </a:rPr>
              <a:t>)</a:t>
            </a:r>
            <a:endParaRPr lang="ko-KR" altLang="en-US" sz="1500" b="1" u="none" dirty="0">
              <a:solidFill>
                <a:srgbClr val="F6877E"/>
              </a:solidFill>
              <a:latin typeface="+mj-ea"/>
              <a:ea typeface="+mj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A85E423-5130-678A-F2A2-6017CB42FB8E}"/>
              </a:ext>
            </a:extLst>
          </p:cNvPr>
          <p:cNvSpPr/>
          <p:nvPr/>
        </p:nvSpPr>
        <p:spPr>
          <a:xfrm>
            <a:off x="5159542" y="1977998"/>
            <a:ext cx="2542512" cy="666336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373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21</a:t>
            </a:r>
            <a:r>
              <a:rPr lang="ko-KR" altLang="en-US" sz="373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3730" spc="-147" dirty="0">
              <a:solidFill>
                <a:schemeClr val="bg1">
                  <a:alpha val="99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6174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2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이번 차시의 프로젝트 단계는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ko-KR" altLang="en-US" sz="28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도입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915565" y="3169213"/>
            <a:ext cx="10397305" cy="0"/>
          </a:xfrm>
          <a:prstGeom prst="line">
            <a:avLst/>
          </a:prstGeom>
          <a:ln w="38100">
            <a:solidFill>
              <a:srgbClr val="F68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238657" y="2492305"/>
            <a:ext cx="1353816" cy="1353816"/>
          </a:xfrm>
          <a:prstGeom prst="ellipse">
            <a:avLst/>
          </a:prstGeom>
          <a:solidFill>
            <a:schemeClr val="bg1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u="none" dirty="0">
                <a:solidFill>
                  <a:srgbClr val="D9534A"/>
                </a:solidFill>
                <a:latin typeface="+mj-ea"/>
                <a:ea typeface="+mj-ea"/>
              </a:rPr>
              <a:t>이해</a:t>
            </a:r>
            <a:endParaRPr sz="2000" b="1" u="none" dirty="0">
              <a:solidFill>
                <a:srgbClr val="D9534A"/>
              </a:solidFill>
              <a:latin typeface="+mj-ea"/>
              <a:ea typeface="+mj-ea"/>
            </a:endParaRPr>
          </a:p>
        </p:txBody>
      </p:sp>
      <p:sp>
        <p:nvSpPr>
          <p:cNvPr id="102" name="Oval 101"/>
          <p:cNvSpPr/>
          <p:nvPr/>
        </p:nvSpPr>
        <p:spPr>
          <a:xfrm>
            <a:off x="1971541" y="2492305"/>
            <a:ext cx="1353816" cy="1353816"/>
          </a:xfrm>
          <a:prstGeom prst="ellipse">
            <a:avLst/>
          </a:prstGeom>
          <a:solidFill>
            <a:srgbClr val="D9534A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+mj-ea"/>
                <a:ea typeface="+mj-ea"/>
              </a:rPr>
              <a:t>발견</a:t>
            </a:r>
            <a:endParaRPr sz="2000" b="1" u="none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4" name="Oval 103"/>
          <p:cNvSpPr/>
          <p:nvPr/>
        </p:nvSpPr>
        <p:spPr>
          <a:xfrm>
            <a:off x="3704425" y="2492305"/>
            <a:ext cx="1353816" cy="1353816"/>
          </a:xfrm>
          <a:prstGeom prst="ellipse">
            <a:avLst/>
          </a:prstGeom>
          <a:solidFill>
            <a:schemeClr val="bg1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200" b="1" dirty="0">
                <a:solidFill>
                  <a:srgbClr val="D9534A"/>
                </a:solidFill>
                <a:latin typeface="+mj-ea"/>
                <a:ea typeface="+mj-ea"/>
              </a:rPr>
              <a:t>발상</a:t>
            </a:r>
            <a:endParaRPr sz="2200" b="1" u="none" dirty="0">
              <a:solidFill>
                <a:srgbClr val="D9534A"/>
              </a:solidFill>
              <a:latin typeface="+mj-ea"/>
              <a:ea typeface="+mj-ea"/>
            </a:endParaRPr>
          </a:p>
        </p:txBody>
      </p:sp>
      <p:sp>
        <p:nvSpPr>
          <p:cNvPr id="106" name="Oval 105"/>
          <p:cNvSpPr/>
          <p:nvPr/>
        </p:nvSpPr>
        <p:spPr>
          <a:xfrm>
            <a:off x="5437310" y="2492305"/>
            <a:ext cx="1353816" cy="135381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dirty="0">
                <a:solidFill>
                  <a:srgbClr val="D9534A"/>
                </a:solidFill>
                <a:latin typeface="+mj-ea"/>
                <a:ea typeface="+mj-ea"/>
              </a:rPr>
              <a:t>계획</a:t>
            </a:r>
            <a:endParaRPr sz="2000" b="1" u="none" dirty="0">
              <a:solidFill>
                <a:srgbClr val="D9534A"/>
              </a:solidFill>
              <a:latin typeface="+mj-ea"/>
              <a:ea typeface="+mj-ea"/>
            </a:endParaRPr>
          </a:p>
        </p:txBody>
      </p:sp>
      <p:sp>
        <p:nvSpPr>
          <p:cNvPr id="108" name="Oval 107"/>
          <p:cNvSpPr/>
          <p:nvPr/>
        </p:nvSpPr>
        <p:spPr>
          <a:xfrm>
            <a:off x="7170194" y="2492305"/>
            <a:ext cx="1353816" cy="135381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dirty="0">
                <a:solidFill>
                  <a:srgbClr val="D9534A"/>
                </a:solidFill>
                <a:latin typeface="+mj-ea"/>
                <a:ea typeface="+mj-ea"/>
              </a:rPr>
              <a:t>점검</a:t>
            </a:r>
            <a:endParaRPr sz="2000" b="1" u="none" dirty="0">
              <a:solidFill>
                <a:srgbClr val="D9534A"/>
              </a:solidFill>
              <a:latin typeface="+mj-ea"/>
              <a:ea typeface="+mj-ea"/>
            </a:endParaRPr>
          </a:p>
        </p:txBody>
      </p:sp>
      <p:sp>
        <p:nvSpPr>
          <p:cNvPr id="110" name="Oval 109"/>
          <p:cNvSpPr/>
          <p:nvPr/>
        </p:nvSpPr>
        <p:spPr>
          <a:xfrm>
            <a:off x="8903078" y="2492305"/>
            <a:ext cx="1353816" cy="135381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dirty="0">
                <a:solidFill>
                  <a:srgbClr val="D9534A"/>
                </a:solidFill>
                <a:latin typeface="+mj-ea"/>
                <a:ea typeface="+mj-ea"/>
              </a:rPr>
              <a:t>실행</a:t>
            </a:r>
            <a:endParaRPr sz="2000" b="1" u="none" dirty="0">
              <a:solidFill>
                <a:srgbClr val="D9534A"/>
              </a:solidFill>
              <a:latin typeface="+mj-ea"/>
              <a:ea typeface="+mj-ea"/>
            </a:endParaRPr>
          </a:p>
        </p:txBody>
      </p:sp>
      <p:sp>
        <p:nvSpPr>
          <p:cNvPr id="112" name="Oval 111"/>
          <p:cNvSpPr/>
          <p:nvPr/>
        </p:nvSpPr>
        <p:spPr>
          <a:xfrm>
            <a:off x="10635962" y="2492305"/>
            <a:ext cx="1353816" cy="135381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dirty="0">
                <a:solidFill>
                  <a:srgbClr val="D9534A"/>
                </a:solidFill>
                <a:latin typeface="+mj-ea"/>
                <a:ea typeface="+mj-ea"/>
              </a:rPr>
              <a:t>성찰</a:t>
            </a:r>
            <a:endParaRPr sz="2000" b="1" u="none" dirty="0">
              <a:solidFill>
                <a:srgbClr val="D9534A"/>
              </a:solidFill>
              <a:latin typeface="+mj-ea"/>
              <a:ea typeface="+mj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BAFCF6A-D709-A8B5-CC63-6914AEE57C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11120" y="1604846"/>
            <a:ext cx="1214918" cy="121491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A45240A-967E-5DDE-85B9-0E3683CD25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0757" y="1604846"/>
            <a:ext cx="1214918" cy="121491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8F4C225-D12B-793F-5AE4-A66C69E365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4151" y="1604846"/>
            <a:ext cx="1214918" cy="121491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9A56EA5-FFDF-771C-C13B-6290377B09A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77545" y="1604846"/>
            <a:ext cx="1214918" cy="1214918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30F32C6-F35C-78BB-9343-3ED5FAF59B8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10939" y="1604846"/>
            <a:ext cx="1214918" cy="121491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F8E921A-7829-0BD1-F3C9-B93975F1AA0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44333" y="1604846"/>
            <a:ext cx="1214918" cy="1214918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C697346D-28B4-79AB-63DC-3F57536209A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77727" y="1604846"/>
            <a:ext cx="1214918" cy="1214918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923CEA3C-687A-33A9-F268-DAD19E2A567F}"/>
              </a:ext>
            </a:extLst>
          </p:cNvPr>
          <p:cNvSpPr/>
          <p:nvPr/>
        </p:nvSpPr>
        <p:spPr>
          <a:xfrm>
            <a:off x="2204829" y="4953600"/>
            <a:ext cx="9715500" cy="1196772"/>
          </a:xfrm>
          <a:prstGeom prst="roundRect">
            <a:avLst/>
          </a:prstGeom>
          <a:solidFill>
            <a:srgbClr val="FAE4D6"/>
          </a:solidFill>
          <a:ln w="190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이번 차시를 배우면 여러분은</a:t>
            </a:r>
            <a:endParaRPr lang="en-US" altLang="ko-KR" sz="2000" b="1" i="0" dirty="0">
              <a:solidFill>
                <a:srgbClr val="0D0D0D"/>
              </a:solidFill>
              <a:effectLst/>
              <a:latin typeface="+mj-ea"/>
              <a:ea typeface="+mj-ea"/>
            </a:endParaRPr>
          </a:p>
          <a:p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우리 학교 공간을 새로운 눈으로 살펴보고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, </a:t>
            </a:r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더 좋아질 수 있는 점을 찾을 수 있어요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BE7FE75-2E23-0C91-04F6-0F3CC49ED665}"/>
              </a:ext>
            </a:extLst>
          </p:cNvPr>
          <p:cNvSpPr/>
          <p:nvPr/>
        </p:nvSpPr>
        <p:spPr>
          <a:xfrm>
            <a:off x="181402" y="3958003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 dirty="0">
                <a:solidFill>
                  <a:srgbClr val="81818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20</a:t>
            </a:r>
            <a:r>
              <a:rPr lang="ko-KR" altLang="en-US" sz="2000" spc="-147" dirty="0">
                <a:solidFill>
                  <a:srgbClr val="81818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2000" spc="-147" dirty="0">
              <a:solidFill>
                <a:srgbClr val="818181">
                  <a:alpha val="99000"/>
                </a:srgb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190AE18-0900-A828-1F58-9A19E59A07F5}"/>
              </a:ext>
            </a:extLst>
          </p:cNvPr>
          <p:cNvSpPr/>
          <p:nvPr/>
        </p:nvSpPr>
        <p:spPr>
          <a:xfrm>
            <a:off x="10581713" y="3958003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 dirty="0">
                <a:solidFill>
                  <a:srgbClr val="808080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26</a:t>
            </a:r>
            <a:r>
              <a:rPr lang="ko-KR" altLang="en-US" sz="2000" spc="-147" dirty="0">
                <a:solidFill>
                  <a:srgbClr val="808080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2000" spc="-147" dirty="0">
              <a:solidFill>
                <a:srgbClr val="808080">
                  <a:alpha val="99000"/>
                </a:srgb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C270440-D40B-364B-8BEE-F08A6EE3A51A}"/>
              </a:ext>
            </a:extLst>
          </p:cNvPr>
          <p:cNvSpPr/>
          <p:nvPr/>
        </p:nvSpPr>
        <p:spPr>
          <a:xfrm>
            <a:off x="3648172" y="3958003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 dirty="0">
                <a:solidFill>
                  <a:srgbClr val="808080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22</a:t>
            </a:r>
            <a:r>
              <a:rPr lang="ko-KR" altLang="en-US" sz="2000" spc="-147" dirty="0">
                <a:solidFill>
                  <a:srgbClr val="808080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2000" spc="-147" dirty="0">
              <a:solidFill>
                <a:srgbClr val="808080">
                  <a:alpha val="99000"/>
                </a:srgb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E968277-2D3A-8AD5-F027-647F2A1857A9}"/>
              </a:ext>
            </a:extLst>
          </p:cNvPr>
          <p:cNvSpPr/>
          <p:nvPr/>
        </p:nvSpPr>
        <p:spPr>
          <a:xfrm>
            <a:off x="5381557" y="3958003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 dirty="0">
                <a:solidFill>
                  <a:srgbClr val="808080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23</a:t>
            </a:r>
            <a:r>
              <a:rPr lang="ko-KR" altLang="en-US" sz="2000" spc="-147" dirty="0">
                <a:solidFill>
                  <a:srgbClr val="808080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2000" spc="-147" dirty="0">
              <a:solidFill>
                <a:srgbClr val="808080">
                  <a:alpha val="99000"/>
                </a:srgb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C4F26A3-B3FF-1B7F-5E5F-7B63B6C5BF50}"/>
              </a:ext>
            </a:extLst>
          </p:cNvPr>
          <p:cNvSpPr/>
          <p:nvPr/>
        </p:nvSpPr>
        <p:spPr>
          <a:xfrm>
            <a:off x="7114942" y="3958003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 dirty="0">
                <a:solidFill>
                  <a:srgbClr val="808080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24</a:t>
            </a:r>
            <a:r>
              <a:rPr lang="ko-KR" altLang="en-US" sz="2000" spc="-147" dirty="0">
                <a:solidFill>
                  <a:srgbClr val="808080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2000" spc="-147" dirty="0">
              <a:solidFill>
                <a:srgbClr val="808080">
                  <a:alpha val="99000"/>
                </a:srgb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CBE7C41-2F0B-1E9E-28A7-4ADA194B2A0B}"/>
              </a:ext>
            </a:extLst>
          </p:cNvPr>
          <p:cNvSpPr/>
          <p:nvPr/>
        </p:nvSpPr>
        <p:spPr>
          <a:xfrm>
            <a:off x="8848327" y="3958003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 dirty="0">
                <a:solidFill>
                  <a:srgbClr val="808080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25</a:t>
            </a:r>
            <a:r>
              <a:rPr lang="ko-KR" altLang="en-US" sz="2000" spc="-147" dirty="0">
                <a:solidFill>
                  <a:srgbClr val="808080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2000" spc="-147" dirty="0">
              <a:solidFill>
                <a:srgbClr val="808080">
                  <a:alpha val="99000"/>
                </a:srgb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9987F09-2E70-65FA-07B9-57FDBAFFED31}"/>
              </a:ext>
            </a:extLst>
          </p:cNvPr>
          <p:cNvSpPr/>
          <p:nvPr/>
        </p:nvSpPr>
        <p:spPr>
          <a:xfrm>
            <a:off x="1914787" y="3958003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 dirty="0">
                <a:solidFill>
                  <a:srgbClr val="DD655D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21</a:t>
            </a:r>
            <a:r>
              <a:rPr lang="ko-KR" altLang="en-US" sz="2000" spc="-147" dirty="0">
                <a:solidFill>
                  <a:srgbClr val="DD655D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r>
              <a:rPr lang="en-US" altLang="ko-KR" sz="2000" spc="-147" dirty="0">
                <a:solidFill>
                  <a:srgbClr val="DD655D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</a:t>
            </a:r>
            <a:r>
              <a:rPr lang="ko-KR" altLang="en-US" sz="2000" spc="-147" dirty="0">
                <a:solidFill>
                  <a:srgbClr val="DD655D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★</a:t>
            </a:r>
            <a:r>
              <a:rPr lang="en-US" altLang="ko-KR" sz="2000" spc="-147" dirty="0">
                <a:solidFill>
                  <a:srgbClr val="DD655D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620B125-0917-DD17-B88E-E3B771C4D5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84" y="4393821"/>
            <a:ext cx="2106000" cy="210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학교에 가면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~</a:t>
            </a:r>
            <a:r>
              <a:rPr lang="ko-KR" altLang="en-US" sz="2800" b="1" i="0" dirty="0">
                <a:solidFill>
                  <a:srgbClr val="0D0D0D"/>
                </a:solidFill>
                <a:effectLst/>
                <a:latin typeface="-apple-system-body"/>
              </a:rPr>
              <a:t> 🎵 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놀이하기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동기유발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33A60DF-EA79-DF55-16FD-AB2777B25155}"/>
              </a:ext>
            </a:extLst>
          </p:cNvPr>
          <p:cNvSpPr/>
          <p:nvPr/>
        </p:nvSpPr>
        <p:spPr>
          <a:xfrm>
            <a:off x="287382" y="1766420"/>
            <a:ext cx="11733197" cy="4556006"/>
          </a:xfrm>
          <a:prstGeom prst="roundRect">
            <a:avLst/>
          </a:prstGeom>
          <a:solidFill>
            <a:srgbClr val="FAE4D6"/>
          </a:solidFill>
          <a:ln w="190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78E83B3-0D1F-8C33-185D-0525C56788A8}"/>
              </a:ext>
            </a:extLst>
          </p:cNvPr>
          <p:cNvSpPr/>
          <p:nvPr/>
        </p:nvSpPr>
        <p:spPr>
          <a:xfrm>
            <a:off x="609599" y="1923622"/>
            <a:ext cx="11477895" cy="4062651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r>
              <a:rPr lang="en-US" altLang="ko-KR" sz="2200" spc="-147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&lt;</a:t>
            </a:r>
            <a:r>
              <a:rPr lang="ko-KR" altLang="en-US" sz="2200" spc="-147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놀이 방법</a:t>
            </a:r>
            <a:r>
              <a:rPr lang="en-US" altLang="ko-KR" sz="2200" spc="-147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&gt;</a:t>
            </a:r>
          </a:p>
          <a:p>
            <a:r>
              <a:rPr lang="ko-KR" altLang="en-US" sz="2200" spc="-147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① 모둠에서 놀이를 시작할 학생을 정합니다</a:t>
            </a:r>
            <a:r>
              <a:rPr lang="en-US" altLang="ko-KR" sz="2200" spc="-147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</a:t>
            </a:r>
          </a:p>
          <a:p>
            <a:r>
              <a:rPr lang="ko-KR" altLang="en-US" sz="2200" spc="-147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② 다같이 </a:t>
            </a:r>
            <a:r>
              <a:rPr lang="en-US" altLang="ko-KR" sz="2200" spc="-147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‘</a:t>
            </a:r>
            <a:r>
              <a:rPr lang="ko-KR" altLang="en-US" sz="2200" spc="-147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학교에 가면</a:t>
            </a:r>
            <a:r>
              <a:rPr lang="en-US" altLang="ko-KR" sz="2200" spc="-147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~’</a:t>
            </a:r>
            <a:r>
              <a:rPr lang="ko-KR" altLang="en-US" sz="2200" spc="-147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을 외친 뒤</a:t>
            </a:r>
            <a:r>
              <a:rPr lang="en-US" altLang="ko-KR" sz="2200" spc="-147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2200" spc="-147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첫 번째 학생이 학교 공간 중 하나를 말합니다</a:t>
            </a:r>
            <a:r>
              <a:rPr lang="en-US" altLang="ko-KR" sz="2200" spc="-147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</a:t>
            </a:r>
          </a:p>
          <a:p>
            <a:r>
              <a:rPr lang="en-US" altLang="ko-KR" spc="-147" dirty="0">
                <a:solidFill>
                  <a:srgbClr val="DD655D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      (</a:t>
            </a:r>
            <a:r>
              <a:rPr lang="ko-KR" altLang="en-US" spc="-147" dirty="0">
                <a:solidFill>
                  <a:srgbClr val="DD655D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예시</a:t>
            </a:r>
            <a:r>
              <a:rPr lang="en-US" altLang="ko-KR" spc="-147" dirty="0">
                <a:solidFill>
                  <a:srgbClr val="DD655D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) (</a:t>
            </a:r>
            <a:r>
              <a:rPr lang="ko-KR" altLang="en-US" spc="-147" dirty="0">
                <a:solidFill>
                  <a:srgbClr val="DD655D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다같이</a:t>
            </a:r>
            <a:r>
              <a:rPr lang="en-US" altLang="ko-KR" spc="-147" dirty="0">
                <a:solidFill>
                  <a:srgbClr val="DD655D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)</a:t>
            </a:r>
            <a:r>
              <a:rPr lang="ko-KR" altLang="en-US" spc="-147" dirty="0">
                <a:solidFill>
                  <a:srgbClr val="DD655D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학교에 가면</a:t>
            </a:r>
            <a:r>
              <a:rPr lang="en-US" altLang="ko-KR" spc="-147" dirty="0">
                <a:solidFill>
                  <a:srgbClr val="DD655D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~ / (</a:t>
            </a:r>
            <a:r>
              <a:rPr lang="ko-KR" altLang="en-US" spc="-147" dirty="0">
                <a:solidFill>
                  <a:srgbClr val="DD655D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첫번째 학생</a:t>
            </a:r>
            <a:r>
              <a:rPr lang="en-US" altLang="ko-KR" spc="-147" dirty="0">
                <a:solidFill>
                  <a:srgbClr val="DD655D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) </a:t>
            </a:r>
            <a:r>
              <a:rPr lang="ko-KR" altLang="en-US" spc="-147" dirty="0">
                <a:solidFill>
                  <a:srgbClr val="DD655D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교실도 있고</a:t>
            </a:r>
            <a:r>
              <a:rPr lang="en-US" altLang="ko-KR" spc="-147" dirty="0">
                <a:solidFill>
                  <a:srgbClr val="DD655D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!</a:t>
            </a:r>
          </a:p>
          <a:p>
            <a:r>
              <a:rPr lang="ko-KR" altLang="en-US" sz="2200" spc="-147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③ 첫 번째 학생의 오른쪽에 앉은 학생은 첫번째 친구가 말한 공간에 더해 한 가지를 더 말합니다</a:t>
            </a:r>
            <a:r>
              <a:rPr lang="en-US" altLang="ko-KR" sz="2200" spc="-147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</a:t>
            </a:r>
          </a:p>
          <a:p>
            <a:r>
              <a:rPr lang="en-US" altLang="ko-KR" spc="-147" dirty="0">
                <a:solidFill>
                  <a:srgbClr val="DD655D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      (</a:t>
            </a:r>
            <a:r>
              <a:rPr lang="ko-KR" altLang="en-US" spc="-147" dirty="0">
                <a:solidFill>
                  <a:srgbClr val="DD655D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예시</a:t>
            </a:r>
            <a:r>
              <a:rPr lang="en-US" altLang="ko-KR" spc="-147" dirty="0">
                <a:solidFill>
                  <a:srgbClr val="DD655D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) (</a:t>
            </a:r>
            <a:r>
              <a:rPr lang="ko-KR" altLang="en-US" spc="-147" dirty="0">
                <a:solidFill>
                  <a:srgbClr val="DD655D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두번째 학생</a:t>
            </a:r>
            <a:r>
              <a:rPr lang="en-US" altLang="ko-KR" spc="-147" dirty="0">
                <a:solidFill>
                  <a:srgbClr val="DD655D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) </a:t>
            </a:r>
            <a:r>
              <a:rPr lang="ko-KR" altLang="en-US" spc="-147" dirty="0">
                <a:solidFill>
                  <a:srgbClr val="DD655D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교실도 있고</a:t>
            </a:r>
            <a:r>
              <a:rPr lang="en-US" altLang="ko-KR" spc="-147" dirty="0">
                <a:solidFill>
                  <a:srgbClr val="DD655D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! </a:t>
            </a:r>
            <a:r>
              <a:rPr lang="ko-KR" altLang="en-US" spc="-147" dirty="0">
                <a:solidFill>
                  <a:srgbClr val="DD655D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복도도 있고</a:t>
            </a:r>
            <a:r>
              <a:rPr lang="en-US" altLang="ko-KR" spc="-147" dirty="0">
                <a:solidFill>
                  <a:srgbClr val="DD655D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!</a:t>
            </a:r>
          </a:p>
          <a:p>
            <a:r>
              <a:rPr lang="ko-KR" altLang="en-US" sz="2200" spc="-147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④ 두 번째 학생의 오른쪽에 앉은 학생은 첫번째</a:t>
            </a:r>
            <a:r>
              <a:rPr lang="en-US" altLang="ko-KR" sz="2200" spc="-147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2200" spc="-147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두번째 친구가 말한 공간에 하나를 더해 말합니다</a:t>
            </a:r>
            <a:r>
              <a:rPr lang="en-US" altLang="ko-KR" sz="2200" spc="-147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</a:t>
            </a:r>
          </a:p>
          <a:p>
            <a:r>
              <a:rPr lang="en-US" altLang="ko-KR" spc="-147" dirty="0">
                <a:solidFill>
                  <a:srgbClr val="DD655D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      (</a:t>
            </a:r>
            <a:r>
              <a:rPr lang="ko-KR" altLang="en-US" spc="-147" dirty="0">
                <a:solidFill>
                  <a:srgbClr val="DD655D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예시</a:t>
            </a:r>
            <a:r>
              <a:rPr lang="en-US" altLang="ko-KR" spc="-147" dirty="0">
                <a:solidFill>
                  <a:srgbClr val="DD655D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) (</a:t>
            </a:r>
            <a:r>
              <a:rPr lang="ko-KR" altLang="en-US" spc="-147" dirty="0">
                <a:solidFill>
                  <a:srgbClr val="DD655D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세번째 학생</a:t>
            </a:r>
            <a:r>
              <a:rPr lang="en-US" altLang="ko-KR" spc="-147" dirty="0">
                <a:solidFill>
                  <a:srgbClr val="DD655D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) </a:t>
            </a:r>
            <a:r>
              <a:rPr lang="ko-KR" altLang="en-US" spc="-147" dirty="0">
                <a:solidFill>
                  <a:srgbClr val="DD655D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교실도 있고</a:t>
            </a:r>
            <a:r>
              <a:rPr lang="en-US" altLang="ko-KR" spc="-147" dirty="0">
                <a:solidFill>
                  <a:srgbClr val="DD655D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! </a:t>
            </a:r>
            <a:r>
              <a:rPr lang="ko-KR" altLang="en-US" spc="-147" dirty="0">
                <a:solidFill>
                  <a:srgbClr val="DD655D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복도도 있고</a:t>
            </a:r>
            <a:r>
              <a:rPr lang="en-US" altLang="ko-KR" spc="-147" dirty="0">
                <a:solidFill>
                  <a:srgbClr val="DD655D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! </a:t>
            </a:r>
            <a:r>
              <a:rPr lang="ko-KR" altLang="en-US" spc="-147" dirty="0">
                <a:solidFill>
                  <a:srgbClr val="DD655D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체육관도 있고</a:t>
            </a:r>
            <a:r>
              <a:rPr lang="en-US" altLang="ko-KR" spc="-147" dirty="0">
                <a:solidFill>
                  <a:srgbClr val="DD655D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!</a:t>
            </a:r>
          </a:p>
          <a:p>
            <a:r>
              <a:rPr lang="ko-KR" altLang="en-US" sz="2200" spc="-147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⑤ 만약 중간에 앞 친구가 말한 내용을 틀리거나</a:t>
            </a:r>
            <a:r>
              <a:rPr lang="en-US" altLang="ko-KR" sz="2200" spc="-147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2200" spc="-147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공간을 더 말하지 못하면 그 친구부터 다시 놀이를 </a:t>
            </a:r>
            <a:endParaRPr lang="en-US" altLang="ko-KR" sz="2200" spc="-147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r>
              <a:rPr lang="en-US" altLang="ko-KR" sz="2200" spc="-147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    </a:t>
            </a:r>
            <a:r>
              <a:rPr lang="ko-KR" altLang="en-US" sz="2200" spc="-147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시작합니다</a:t>
            </a:r>
            <a:r>
              <a:rPr lang="en-US" altLang="ko-KR" sz="2200" spc="-147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</a:t>
            </a:r>
          </a:p>
          <a:p>
            <a:endParaRPr lang="en-US" altLang="ko-KR" sz="2200" spc="-147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r>
              <a:rPr lang="ko-KR" altLang="en-US" sz="2800" spc="-147" dirty="0">
                <a:solidFill>
                  <a:srgbClr val="DD655D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놀이를 통해 우리 학교에서 볼 수 있는 공간을 최대한 많이 이야기 해볼까요</a:t>
            </a:r>
            <a:r>
              <a:rPr lang="en-US" altLang="ko-KR" sz="2800" spc="-147" dirty="0">
                <a:solidFill>
                  <a:srgbClr val="DD655D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?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9DEC6DB-55AF-F13D-AB47-7ACAA1371AFE}"/>
              </a:ext>
            </a:extLst>
          </p:cNvPr>
          <p:cNvGrpSpPr/>
          <p:nvPr/>
        </p:nvGrpSpPr>
        <p:grpSpPr>
          <a:xfrm>
            <a:off x="519760" y="1301339"/>
            <a:ext cx="8930411" cy="379656"/>
            <a:chOff x="882303" y="1491687"/>
            <a:chExt cx="6697820" cy="284742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5A9F6678-988E-B4AE-864D-F4CFE5D8592F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15" name="모서리가 둥근 직사각형 41">
                <a:extLst>
                  <a:ext uri="{FF2B5EF4-FFF2-40B4-BE49-F238E27FC236}">
                    <a16:creationId xmlns:a16="http://schemas.microsoft.com/office/drawing/2014/main" id="{802D531F-43CC-7F30-8933-8AAB320D51A2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6877E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B5149CE-8166-C52B-D92D-BCEAFFE97638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1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8E5F600-0999-9422-1C3C-8299F3CA9C9E}"/>
                </a:ext>
              </a:extLst>
            </p:cNvPr>
            <p:cNvSpPr txBox="1"/>
            <p:nvPr/>
          </p:nvSpPr>
          <p:spPr>
            <a:xfrm>
              <a:off x="1139406" y="1491687"/>
              <a:ext cx="6440717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우리 학교에는 어떤 공간이 있을까요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? 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학교에 가면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~ 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놀이를 통해 이야기해 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6831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학교에 가면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~</a:t>
            </a:r>
            <a:r>
              <a:rPr lang="ko-KR" altLang="en-US" sz="2800" b="1" i="0" dirty="0">
                <a:solidFill>
                  <a:srgbClr val="0D0D0D"/>
                </a:solidFill>
                <a:effectLst/>
                <a:latin typeface="-apple-system-body"/>
              </a:rPr>
              <a:t> 🎵 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놀이하기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동기유발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202E18C-84BE-9D4F-A4A3-86B570955472}"/>
              </a:ext>
            </a:extLst>
          </p:cNvPr>
          <p:cNvGrpSpPr/>
          <p:nvPr/>
        </p:nvGrpSpPr>
        <p:grpSpPr>
          <a:xfrm>
            <a:off x="519760" y="1301339"/>
            <a:ext cx="5905544" cy="379656"/>
            <a:chOff x="882303" y="1491687"/>
            <a:chExt cx="4429166" cy="284742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C9927A06-A043-9347-1EC2-32FCA7292888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10" name="모서리가 둥근 직사각형 41">
                <a:extLst>
                  <a:ext uri="{FF2B5EF4-FFF2-40B4-BE49-F238E27FC236}">
                    <a16:creationId xmlns:a16="http://schemas.microsoft.com/office/drawing/2014/main" id="{480B3C5E-6F47-60DB-E817-0FC713039238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6877E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CEB0B74-7463-D531-0128-E0D1F1128BBD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2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2FE1098-9DAF-0D94-C28D-10A06631B409}"/>
                </a:ext>
              </a:extLst>
            </p:cNvPr>
            <p:cNvSpPr txBox="1"/>
            <p:nvPr/>
          </p:nvSpPr>
          <p:spPr>
            <a:xfrm>
              <a:off x="1139406" y="1491687"/>
              <a:ext cx="4172063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놀이에서 나오지 않은 우리학교 공간이 더 있을까요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?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F21E437-1C4D-5153-93E9-87E1A0AD2823}"/>
              </a:ext>
            </a:extLst>
          </p:cNvPr>
          <p:cNvGrpSpPr/>
          <p:nvPr/>
        </p:nvGrpSpPr>
        <p:grpSpPr>
          <a:xfrm>
            <a:off x="519761" y="1833395"/>
            <a:ext cx="7421985" cy="379656"/>
            <a:chOff x="882303" y="1491687"/>
            <a:chExt cx="5566499" cy="284742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C5A1C694-ACC7-7E0A-9014-0DC00023AA61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16" name="모서리가 둥근 직사각형 41">
                <a:extLst>
                  <a:ext uri="{FF2B5EF4-FFF2-40B4-BE49-F238E27FC236}">
                    <a16:creationId xmlns:a16="http://schemas.microsoft.com/office/drawing/2014/main" id="{134810D0-EF6A-0590-A932-DA42A1F209A3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6877E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B62FE55-C8FC-33C5-582B-3E04FA40933D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3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2B232AB-782A-E03B-BBD8-4153C5D6AE50}"/>
                </a:ext>
              </a:extLst>
            </p:cNvPr>
            <p:cNvSpPr txBox="1"/>
            <p:nvPr/>
          </p:nvSpPr>
          <p:spPr>
            <a:xfrm>
              <a:off x="1139406" y="1491687"/>
              <a:ext cx="5309396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여러분은 우리 학교의 다양한 공간들을 자세히 살펴본 적이 있나요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?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73D17123-2774-8117-DD01-72E880557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564" y="2269048"/>
            <a:ext cx="9347050" cy="406159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56A777F-7CF6-C065-04B4-0CD14A4E15A0}"/>
              </a:ext>
            </a:extLst>
          </p:cNvPr>
          <p:cNvSpPr txBox="1"/>
          <p:nvPr/>
        </p:nvSpPr>
        <p:spPr>
          <a:xfrm>
            <a:off x="10209614" y="6118992"/>
            <a:ext cx="18827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AI(ChatGPT) </a:t>
            </a:r>
            <a:r>
              <a:rPr lang="ko-KR" altLang="en-US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생성 이미지</a:t>
            </a:r>
            <a:endParaRPr lang="ko-KR" altLang="en-US" sz="900" kern="0" spc="0" dirty="0">
              <a:solidFill>
                <a:srgbClr val="000000"/>
              </a:solidFill>
              <a:effectLst/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2867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탐구 질문</a:t>
              </a:r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978FEC4-9884-5BFF-1132-A216038AA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664" y="1599202"/>
            <a:ext cx="1885845" cy="156287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A0A52C7F-80DB-1F40-2637-9FB6949E0EB8}"/>
              </a:ext>
            </a:extLst>
          </p:cNvPr>
          <p:cNvSpPr/>
          <p:nvPr/>
        </p:nvSpPr>
        <p:spPr>
          <a:xfrm>
            <a:off x="0" y="3075056"/>
            <a:ext cx="12191999" cy="707886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ko-KR" altLang="en-US" sz="40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우리 학교 공간에서 개선할 점은 무엇일까</a:t>
            </a:r>
            <a:r>
              <a:rPr lang="en-US" altLang="ko-KR" sz="40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?</a:t>
            </a:r>
            <a:endParaRPr lang="ko-KR" altLang="en-US" sz="40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28356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탐구 활동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B289915A-2A60-08F2-7A82-411A80B14F98}"/>
              </a:ext>
            </a:extLst>
          </p:cNvPr>
          <p:cNvGrpSpPr/>
          <p:nvPr/>
        </p:nvGrpSpPr>
        <p:grpSpPr>
          <a:xfrm>
            <a:off x="3323943" y="2391250"/>
            <a:ext cx="5544114" cy="2538818"/>
            <a:chOff x="3323943" y="2391250"/>
            <a:chExt cx="5544114" cy="2538818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DAE63B14-E732-26C8-79E1-2768CEF592C9}"/>
                </a:ext>
              </a:extLst>
            </p:cNvPr>
            <p:cNvGrpSpPr/>
            <p:nvPr/>
          </p:nvGrpSpPr>
          <p:grpSpPr>
            <a:xfrm>
              <a:off x="3323943" y="2391250"/>
              <a:ext cx="5544114" cy="2538818"/>
              <a:chOff x="3017925" y="1676762"/>
              <a:chExt cx="3596063" cy="930576"/>
            </a:xfrm>
          </p:grpSpPr>
          <p:grpSp>
            <p:nvGrpSpPr>
              <p:cNvPr id="3" name="그룹 2">
                <a:extLst>
                  <a:ext uri="{FF2B5EF4-FFF2-40B4-BE49-F238E27FC236}">
                    <a16:creationId xmlns:a16="http://schemas.microsoft.com/office/drawing/2014/main" id="{7C3A767F-83BB-FD12-A589-D82DA76B03BD}"/>
                  </a:ext>
                </a:extLst>
              </p:cNvPr>
              <p:cNvGrpSpPr/>
              <p:nvPr/>
            </p:nvGrpSpPr>
            <p:grpSpPr>
              <a:xfrm>
                <a:off x="3017925" y="1676762"/>
                <a:ext cx="3596063" cy="439968"/>
                <a:chOff x="1397760" y="1966125"/>
                <a:chExt cx="4249967" cy="519966"/>
              </a:xfrm>
            </p:grpSpPr>
            <p:sp>
              <p:nvSpPr>
                <p:cNvPr id="8" name="타원 7">
                  <a:extLst>
                    <a:ext uri="{FF2B5EF4-FFF2-40B4-BE49-F238E27FC236}">
                      <a16:creationId xmlns:a16="http://schemas.microsoft.com/office/drawing/2014/main" id="{3168F200-C15A-7DEE-8B3B-0700DE64E854}"/>
                    </a:ext>
                  </a:extLst>
                </p:cNvPr>
                <p:cNvSpPr/>
                <p:nvPr/>
              </p:nvSpPr>
              <p:spPr>
                <a:xfrm>
                  <a:off x="1397760" y="2088461"/>
                  <a:ext cx="441595" cy="252000"/>
                </a:xfrm>
                <a:prstGeom prst="ellipse">
                  <a:avLst/>
                </a:prstGeom>
                <a:solidFill>
                  <a:srgbClr val="F687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400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DFD1A338-1A2E-A94C-E877-B5FD7BF6AB01}"/>
                    </a:ext>
                  </a:extLst>
                </p:cNvPr>
                <p:cNvSpPr/>
                <p:nvPr/>
              </p:nvSpPr>
              <p:spPr>
                <a:xfrm>
                  <a:off x="1912954" y="1966125"/>
                  <a:ext cx="3734773" cy="519966"/>
                </a:xfrm>
                <a:prstGeom prst="rect">
                  <a:avLst/>
                </a:prstGeom>
              </p:spPr>
              <p:txBody>
                <a:bodyPr wrap="none" anchor="ctr" anchorCtr="0">
                  <a:spAutoFit/>
                </a:bodyPr>
                <a:lstStyle/>
                <a:p>
                  <a:r>
                    <a:rPr lang="ko-KR" altLang="en-US" sz="3600" spc="-147" dirty="0">
                      <a:solidFill>
                        <a:schemeClr val="tx1">
                          <a:lumMod val="75000"/>
                          <a:lumOff val="25000"/>
                          <a:alpha val="99000"/>
                        </a:schemeClr>
                      </a:solidFill>
                      <a:latin typeface="+mn-ea"/>
                    </a:rPr>
                    <a:t>디자이너의 눈으로 공간을</a:t>
                  </a:r>
                  <a:endParaRPr lang="en-US" altLang="ko-KR" sz="3600" spc="-147" dirty="0">
                    <a:solidFill>
                      <a:schemeClr val="tx1">
                        <a:lumMod val="75000"/>
                        <a:lumOff val="25000"/>
                        <a:alpha val="99000"/>
                      </a:schemeClr>
                    </a:solidFill>
                    <a:latin typeface="+mn-ea"/>
                  </a:endParaRPr>
                </a:p>
                <a:p>
                  <a:r>
                    <a:rPr lang="ko-KR" altLang="en-US" sz="3600" spc="-147" dirty="0">
                      <a:solidFill>
                        <a:schemeClr val="tx1">
                          <a:lumMod val="75000"/>
                          <a:lumOff val="25000"/>
                          <a:alpha val="99000"/>
                        </a:schemeClr>
                      </a:solidFill>
                      <a:latin typeface="+mn-ea"/>
                    </a:rPr>
                    <a:t>살펴보는 방법 알아보기</a:t>
                  </a:r>
                </a:p>
              </p:txBody>
            </p:sp>
          </p:grpSp>
          <p:grpSp>
            <p:nvGrpSpPr>
              <p:cNvPr id="5" name="그룹 4">
                <a:extLst>
                  <a:ext uri="{FF2B5EF4-FFF2-40B4-BE49-F238E27FC236}">
                    <a16:creationId xmlns:a16="http://schemas.microsoft.com/office/drawing/2014/main" id="{55405D80-DA08-2C3F-8474-6E812B033F40}"/>
                  </a:ext>
                </a:extLst>
              </p:cNvPr>
              <p:cNvGrpSpPr/>
              <p:nvPr/>
            </p:nvGrpSpPr>
            <p:grpSpPr>
              <a:xfrm>
                <a:off x="3017925" y="2167370"/>
                <a:ext cx="3404749" cy="439968"/>
                <a:chOff x="1397760" y="2592210"/>
                <a:chExt cx="4023859" cy="519968"/>
              </a:xfrm>
            </p:grpSpPr>
            <p:sp>
              <p:nvSpPr>
                <p:cNvPr id="6" name="타원 5">
                  <a:extLst>
                    <a:ext uri="{FF2B5EF4-FFF2-40B4-BE49-F238E27FC236}">
                      <a16:creationId xmlns:a16="http://schemas.microsoft.com/office/drawing/2014/main" id="{702A533B-750F-D3DA-05E5-BF140579B77C}"/>
                    </a:ext>
                  </a:extLst>
                </p:cNvPr>
                <p:cNvSpPr/>
                <p:nvPr/>
              </p:nvSpPr>
              <p:spPr>
                <a:xfrm>
                  <a:off x="1397760" y="2714548"/>
                  <a:ext cx="441594" cy="252000"/>
                </a:xfrm>
                <a:prstGeom prst="ellipse">
                  <a:avLst/>
                </a:prstGeom>
                <a:solidFill>
                  <a:srgbClr val="F687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400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BA6F16A0-9C58-E2C5-EAC6-285D5992B700}"/>
                    </a:ext>
                  </a:extLst>
                </p:cNvPr>
                <p:cNvSpPr/>
                <p:nvPr/>
              </p:nvSpPr>
              <p:spPr>
                <a:xfrm>
                  <a:off x="1912953" y="2592210"/>
                  <a:ext cx="3508666" cy="519968"/>
                </a:xfrm>
                <a:prstGeom prst="rect">
                  <a:avLst/>
                </a:prstGeom>
              </p:spPr>
              <p:txBody>
                <a:bodyPr wrap="none" anchor="ctr" anchorCtr="0">
                  <a:spAutoFit/>
                </a:bodyPr>
                <a:lstStyle/>
                <a:p>
                  <a:r>
                    <a:rPr lang="ko-KR" altLang="en-US" sz="3600" spc="-147" dirty="0">
                      <a:solidFill>
                        <a:schemeClr val="tx1">
                          <a:lumMod val="75000"/>
                          <a:lumOff val="25000"/>
                          <a:alpha val="99000"/>
                        </a:schemeClr>
                      </a:solidFill>
                      <a:latin typeface="+mn-ea"/>
                    </a:rPr>
                    <a:t>디자이너의 눈으로</a:t>
                  </a:r>
                  <a:endParaRPr lang="en-US" altLang="ko-KR" sz="3600" spc="-147" dirty="0">
                    <a:solidFill>
                      <a:schemeClr val="tx1">
                        <a:lumMod val="75000"/>
                        <a:lumOff val="25000"/>
                        <a:alpha val="99000"/>
                      </a:schemeClr>
                    </a:solidFill>
                    <a:latin typeface="+mn-ea"/>
                  </a:endParaRPr>
                </a:p>
                <a:p>
                  <a:r>
                    <a:rPr lang="ko-KR" altLang="en-US" sz="3600" spc="-147" dirty="0">
                      <a:solidFill>
                        <a:schemeClr val="tx1">
                          <a:lumMod val="75000"/>
                          <a:lumOff val="25000"/>
                          <a:alpha val="99000"/>
                        </a:schemeClr>
                      </a:solidFill>
                      <a:latin typeface="+mn-ea"/>
                    </a:rPr>
                    <a:t>우리 학교 공간 탐색하기</a:t>
                  </a:r>
                </a:p>
              </p:txBody>
            </p:sp>
          </p:grp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CBE663F-AB66-987B-788C-BDE88A1A63DE}"/>
                </a:ext>
              </a:extLst>
            </p:cNvPr>
            <p:cNvSpPr txBox="1"/>
            <p:nvPr/>
          </p:nvSpPr>
          <p:spPr>
            <a:xfrm>
              <a:off x="3431858" y="2733883"/>
              <a:ext cx="3593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1</a:t>
              </a:r>
              <a:endParaRPr lang="ko-KR" altLang="en-US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4E756B1-0891-8E2A-9AEB-7A1365E162E8}"/>
                </a:ext>
              </a:extLst>
            </p:cNvPr>
            <p:cNvSpPr txBox="1"/>
            <p:nvPr/>
          </p:nvSpPr>
          <p:spPr>
            <a:xfrm>
              <a:off x="3431858" y="4072185"/>
              <a:ext cx="3593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2</a:t>
              </a:r>
              <a:endParaRPr lang="ko-KR" altLang="en-US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68056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7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1]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디자이너의 눈으로 공간을 살펴보는 방법 알아보기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sp>
        <p:nvSpPr>
          <p:cNvPr id="4" name="Rounded Rectangle 98">
            <a:extLst>
              <a:ext uri="{FF2B5EF4-FFF2-40B4-BE49-F238E27FC236}">
                <a16:creationId xmlns:a16="http://schemas.microsoft.com/office/drawing/2014/main" id="{DC3B7A90-A99E-1A92-16C9-F8774FB7B92F}"/>
              </a:ext>
            </a:extLst>
          </p:cNvPr>
          <p:cNvSpPr/>
          <p:nvPr/>
        </p:nvSpPr>
        <p:spPr>
          <a:xfrm>
            <a:off x="6764127" y="2493252"/>
            <a:ext cx="5265782" cy="3686665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5B6A578F-5F60-E1F7-AF50-BC98A752EC30}"/>
              </a:ext>
            </a:extLst>
          </p:cNvPr>
          <p:cNvGrpSpPr/>
          <p:nvPr/>
        </p:nvGrpSpPr>
        <p:grpSpPr>
          <a:xfrm>
            <a:off x="6730249" y="1826275"/>
            <a:ext cx="5055351" cy="666977"/>
            <a:chOff x="882302" y="1474298"/>
            <a:chExt cx="3791520" cy="500233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58CF5813-CACE-0D18-B19A-57527CFDCE11}"/>
                </a:ext>
              </a:extLst>
            </p:cNvPr>
            <p:cNvGrpSpPr/>
            <p:nvPr/>
          </p:nvGrpSpPr>
          <p:grpSpPr>
            <a:xfrm>
              <a:off x="882302" y="1505482"/>
              <a:ext cx="602241" cy="253917"/>
              <a:chOff x="853871" y="1487438"/>
              <a:chExt cx="749672" cy="316076"/>
            </a:xfrm>
          </p:grpSpPr>
          <p:sp>
            <p:nvSpPr>
              <p:cNvPr id="10" name="모서리가 둥근 직사각형 41">
                <a:extLst>
                  <a:ext uri="{FF2B5EF4-FFF2-40B4-BE49-F238E27FC236}">
                    <a16:creationId xmlns:a16="http://schemas.microsoft.com/office/drawing/2014/main" id="{06766B82-ED16-347E-B7C8-A115CE4112DC}"/>
                  </a:ext>
                </a:extLst>
              </p:cNvPr>
              <p:cNvSpPr/>
              <p:nvPr/>
            </p:nvSpPr>
            <p:spPr>
              <a:xfrm>
                <a:off x="853871" y="1487438"/>
                <a:ext cx="749672" cy="289128"/>
              </a:xfrm>
              <a:prstGeom prst="roundRect">
                <a:avLst/>
              </a:prstGeom>
              <a:solidFill>
                <a:srgbClr val="F6877E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B437199-C703-1CEB-A658-B4F2E5CF8034}"/>
                  </a:ext>
                </a:extLst>
              </p:cNvPr>
              <p:cNvSpPr txBox="1"/>
              <p:nvPr/>
            </p:nvSpPr>
            <p:spPr>
              <a:xfrm>
                <a:off x="885498" y="1487439"/>
                <a:ext cx="711609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600" dirty="0">
                    <a:latin typeface="+mj-ea"/>
                    <a:ea typeface="+mj-ea"/>
                  </a:rPr>
                  <a:t>질문</a:t>
                </a: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17A2EBB-DD73-9AC9-5B8C-4FA76BE737AD}"/>
                </a:ext>
              </a:extLst>
            </p:cNvPr>
            <p:cNvSpPr txBox="1"/>
            <p:nvPr/>
          </p:nvSpPr>
          <p:spPr>
            <a:xfrm>
              <a:off x="1509951" y="1474298"/>
              <a:ext cx="3163871" cy="5002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공간을 살펴볼 때는 어떤 점을 생각하며 살펴보아야 할까요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?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77C7239-521E-64F2-0910-B693336CC931}"/>
              </a:ext>
            </a:extLst>
          </p:cNvPr>
          <p:cNvGrpSpPr/>
          <p:nvPr/>
        </p:nvGrpSpPr>
        <p:grpSpPr>
          <a:xfrm>
            <a:off x="519760" y="1301339"/>
            <a:ext cx="6554760" cy="379656"/>
            <a:chOff x="882303" y="1491687"/>
            <a:chExt cx="4916079" cy="284742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CAF67270-BD77-2F5D-80B2-F1A316D570E5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15" name="모서리가 둥근 직사각형 41">
                <a:extLst>
                  <a:ext uri="{FF2B5EF4-FFF2-40B4-BE49-F238E27FC236}">
                    <a16:creationId xmlns:a16="http://schemas.microsoft.com/office/drawing/2014/main" id="{99794065-20A5-A201-F07E-F448650C4090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6877E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0BF7193-58E7-4886-DB01-1076C7093812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1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8619778-8F1D-C962-A98D-56ACB4DAC24D}"/>
                </a:ext>
              </a:extLst>
            </p:cNvPr>
            <p:cNvSpPr txBox="1"/>
            <p:nvPr/>
          </p:nvSpPr>
          <p:spPr>
            <a:xfrm>
              <a:off x="1139406" y="1491687"/>
              <a:ext cx="4658976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『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디자이너의 눈으로 살펴볼까요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?』 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영상을 시청해 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65CFC14F-C2C5-A2D9-6A94-0301DFA44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92" y="1789420"/>
            <a:ext cx="6429208" cy="439049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B764BD6-1D13-001D-47CA-5AEC5CA2D697}"/>
              </a:ext>
            </a:extLst>
          </p:cNvPr>
          <p:cNvSpPr txBox="1"/>
          <p:nvPr/>
        </p:nvSpPr>
        <p:spPr>
          <a:xfrm>
            <a:off x="162092" y="6216805"/>
            <a:ext cx="18827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AI(ChatGPT) </a:t>
            </a:r>
            <a:r>
              <a:rPr lang="ko-KR" altLang="en-US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생성 이미지</a:t>
            </a:r>
            <a:endParaRPr lang="ko-KR" altLang="en-US" sz="900" kern="0" spc="0" dirty="0">
              <a:solidFill>
                <a:srgbClr val="000000"/>
              </a:solidFill>
              <a:effectLst/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8332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8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1]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디자이너의 눈으로 공간을 살펴보는 방법 알아보기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EB076271-AAE1-C8D2-4009-72DA8A196114}"/>
              </a:ext>
            </a:extLst>
          </p:cNvPr>
          <p:cNvGrpSpPr/>
          <p:nvPr/>
        </p:nvGrpSpPr>
        <p:grpSpPr>
          <a:xfrm>
            <a:off x="519760" y="1301339"/>
            <a:ext cx="6524303" cy="379656"/>
            <a:chOff x="882303" y="1491687"/>
            <a:chExt cx="4893236" cy="284742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0C5DEEEB-0296-5683-6F87-98A3B5EA9F94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32" name="모서리가 둥근 직사각형 41">
                <a:extLst>
                  <a:ext uri="{FF2B5EF4-FFF2-40B4-BE49-F238E27FC236}">
                    <a16:creationId xmlns:a16="http://schemas.microsoft.com/office/drawing/2014/main" id="{47476463-6039-C9F2-E3FD-0CAAC3B3A5E6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6877E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EDF2654-BE01-EF84-31E7-1DC08914F93A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2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1E058C1-8AAF-AE76-7C38-254B98CD19BD}"/>
                </a:ext>
              </a:extLst>
            </p:cNvPr>
            <p:cNvSpPr txBox="1"/>
            <p:nvPr/>
          </p:nvSpPr>
          <p:spPr>
            <a:xfrm>
              <a:off x="1139406" y="1491687"/>
              <a:ext cx="4636133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공간을 살펴볼 때는 다음 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3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가지를 생각하면서 살펴봅시다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 </a:t>
              </a:r>
              <a:endPara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F90D7201-BFEC-E569-F631-231A2EDD6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1784642"/>
            <a:ext cx="10184647" cy="45499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CE965D-EEA0-3D28-745A-DFCFA26D2F9B}"/>
              </a:ext>
            </a:extLst>
          </p:cNvPr>
          <p:cNvSpPr txBox="1"/>
          <p:nvPr/>
        </p:nvSpPr>
        <p:spPr>
          <a:xfrm>
            <a:off x="9723581" y="6306581"/>
            <a:ext cx="18827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AI(ChatGPT) </a:t>
            </a:r>
            <a:r>
              <a:rPr lang="ko-KR" altLang="en-US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생성 이미지</a:t>
            </a:r>
            <a:endParaRPr lang="ko-KR" altLang="en-US" sz="900" kern="0" spc="0" dirty="0">
              <a:solidFill>
                <a:srgbClr val="000000"/>
              </a:solidFill>
              <a:effectLst/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73696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9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1]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디자이너의 눈으로 공간을 살펴보는 방법 알아보기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0E4FE5F-8FE3-5771-A904-D3CD8879301B}"/>
              </a:ext>
            </a:extLst>
          </p:cNvPr>
          <p:cNvGrpSpPr/>
          <p:nvPr/>
        </p:nvGrpSpPr>
        <p:grpSpPr>
          <a:xfrm>
            <a:off x="519760" y="1301339"/>
            <a:ext cx="6295074" cy="379656"/>
            <a:chOff x="882303" y="1491687"/>
            <a:chExt cx="4721314" cy="284742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6CC4276C-F362-57E7-BD70-B04C8C6620CB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30" name="모서리가 둥근 직사각형 41">
                <a:extLst>
                  <a:ext uri="{FF2B5EF4-FFF2-40B4-BE49-F238E27FC236}">
                    <a16:creationId xmlns:a16="http://schemas.microsoft.com/office/drawing/2014/main" id="{573A83BB-1A61-9D95-DEBB-9EC5C2AE102D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03F09F3-36C3-A1E2-BBA6-B2B1A807FCEE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3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62A6DE8-A1F9-6F73-ACB6-86786FD63B50}"/>
                </a:ext>
              </a:extLst>
            </p:cNvPr>
            <p:cNvSpPr txBox="1"/>
            <p:nvPr/>
          </p:nvSpPr>
          <p:spPr>
            <a:xfrm>
              <a:off x="1139406" y="1491687"/>
              <a:ext cx="4464211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모둠 별로 우리 학교에서 탐색할 공간 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2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곳을 정해봅시다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</p:grpSp>
      <p:sp>
        <p:nvSpPr>
          <p:cNvPr id="11" name="Rounded Rectangle 98">
            <a:extLst>
              <a:ext uri="{FF2B5EF4-FFF2-40B4-BE49-F238E27FC236}">
                <a16:creationId xmlns:a16="http://schemas.microsoft.com/office/drawing/2014/main" id="{43B165CF-36A7-3724-8E7A-66ACF57BBAF9}"/>
              </a:ext>
            </a:extLst>
          </p:cNvPr>
          <p:cNvSpPr/>
          <p:nvPr/>
        </p:nvSpPr>
        <p:spPr>
          <a:xfrm>
            <a:off x="184213" y="1855391"/>
            <a:ext cx="11845694" cy="1573609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D9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FD687C-756C-9E1E-631D-C4ABC19A009D}"/>
              </a:ext>
            </a:extLst>
          </p:cNvPr>
          <p:cNvSpPr txBox="1"/>
          <p:nvPr/>
        </p:nvSpPr>
        <p:spPr>
          <a:xfrm>
            <a:off x="329163" y="1944924"/>
            <a:ext cx="4557658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* </a:t>
            </a:r>
            <a:r>
              <a: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우리 모둠은 어떤 공간을 탐색할 건가요</a:t>
            </a:r>
            <a:r>
              <a: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ko-KR" altLang="en-US" sz="1867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4746484-6F7D-0AE4-91D1-A8BB697D1679}"/>
              </a:ext>
            </a:extLst>
          </p:cNvPr>
          <p:cNvGrpSpPr/>
          <p:nvPr/>
        </p:nvGrpSpPr>
        <p:grpSpPr>
          <a:xfrm>
            <a:off x="519761" y="3582204"/>
            <a:ext cx="3037772" cy="379656"/>
            <a:chOff x="882303" y="1491687"/>
            <a:chExt cx="2278333" cy="284742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FA7BA1F0-8838-FE38-E83F-FD410996DEA6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18" name="모서리가 둥근 직사각형 41">
                <a:extLst>
                  <a:ext uri="{FF2B5EF4-FFF2-40B4-BE49-F238E27FC236}">
                    <a16:creationId xmlns:a16="http://schemas.microsoft.com/office/drawing/2014/main" id="{6BD256ED-9DEB-99B2-FD61-870ECDF370B7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4A01148-DACC-88D3-2E78-35A4545140EB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4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FA07EE4-18E1-C6EC-B297-E698AF7569D9}"/>
                </a:ext>
              </a:extLst>
            </p:cNvPr>
            <p:cNvSpPr txBox="1"/>
            <p:nvPr/>
          </p:nvSpPr>
          <p:spPr>
            <a:xfrm>
              <a:off x="1139406" y="1491687"/>
              <a:ext cx="2021230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활동 방법을 알아봅시다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</p:grp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CD8B4FA-E154-3389-368E-F2271CB098FE}"/>
              </a:ext>
            </a:extLst>
          </p:cNvPr>
          <p:cNvSpPr/>
          <p:nvPr/>
        </p:nvSpPr>
        <p:spPr>
          <a:xfrm>
            <a:off x="3619500" y="3878882"/>
            <a:ext cx="8572500" cy="2575000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200" spc="-147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① </a:t>
            </a:r>
            <a:r>
              <a:rPr lang="en-US" altLang="ko-KR" sz="2200" spc="-147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</a:t>
            </a:r>
            <a:r>
              <a:rPr lang="ko-KR" altLang="en-US" sz="2200" spc="-147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곳의 공간 중에서 먼저 탐색할 공간과 나중에 탐색할 공간을 정합니다</a:t>
            </a:r>
            <a:r>
              <a:rPr lang="en-US" altLang="ko-KR" sz="2200" spc="-147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200" spc="-147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② </a:t>
            </a:r>
            <a:r>
              <a:rPr lang="ko-KR" altLang="en-US" sz="2200" spc="-147" dirty="0" err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모둠원</a:t>
            </a:r>
            <a:r>
              <a:rPr lang="ko-KR" altLang="en-US" sz="2200" spc="-147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중 한 명은 탐색한 공간을 촬영하기 위해 </a:t>
            </a:r>
            <a:r>
              <a:rPr lang="ko-KR" altLang="en-US" sz="2200" spc="-147" dirty="0">
                <a:solidFill>
                  <a:srgbClr val="DD655D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스마트기기</a:t>
            </a:r>
            <a:r>
              <a:rPr lang="ko-KR" altLang="en-US" sz="2200" spc="-147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를 가져갑니다</a:t>
            </a:r>
            <a:r>
              <a:rPr lang="en-US" altLang="ko-KR" sz="2200" spc="-147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200" spc="-147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③ 모둠에서 정한 공간으로 이동하여 그 공간을 눈으로 자세히 살펴봅니다</a:t>
            </a:r>
            <a:r>
              <a:rPr lang="en-US" altLang="ko-KR" sz="2200" spc="-147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200" spc="-147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④ 스마트기기를 활용하여 공간의 </a:t>
            </a:r>
            <a:r>
              <a:rPr lang="ko-KR" altLang="en-US" sz="2200" spc="-147" dirty="0">
                <a:solidFill>
                  <a:srgbClr val="DD655D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전체 사진과 부분적인 사진</a:t>
            </a:r>
            <a:r>
              <a:rPr lang="ko-KR" altLang="en-US" sz="2200" spc="-147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을 찍습니다</a:t>
            </a:r>
            <a:endParaRPr lang="en-US" altLang="ko-KR" sz="2200" spc="-147" dirty="0">
              <a:solidFill>
                <a:srgbClr val="DD655D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200" spc="-147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⑤ 공간 탐색이 끝나면 바로 교실로 복귀합니다</a:t>
            </a:r>
            <a:r>
              <a:rPr lang="en-US" altLang="ko-KR" sz="2200" spc="-147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76B7DBFA-EC9B-F929-B9D2-08AE42C10F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14" r="5122"/>
          <a:stretch/>
        </p:blipFill>
        <p:spPr>
          <a:xfrm>
            <a:off x="194345" y="4081880"/>
            <a:ext cx="3404637" cy="232344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D6B8125-2256-EC3E-8E0C-94466408A0F9}"/>
              </a:ext>
            </a:extLst>
          </p:cNvPr>
          <p:cNvSpPr txBox="1"/>
          <p:nvPr/>
        </p:nvSpPr>
        <p:spPr>
          <a:xfrm>
            <a:off x="162091" y="6371384"/>
            <a:ext cx="18827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AI(ChatGPT) </a:t>
            </a:r>
            <a:r>
              <a:rPr lang="ko-KR" altLang="en-US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생성 이미지</a:t>
            </a:r>
            <a:endParaRPr lang="ko-KR" altLang="en-US" sz="900" kern="0" spc="0" dirty="0">
              <a:solidFill>
                <a:srgbClr val="000000"/>
              </a:solidFill>
              <a:effectLst/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1869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10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1]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디자이너의 눈으로 공간을 살펴보는 방법 알아보기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6D603D2-E3F2-83EB-4760-A46EDB12C1B3}"/>
              </a:ext>
            </a:extLst>
          </p:cNvPr>
          <p:cNvGrpSpPr/>
          <p:nvPr/>
        </p:nvGrpSpPr>
        <p:grpSpPr>
          <a:xfrm>
            <a:off x="519760" y="1301339"/>
            <a:ext cx="6590026" cy="379656"/>
            <a:chOff x="882303" y="1491687"/>
            <a:chExt cx="4942528" cy="284742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355C0928-0C25-D321-30E1-76867C4DC0D1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5" name="모서리가 둥근 직사각형 41">
                <a:extLst>
                  <a:ext uri="{FF2B5EF4-FFF2-40B4-BE49-F238E27FC236}">
                    <a16:creationId xmlns:a16="http://schemas.microsoft.com/office/drawing/2014/main" id="{5F1D2E85-6331-9698-7ACF-7480B5278E9D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5653CC-EA61-2060-5932-9F108B8492C8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5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8D14474-16FC-D441-48A8-F31FB7A78B87}"/>
                </a:ext>
              </a:extLst>
            </p:cNvPr>
            <p:cNvSpPr txBox="1"/>
            <p:nvPr/>
          </p:nvSpPr>
          <p:spPr>
            <a:xfrm>
              <a:off x="1139406" y="1491687"/>
              <a:ext cx="4685425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공간을 탐색하기 전 꼭 지켜야 할 약속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! 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함께 체크해 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A2C44543-E194-81EA-9A50-8AC7958A8F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761" y="1768324"/>
            <a:ext cx="11106228" cy="463700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F2FDCAC-B71B-6254-19B5-BBBC086503F9}"/>
              </a:ext>
            </a:extLst>
          </p:cNvPr>
          <p:cNvSpPr txBox="1"/>
          <p:nvPr/>
        </p:nvSpPr>
        <p:spPr>
          <a:xfrm>
            <a:off x="10147178" y="6289914"/>
            <a:ext cx="18827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AI(ChatGPT) </a:t>
            </a:r>
            <a:r>
              <a:rPr lang="ko-KR" altLang="en-US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생성 이미지</a:t>
            </a:r>
            <a:endParaRPr lang="ko-KR" altLang="en-US" sz="900" kern="0" spc="0" dirty="0">
              <a:solidFill>
                <a:srgbClr val="000000"/>
              </a:solidFill>
              <a:effectLst/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66115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11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디자이너의 눈으로 우리 학교 공간 탐색하기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9AB9FCB-1401-ACCF-35CA-9AC913E7A45D}"/>
              </a:ext>
            </a:extLst>
          </p:cNvPr>
          <p:cNvGrpSpPr/>
          <p:nvPr/>
        </p:nvGrpSpPr>
        <p:grpSpPr>
          <a:xfrm>
            <a:off x="519760" y="1301339"/>
            <a:ext cx="5843028" cy="379656"/>
            <a:chOff x="882303" y="1491687"/>
            <a:chExt cx="4382279" cy="284742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79173939-0B51-7D29-B503-CB2E894C2D3F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15" name="모서리가 둥근 직사각형 41">
                <a:extLst>
                  <a:ext uri="{FF2B5EF4-FFF2-40B4-BE49-F238E27FC236}">
                    <a16:creationId xmlns:a16="http://schemas.microsoft.com/office/drawing/2014/main" id="{B85FEB0C-5CAC-D3B0-9602-3EB7424835CF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10DBB7F-421E-3DC9-5590-0BDC6E2B9C0D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1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ED4DFF5-F841-CE68-CE5C-2DCAF3B4208D}"/>
                </a:ext>
              </a:extLst>
            </p:cNvPr>
            <p:cNvSpPr txBox="1"/>
            <p:nvPr/>
          </p:nvSpPr>
          <p:spPr>
            <a:xfrm>
              <a:off x="1139406" y="1491687"/>
              <a:ext cx="4125176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이제 디자이너의 눈으로 공간 탐색을 출발해 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!</a:t>
              </a:r>
            </a:p>
          </p:txBody>
        </p: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3DD26137-46E6-CFEF-FC3F-645E0E9EF4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471"/>
          <a:stretch/>
        </p:blipFill>
        <p:spPr>
          <a:xfrm>
            <a:off x="168345" y="2576796"/>
            <a:ext cx="11957823" cy="3828534"/>
          </a:xfrm>
          <a:prstGeom prst="rect">
            <a:avLst/>
          </a:prstGeom>
        </p:spPr>
      </p:pic>
      <p:sp>
        <p:nvSpPr>
          <p:cNvPr id="18" name="Rounded Rectangle 100">
            <a:extLst>
              <a:ext uri="{FF2B5EF4-FFF2-40B4-BE49-F238E27FC236}">
                <a16:creationId xmlns:a16="http://schemas.microsoft.com/office/drawing/2014/main" id="{59080EF4-7940-B39F-7B30-F8692B6790BC}"/>
              </a:ext>
            </a:extLst>
          </p:cNvPr>
          <p:cNvSpPr/>
          <p:nvPr/>
        </p:nvSpPr>
        <p:spPr>
          <a:xfrm>
            <a:off x="257174" y="1735945"/>
            <a:ext cx="11718926" cy="76595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800" b="1" dirty="0">
                <a:solidFill>
                  <a:schemeClr val="tx1"/>
                </a:solidFill>
                <a:latin typeface="+mj-lt"/>
                <a:ea typeface="+mj-ea"/>
              </a:rPr>
              <a:t>아래의 </a:t>
            </a:r>
            <a:r>
              <a:rPr lang="en-US" altLang="ko-KR" sz="2800" b="1" dirty="0">
                <a:solidFill>
                  <a:schemeClr val="tx1"/>
                </a:solidFill>
                <a:latin typeface="+mj-lt"/>
                <a:ea typeface="+mj-ea"/>
              </a:rPr>
              <a:t>3</a:t>
            </a:r>
            <a:r>
              <a:rPr lang="ko-KR" altLang="en-US" sz="2800" b="1" dirty="0">
                <a:solidFill>
                  <a:schemeClr val="tx1"/>
                </a:solidFill>
                <a:latin typeface="+mj-lt"/>
                <a:ea typeface="+mj-ea"/>
              </a:rPr>
              <a:t>가지 질문을 생각하며 공간 탐색을 시작해 봅시다</a:t>
            </a:r>
            <a:endParaRPr b="1" u="none" dirty="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75735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12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디자이너의 눈으로 우리 학교 공간 탐색하기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2DC8213-02E9-EE01-AE16-8C129CB73872}"/>
              </a:ext>
            </a:extLst>
          </p:cNvPr>
          <p:cNvGrpSpPr/>
          <p:nvPr/>
        </p:nvGrpSpPr>
        <p:grpSpPr>
          <a:xfrm>
            <a:off x="519760" y="1301339"/>
            <a:ext cx="6926657" cy="379656"/>
            <a:chOff x="882303" y="1491687"/>
            <a:chExt cx="5195002" cy="284742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8886A5D5-D8A0-63A7-5BE9-2B89EF84970C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5" name="모서리가 둥근 직사각형 41">
                <a:extLst>
                  <a:ext uri="{FF2B5EF4-FFF2-40B4-BE49-F238E27FC236}">
                    <a16:creationId xmlns:a16="http://schemas.microsoft.com/office/drawing/2014/main" id="{60998722-D4FE-4AAA-26E2-AFF71C4868ED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6EEDB58-90ED-535F-FCEE-A97A5DAF3EBB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2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AE59EB0-42FF-E44C-ED06-BAC017ECC283}"/>
                </a:ext>
              </a:extLst>
            </p:cNvPr>
            <p:cNvSpPr txBox="1"/>
            <p:nvPr/>
          </p:nvSpPr>
          <p:spPr>
            <a:xfrm>
              <a:off x="1139406" y="1491687"/>
              <a:ext cx="4937899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rgbClr val="DD655D">
                      <a:alpha val="99000"/>
                    </a:srgbClr>
                  </a:solidFill>
                  <a:latin typeface="+mj-ea"/>
                  <a:ea typeface="+mj-ea"/>
                </a:rPr>
                <a:t>탐색한 공간에 대하여 아래의 내용을 써 봅시다</a:t>
              </a:r>
              <a:r>
                <a:rPr lang="en-US" altLang="ko-KR" sz="1867" dirty="0">
                  <a:solidFill>
                    <a:srgbClr val="DD655D">
                      <a:alpha val="99000"/>
                    </a:srgbClr>
                  </a:solidFill>
                  <a:latin typeface="+mj-ea"/>
                  <a:ea typeface="+mj-ea"/>
                </a:rPr>
                <a:t>. (</a:t>
              </a:r>
              <a:r>
                <a:rPr lang="ko-KR" altLang="en-US" sz="1867" dirty="0">
                  <a:solidFill>
                    <a:srgbClr val="DD655D">
                      <a:alpha val="99000"/>
                    </a:srgbClr>
                  </a:solidFill>
                  <a:latin typeface="+mj-ea"/>
                  <a:ea typeface="+mj-ea"/>
                </a:rPr>
                <a:t>첫 번째 공간</a:t>
              </a:r>
              <a:r>
                <a:rPr lang="en-US" altLang="ko-KR" sz="1867" dirty="0">
                  <a:solidFill>
                    <a:srgbClr val="DD655D">
                      <a:alpha val="99000"/>
                    </a:srgbClr>
                  </a:solidFill>
                  <a:latin typeface="+mj-ea"/>
                  <a:ea typeface="+mj-ea"/>
                </a:rPr>
                <a:t>)</a:t>
              </a:r>
            </a:p>
          </p:txBody>
        </p:sp>
      </p:grp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A3949E6-CEBE-0C27-3003-0984B5A6D6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704549"/>
              </p:ext>
            </p:extLst>
          </p:nvPr>
        </p:nvGraphicFramePr>
        <p:xfrm>
          <a:off x="203200" y="1826276"/>
          <a:ext cx="11785600" cy="45790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30700">
                  <a:extLst>
                    <a:ext uri="{9D8B030D-6E8A-4147-A177-3AD203B41FA5}">
                      <a16:colId xmlns:a16="http://schemas.microsoft.com/office/drawing/2014/main" val="4059849071"/>
                    </a:ext>
                  </a:extLst>
                </a:gridCol>
                <a:gridCol w="7454900">
                  <a:extLst>
                    <a:ext uri="{9D8B030D-6E8A-4147-A177-3AD203B41FA5}">
                      <a16:colId xmlns:a16="http://schemas.microsoft.com/office/drawing/2014/main" val="2099916787"/>
                    </a:ext>
                  </a:extLst>
                </a:gridCol>
              </a:tblGrid>
              <a:tr h="114476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rgbClr val="DD655D"/>
                          </a:solidFill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dirty="0">
                          <a:solidFill>
                            <a:srgbClr val="DD655D"/>
                          </a:solidFill>
                          <a:latin typeface="+mj-ea"/>
                          <a:ea typeface="+mj-ea"/>
                        </a:rPr>
                        <a:t>더 보기 </a:t>
                      </a:r>
                      <a:r>
                        <a:rPr lang="en-US" altLang="ko-KR" dirty="0">
                          <a:solidFill>
                            <a:srgbClr val="DD655D"/>
                          </a:solidFill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dirty="0">
                          <a:solidFill>
                            <a:srgbClr val="DD655D"/>
                          </a:solidFill>
                          <a:latin typeface="+mj-ea"/>
                          <a:ea typeface="+mj-ea"/>
                        </a:rPr>
                        <a:t>이미지 </a:t>
                      </a:r>
                      <a:r>
                        <a:rPr lang="en-US" altLang="ko-KR" dirty="0">
                          <a:solidFill>
                            <a:srgbClr val="DD655D"/>
                          </a:solidFill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dirty="0">
                          <a:solidFill>
                            <a:srgbClr val="DD655D"/>
                          </a:solidFill>
                          <a:latin typeface="+mj-ea"/>
                          <a:ea typeface="+mj-ea"/>
                        </a:rPr>
                        <a:t>공간 사진 넣기</a:t>
                      </a:r>
                      <a:r>
                        <a:rPr lang="en-US" altLang="ko-KR" dirty="0">
                          <a:solidFill>
                            <a:srgbClr val="DD655D"/>
                          </a:solidFill>
                          <a:latin typeface="+mj-ea"/>
                          <a:ea typeface="+mj-ea"/>
                        </a:rPr>
                        <a:t>)</a:t>
                      </a: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rgbClr val="DD655D"/>
                          </a:solidFill>
                          <a:latin typeface="+mj-ea"/>
                          <a:ea typeface="+mj-ea"/>
                        </a:rPr>
                        <a:t>/ </a:t>
                      </a:r>
                      <a:r>
                        <a:rPr lang="ko-KR" altLang="en-US" dirty="0">
                          <a:solidFill>
                            <a:srgbClr val="DD655D"/>
                          </a:solidFill>
                          <a:latin typeface="+mj-ea"/>
                          <a:ea typeface="+mj-ea"/>
                        </a:rPr>
                        <a:t>사진은 클래스 보드로 공유하세요</a:t>
                      </a:r>
                      <a:r>
                        <a:rPr lang="en-US" altLang="ko-KR" dirty="0">
                          <a:solidFill>
                            <a:srgbClr val="DD655D"/>
                          </a:solidFill>
                          <a:latin typeface="+mj-ea"/>
                          <a:ea typeface="+mj-ea"/>
                        </a:rPr>
                        <a:t>!</a:t>
                      </a:r>
                      <a:endParaRPr lang="ko-KR" altLang="en-US" dirty="0">
                        <a:solidFill>
                          <a:srgbClr val="DD655D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① 이 공간은 어디인가요</a:t>
                      </a:r>
                      <a:r>
                        <a:rPr lang="en-US" altLang="ko-KR" sz="18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?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1697563"/>
                  </a:ext>
                </a:extLst>
              </a:tr>
              <a:tr h="1144763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② 누가 주로 사용하는 공간인가요</a:t>
                      </a:r>
                      <a:r>
                        <a:rPr lang="en-US" altLang="ko-KR" sz="18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?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062471"/>
                  </a:ext>
                </a:extLst>
              </a:tr>
              <a:tr h="1144763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8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③ 이 공간은 무엇이 더 좋아질 수 있을까요</a:t>
                      </a:r>
                      <a:r>
                        <a:rPr lang="en-US" altLang="ko-KR" sz="18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? (</a:t>
                      </a:r>
                      <a:r>
                        <a:rPr lang="ko-KR" altLang="en-US" sz="18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개선할 점</a:t>
                      </a:r>
                      <a:r>
                        <a:rPr lang="en-US" altLang="ko-KR" sz="18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)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750155"/>
                  </a:ext>
                </a:extLst>
              </a:tr>
              <a:tr h="1144763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8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④ 왜 그렇게 생각했나요</a:t>
                      </a:r>
                      <a:r>
                        <a:rPr lang="en-US" altLang="ko-KR" sz="18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?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7777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97491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13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디자이너의 눈으로 우리 학교 공간 탐색하기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A2319AA-D7EE-4908-8D9E-4791BD48FF3F}"/>
              </a:ext>
            </a:extLst>
          </p:cNvPr>
          <p:cNvGrpSpPr/>
          <p:nvPr/>
        </p:nvGrpSpPr>
        <p:grpSpPr>
          <a:xfrm>
            <a:off x="519760" y="1301339"/>
            <a:ext cx="6926657" cy="379656"/>
            <a:chOff x="882303" y="1491687"/>
            <a:chExt cx="5195002" cy="284742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01124F9F-83F6-A95F-A9F8-E7EA1F8D0EB0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5" name="모서리가 둥근 직사각형 41">
                <a:extLst>
                  <a:ext uri="{FF2B5EF4-FFF2-40B4-BE49-F238E27FC236}">
                    <a16:creationId xmlns:a16="http://schemas.microsoft.com/office/drawing/2014/main" id="{B7CFC0CA-6DE1-9E96-4B82-0B39657007EC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F5B42F9-8B1D-20FE-22DE-C9EA8B020A93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3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7B400B7-43BF-F605-0D1F-D8BBFE2CAE87}"/>
                </a:ext>
              </a:extLst>
            </p:cNvPr>
            <p:cNvSpPr txBox="1"/>
            <p:nvPr/>
          </p:nvSpPr>
          <p:spPr>
            <a:xfrm>
              <a:off x="1139406" y="1491687"/>
              <a:ext cx="4937899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rgbClr val="0070C0">
                      <a:alpha val="99000"/>
                    </a:srgbClr>
                  </a:solidFill>
                  <a:latin typeface="+mj-ea"/>
                  <a:ea typeface="+mj-ea"/>
                </a:rPr>
                <a:t>탐색한 공간에 대하여 아래의 내용을 써 봅시다</a:t>
              </a:r>
              <a:r>
                <a:rPr lang="en-US" altLang="ko-KR" sz="1867" dirty="0">
                  <a:solidFill>
                    <a:srgbClr val="0070C0">
                      <a:alpha val="99000"/>
                    </a:srgbClr>
                  </a:solidFill>
                  <a:latin typeface="+mj-ea"/>
                  <a:ea typeface="+mj-ea"/>
                </a:rPr>
                <a:t>. (</a:t>
              </a:r>
              <a:r>
                <a:rPr lang="ko-KR" altLang="en-US" sz="1867" dirty="0">
                  <a:solidFill>
                    <a:srgbClr val="0070C0">
                      <a:alpha val="99000"/>
                    </a:srgbClr>
                  </a:solidFill>
                  <a:latin typeface="+mj-ea"/>
                  <a:ea typeface="+mj-ea"/>
                </a:rPr>
                <a:t>두 번째 공간</a:t>
              </a:r>
              <a:r>
                <a:rPr lang="en-US" altLang="ko-KR" sz="1867" dirty="0">
                  <a:solidFill>
                    <a:srgbClr val="0070C0">
                      <a:alpha val="99000"/>
                    </a:srgbClr>
                  </a:solidFill>
                  <a:latin typeface="+mj-ea"/>
                  <a:ea typeface="+mj-ea"/>
                </a:rPr>
                <a:t>)</a:t>
              </a:r>
            </a:p>
          </p:txBody>
        </p:sp>
      </p:grp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FE34DBD-5690-CE26-A656-EAA4C89262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6435807"/>
              </p:ext>
            </p:extLst>
          </p:nvPr>
        </p:nvGraphicFramePr>
        <p:xfrm>
          <a:off x="203200" y="1826276"/>
          <a:ext cx="11785600" cy="45790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30700">
                  <a:extLst>
                    <a:ext uri="{9D8B030D-6E8A-4147-A177-3AD203B41FA5}">
                      <a16:colId xmlns:a16="http://schemas.microsoft.com/office/drawing/2014/main" val="4059849071"/>
                    </a:ext>
                  </a:extLst>
                </a:gridCol>
                <a:gridCol w="7454900">
                  <a:extLst>
                    <a:ext uri="{9D8B030D-6E8A-4147-A177-3AD203B41FA5}">
                      <a16:colId xmlns:a16="http://schemas.microsoft.com/office/drawing/2014/main" val="2099916787"/>
                    </a:ext>
                  </a:extLst>
                </a:gridCol>
              </a:tblGrid>
              <a:tr h="114476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dirty="0">
                          <a:solidFill>
                            <a:srgbClr val="0070C0"/>
                          </a:solidFill>
                          <a:latin typeface="+mj-ea"/>
                          <a:ea typeface="+mj-ea"/>
                        </a:rPr>
                        <a:t>더 보기</a:t>
                      </a:r>
                      <a:r>
                        <a:rPr lang="ko-KR" altLang="en-US" sz="1800" kern="1200" dirty="0">
                          <a:solidFill>
                            <a:srgbClr val="0070C0"/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800" kern="1200" dirty="0">
                          <a:solidFill>
                            <a:srgbClr val="0070C0"/>
                          </a:solidFill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dirty="0">
                          <a:solidFill>
                            <a:srgbClr val="0070C0"/>
                          </a:solidFill>
                          <a:latin typeface="+mj-ea"/>
                          <a:ea typeface="+mj-ea"/>
                        </a:rPr>
                        <a:t>이미지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dirty="0">
                          <a:solidFill>
                            <a:srgbClr val="0070C0"/>
                          </a:solidFill>
                          <a:latin typeface="+mj-ea"/>
                          <a:ea typeface="+mj-ea"/>
                        </a:rPr>
                        <a:t>공간 사진 넣기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+mj-ea"/>
                          <a:ea typeface="+mj-ea"/>
                        </a:rPr>
                        <a:t>)</a:t>
                      </a: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+mj-ea"/>
                          <a:ea typeface="+mj-ea"/>
                        </a:rPr>
                        <a:t>/ </a:t>
                      </a:r>
                      <a:r>
                        <a:rPr lang="ko-KR" altLang="en-US" dirty="0">
                          <a:solidFill>
                            <a:srgbClr val="0070C0"/>
                          </a:solidFill>
                          <a:latin typeface="+mj-ea"/>
                          <a:ea typeface="+mj-ea"/>
                        </a:rPr>
                        <a:t>사진은 클래스 보드로 공유하세요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+mj-ea"/>
                          <a:ea typeface="+mj-ea"/>
                        </a:rPr>
                        <a:t>!</a:t>
                      </a:r>
                      <a:endParaRPr lang="ko-KR" altLang="en-US" dirty="0">
                        <a:solidFill>
                          <a:srgbClr val="0070C0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① 이 공간은 어디인가요</a:t>
                      </a:r>
                      <a:r>
                        <a:rPr lang="en-US" altLang="ko-KR" sz="18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?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1697563"/>
                  </a:ext>
                </a:extLst>
              </a:tr>
              <a:tr h="1144763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② 누가 주로 사용하는 공간인가요</a:t>
                      </a:r>
                      <a:r>
                        <a:rPr lang="en-US" altLang="ko-KR" sz="18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?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062471"/>
                  </a:ext>
                </a:extLst>
              </a:tr>
              <a:tr h="1144763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8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③ 이 공간은 무엇이 더 좋아질 수 있을까요</a:t>
                      </a:r>
                      <a:r>
                        <a:rPr lang="en-US" altLang="ko-KR" sz="18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? (</a:t>
                      </a:r>
                      <a:r>
                        <a:rPr lang="ko-KR" altLang="en-US" sz="18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개선할 점</a:t>
                      </a:r>
                      <a:r>
                        <a:rPr lang="en-US" altLang="ko-KR" sz="18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)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750155"/>
                  </a:ext>
                </a:extLst>
              </a:tr>
              <a:tr h="1144763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8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④ 왜 그렇게 생각했나요</a:t>
                      </a:r>
                      <a:r>
                        <a:rPr lang="en-US" altLang="ko-KR" sz="18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?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7777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40681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14</a:t>
            </a:fld>
            <a:endParaRPr lang="en-US" dirty="0"/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정리하기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231D0AA-C26C-6CCB-FE71-71436D46BD06}"/>
              </a:ext>
            </a:extLst>
          </p:cNvPr>
          <p:cNvSpPr/>
          <p:nvPr/>
        </p:nvSpPr>
        <p:spPr>
          <a:xfrm>
            <a:off x="406400" y="1295400"/>
            <a:ext cx="5600700" cy="2755900"/>
          </a:xfrm>
          <a:prstGeom prst="rect">
            <a:avLst/>
          </a:prstGeom>
          <a:solidFill>
            <a:schemeClr val="bg1"/>
          </a:solidFill>
          <a:ln w="571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DD655D"/>
                </a:solidFill>
                <a:latin typeface="+mj-ea"/>
                <a:ea typeface="+mj-ea"/>
              </a:rPr>
              <a:t>(</a:t>
            </a:r>
            <a:r>
              <a:rPr lang="ko-KR" altLang="en-US" dirty="0">
                <a:solidFill>
                  <a:srgbClr val="DD655D"/>
                </a:solidFill>
                <a:latin typeface="+mj-ea"/>
                <a:ea typeface="+mj-ea"/>
              </a:rPr>
              <a:t>더 보기 </a:t>
            </a:r>
            <a:r>
              <a:rPr lang="en-US" altLang="ko-KR" dirty="0">
                <a:solidFill>
                  <a:srgbClr val="DD655D"/>
                </a:solidFill>
                <a:latin typeface="+mj-ea"/>
                <a:ea typeface="+mj-ea"/>
              </a:rPr>
              <a:t>- </a:t>
            </a:r>
            <a:r>
              <a:rPr lang="ko-KR" altLang="en-US" dirty="0">
                <a:solidFill>
                  <a:srgbClr val="DD655D"/>
                </a:solidFill>
                <a:latin typeface="+mj-ea"/>
                <a:ea typeface="+mj-ea"/>
              </a:rPr>
              <a:t>이미지 </a:t>
            </a:r>
            <a:r>
              <a:rPr lang="en-US" altLang="ko-KR" dirty="0">
                <a:solidFill>
                  <a:srgbClr val="DD655D"/>
                </a:solidFill>
                <a:latin typeface="+mj-ea"/>
                <a:ea typeface="+mj-ea"/>
              </a:rPr>
              <a:t>- </a:t>
            </a:r>
            <a:r>
              <a:rPr lang="ko-KR" altLang="en-US" dirty="0">
                <a:solidFill>
                  <a:srgbClr val="DD655D"/>
                </a:solidFill>
                <a:latin typeface="+mj-ea"/>
                <a:ea typeface="+mj-ea"/>
              </a:rPr>
              <a:t>첫 번째 공간 사진 넣기</a:t>
            </a:r>
            <a:r>
              <a:rPr lang="en-US" altLang="ko-KR" dirty="0">
                <a:solidFill>
                  <a:srgbClr val="DD655D"/>
                </a:solidFill>
                <a:latin typeface="+mj-ea"/>
                <a:ea typeface="+mj-ea"/>
              </a:rPr>
              <a:t>)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361EBCF-3402-89A5-B038-0FB2DA9D60C5}"/>
              </a:ext>
            </a:extLst>
          </p:cNvPr>
          <p:cNvSpPr/>
          <p:nvPr/>
        </p:nvSpPr>
        <p:spPr>
          <a:xfrm>
            <a:off x="6172200" y="1295400"/>
            <a:ext cx="5600700" cy="2755900"/>
          </a:xfrm>
          <a:prstGeom prst="rect">
            <a:avLst/>
          </a:prstGeom>
          <a:solidFill>
            <a:schemeClr val="bg1"/>
          </a:solidFill>
          <a:ln w="571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DD655D"/>
                </a:solidFill>
                <a:latin typeface="+mj-ea"/>
                <a:ea typeface="+mj-ea"/>
              </a:rPr>
              <a:t>(</a:t>
            </a:r>
            <a:r>
              <a:rPr lang="ko-KR" altLang="en-US" dirty="0">
                <a:solidFill>
                  <a:srgbClr val="DD655D"/>
                </a:solidFill>
                <a:latin typeface="+mj-ea"/>
                <a:ea typeface="+mj-ea"/>
              </a:rPr>
              <a:t>더 보기 </a:t>
            </a:r>
            <a:r>
              <a:rPr lang="en-US" altLang="ko-KR" dirty="0">
                <a:solidFill>
                  <a:srgbClr val="DD655D"/>
                </a:solidFill>
                <a:latin typeface="+mj-ea"/>
                <a:ea typeface="+mj-ea"/>
              </a:rPr>
              <a:t>- </a:t>
            </a:r>
            <a:r>
              <a:rPr lang="ko-KR" altLang="en-US" dirty="0">
                <a:solidFill>
                  <a:srgbClr val="DD655D"/>
                </a:solidFill>
                <a:latin typeface="+mj-ea"/>
                <a:ea typeface="+mj-ea"/>
              </a:rPr>
              <a:t>이미지 </a:t>
            </a:r>
            <a:r>
              <a:rPr lang="en-US" altLang="ko-KR" dirty="0">
                <a:solidFill>
                  <a:srgbClr val="DD655D"/>
                </a:solidFill>
                <a:latin typeface="+mj-ea"/>
                <a:ea typeface="+mj-ea"/>
              </a:rPr>
              <a:t>- </a:t>
            </a:r>
            <a:r>
              <a:rPr lang="ko-KR" altLang="en-US" dirty="0">
                <a:solidFill>
                  <a:srgbClr val="DD655D"/>
                </a:solidFill>
                <a:latin typeface="+mj-ea"/>
                <a:ea typeface="+mj-ea"/>
              </a:rPr>
              <a:t>두 번째 공간 사진 넣기</a:t>
            </a:r>
            <a:r>
              <a:rPr lang="en-US" altLang="ko-KR" dirty="0">
                <a:solidFill>
                  <a:srgbClr val="DD655D"/>
                </a:solidFill>
                <a:latin typeface="+mj-ea"/>
                <a:ea typeface="+mj-ea"/>
              </a:rPr>
              <a:t>)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937E6E89-82DA-F3BF-6D52-95B6C8277C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451455"/>
              </p:ext>
            </p:extLst>
          </p:nvPr>
        </p:nvGraphicFramePr>
        <p:xfrm>
          <a:off x="406400" y="4051299"/>
          <a:ext cx="11366500" cy="24485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66500">
                  <a:extLst>
                    <a:ext uri="{9D8B030D-6E8A-4147-A177-3AD203B41FA5}">
                      <a16:colId xmlns:a16="http://schemas.microsoft.com/office/drawing/2014/main" val="3047014379"/>
                    </a:ext>
                  </a:extLst>
                </a:gridCol>
              </a:tblGrid>
              <a:tr h="122426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spc="-147" dirty="0">
                          <a:latin typeface="+mj-ea"/>
                          <a:ea typeface="+mj-ea"/>
                        </a:rPr>
                        <a:t>① 오늘 탐색해 본 공간 중 </a:t>
                      </a:r>
                      <a:r>
                        <a:rPr lang="ko-KR" altLang="en-US" sz="1800" spc="-147" dirty="0">
                          <a:solidFill>
                            <a:srgbClr val="DD655D"/>
                          </a:solidFill>
                          <a:latin typeface="+mj-ea"/>
                          <a:ea typeface="+mj-ea"/>
                        </a:rPr>
                        <a:t>우리 모둠이 디자인해보고 싶은 공간</a:t>
                      </a:r>
                      <a:r>
                        <a:rPr lang="ko-KR" altLang="en-US" sz="1800" spc="-147" dirty="0">
                          <a:latin typeface="+mj-ea"/>
                          <a:ea typeface="+mj-ea"/>
                        </a:rPr>
                        <a:t>은 어느 곳인가요</a:t>
                      </a:r>
                      <a:r>
                        <a:rPr lang="en-US" altLang="ko-KR" sz="1800" spc="-147" dirty="0">
                          <a:latin typeface="+mj-ea"/>
                          <a:ea typeface="+mj-ea"/>
                        </a:rPr>
                        <a:t>?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>
                    <a:lnL w="57150" cap="flat" cmpd="sng" algn="ctr">
                      <a:solidFill>
                        <a:srgbClr val="F687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687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687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687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086175"/>
                  </a:ext>
                </a:extLst>
              </a:tr>
              <a:tr h="122426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spc="-147" dirty="0">
                          <a:latin typeface="+mj-ea"/>
                          <a:ea typeface="+mj-ea"/>
                        </a:rPr>
                        <a:t>② 우리 모둠이 이 공간을 선택한 이유는 무엇인가요</a:t>
                      </a:r>
                      <a:r>
                        <a:rPr lang="en-US" altLang="ko-KR" sz="1800" spc="-147" dirty="0">
                          <a:latin typeface="+mj-ea"/>
                          <a:ea typeface="+mj-ea"/>
                        </a:rPr>
                        <a:t>? </a:t>
                      </a:r>
                      <a:r>
                        <a:rPr lang="en-US" altLang="ko-KR" sz="1400" spc="-147" dirty="0"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400" spc="-147" dirty="0">
                          <a:latin typeface="+mj-ea"/>
                          <a:ea typeface="+mj-ea"/>
                        </a:rPr>
                        <a:t>어떤 점을 더 좋게 만들고 싶나요</a:t>
                      </a:r>
                      <a:r>
                        <a:rPr lang="en-US" altLang="ko-KR" sz="1400" spc="-147" dirty="0">
                          <a:latin typeface="+mj-ea"/>
                          <a:ea typeface="+mj-ea"/>
                        </a:rPr>
                        <a:t>?)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>
                    <a:lnL w="57150" cap="flat" cmpd="sng" algn="ctr">
                      <a:solidFill>
                        <a:srgbClr val="F687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687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687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687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472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53292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15</a:t>
            </a:fld>
            <a:endParaRPr lang="en-US" dirty="0"/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정리하기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B7CF3A5-02F4-467E-1443-5C318ABEE8D7}"/>
              </a:ext>
            </a:extLst>
          </p:cNvPr>
          <p:cNvSpPr txBox="1">
            <a:spLocks/>
          </p:cNvSpPr>
          <p:nvPr/>
        </p:nvSpPr>
        <p:spPr>
          <a:xfrm>
            <a:off x="0" y="1505022"/>
            <a:ext cx="12191999" cy="641085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pPr algn="ctr"/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다음 차시에는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ko-KR" altLang="en-US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D2BA96E-A503-E600-DCB9-64F97FC65F5D}"/>
              </a:ext>
            </a:extLst>
          </p:cNvPr>
          <p:cNvSpPr txBox="1">
            <a:spLocks/>
          </p:cNvSpPr>
          <p:nvPr/>
        </p:nvSpPr>
        <p:spPr>
          <a:xfrm>
            <a:off x="-1" y="2155704"/>
            <a:ext cx="12191999" cy="641085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pPr algn="ctr"/>
            <a:r>
              <a:rPr lang="ko-KR" altLang="en-US" sz="32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오늘 선택한 공간에 대해 다양한 디자인 아이디어를 만들어 봅니다</a:t>
            </a:r>
            <a:r>
              <a:rPr lang="en-US" altLang="ko-KR" sz="32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!</a:t>
            </a:r>
            <a:endParaRPr lang="ko-KR" altLang="en-US" sz="32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69B248-1DA2-0830-8560-4D249201B6E7}"/>
              </a:ext>
            </a:extLst>
          </p:cNvPr>
          <p:cNvSpPr txBox="1"/>
          <p:nvPr/>
        </p:nvSpPr>
        <p:spPr>
          <a:xfrm>
            <a:off x="9666143" y="5939930"/>
            <a:ext cx="18827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AI(ChatGPT) </a:t>
            </a:r>
            <a:r>
              <a:rPr lang="ko-KR" altLang="en-US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생성 이미지</a:t>
            </a:r>
            <a:endParaRPr lang="ko-KR" altLang="en-US" sz="900" kern="0" spc="0" dirty="0">
              <a:solidFill>
                <a:srgbClr val="000000"/>
              </a:solidFill>
              <a:effectLst/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93018B0-CE4A-D0BF-446D-44B1EFCA6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442" y="2776963"/>
            <a:ext cx="7178501" cy="336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174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661022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0">
      <a:majorFont>
        <a:latin typeface="에스코어 드림 8 Heavy"/>
        <a:ea typeface="에스코어 드림 8 Heavy"/>
        <a:cs typeface=""/>
      </a:majorFont>
      <a:minorFont>
        <a:latin typeface="Noto Sans KR Medium"/>
        <a:ea typeface="Noto Sans KR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748</Words>
  <Application>Microsoft Office PowerPoint</Application>
  <PresentationFormat>와이드스크린</PresentationFormat>
  <Paragraphs>142</Paragraphs>
  <Slides>16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5" baseType="lpstr">
      <vt:lpstr>-apple-system-body</vt:lpstr>
      <vt:lpstr>Noto Sans KR</vt:lpstr>
      <vt:lpstr>Noto Sans KR Black</vt:lpstr>
      <vt:lpstr>나눔스퀘어 ExtraBold</vt:lpstr>
      <vt:lpstr>땅스부대찌개 Bold</vt:lpstr>
      <vt:lpstr>에스코어 드림 3 Light</vt:lpstr>
      <vt:lpstr>에스코어 드림 5 Medium</vt:lpstr>
      <vt:lpstr>Arial</vt:lpstr>
      <vt:lpstr>Office Theme</vt:lpstr>
      <vt:lpstr>PowerPoint 프레젠테이션</vt:lpstr>
      <vt:lpstr>이번 차시의 프로젝트 단계는?</vt:lpstr>
      <vt:lpstr>학교에 가면~ 🎵  놀이하기</vt:lpstr>
      <vt:lpstr>학교에 가면~ 🎵  놀이하기</vt:lpstr>
      <vt:lpstr>PowerPoint 프레젠테이션</vt:lpstr>
      <vt:lpstr>PowerPoint 프레젠테이션</vt:lpstr>
      <vt:lpstr>[활동1] 디자이너의 눈으로 공간을 살펴보는 방법 알아보기</vt:lpstr>
      <vt:lpstr>[활동1] 디자이너의 눈으로 공간을 살펴보는 방법 알아보기</vt:lpstr>
      <vt:lpstr>[활동1] 디자이너의 눈으로 공간을 살펴보는 방법 알아보기</vt:lpstr>
      <vt:lpstr>[활동1] 디자이너의 눈으로 공간을 살펴보는 방법 알아보기</vt:lpstr>
      <vt:lpstr>[활동2] 디자이너의 눈으로 우리 학교 공간 탐색하기</vt:lpstr>
      <vt:lpstr>[활동2] 디자이너의 눈으로 우리 학교 공간 탐색하기</vt:lpstr>
      <vt:lpstr>[활동2] 디자이너의 눈으로 우리 학교 공간 탐색하기</vt:lpstr>
      <vt:lpstr>정리하기</vt:lpstr>
      <vt:lpstr>정리하기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이 은찬</cp:lastModifiedBy>
  <cp:revision>13</cp:revision>
  <dcterms:created xsi:type="dcterms:W3CDTF">2026-07-09T22:35:37Z</dcterms:created>
  <dcterms:modified xsi:type="dcterms:W3CDTF">2026-10-24T07:17:59Z</dcterms:modified>
</cp:coreProperties>
</file>