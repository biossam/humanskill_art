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56" r:id="rId2"/>
  </p:sldMasterIdLst>
  <p:notesMasterIdLst>
    <p:notesMasterId r:id="rId34"/>
  </p:notesMasterIdLst>
  <p:sldIdLst>
    <p:sldId id="256" r:id="rId3"/>
    <p:sldId id="265" r:id="rId4"/>
    <p:sldId id="311" r:id="rId5"/>
    <p:sldId id="314" r:id="rId6"/>
    <p:sldId id="315" r:id="rId7"/>
    <p:sldId id="316" r:id="rId8"/>
    <p:sldId id="313" r:id="rId9"/>
    <p:sldId id="279" r:id="rId10"/>
    <p:sldId id="280" r:id="rId11"/>
    <p:sldId id="318" r:id="rId12"/>
    <p:sldId id="319" r:id="rId13"/>
    <p:sldId id="317" r:id="rId14"/>
    <p:sldId id="320" r:id="rId15"/>
    <p:sldId id="278" r:id="rId16"/>
    <p:sldId id="321" r:id="rId17"/>
    <p:sldId id="266" r:id="rId18"/>
    <p:sldId id="322" r:id="rId19"/>
    <p:sldId id="290" r:id="rId20"/>
    <p:sldId id="323" r:id="rId21"/>
    <p:sldId id="324" r:id="rId22"/>
    <p:sldId id="302" r:id="rId23"/>
    <p:sldId id="325" r:id="rId24"/>
    <p:sldId id="293" r:id="rId25"/>
    <p:sldId id="294" r:id="rId26"/>
    <p:sldId id="295" r:id="rId27"/>
    <p:sldId id="296" r:id="rId28"/>
    <p:sldId id="297" r:id="rId29"/>
    <p:sldId id="298" r:id="rId30"/>
    <p:sldId id="299" r:id="rId31"/>
    <p:sldId id="300" r:id="rId32"/>
    <p:sldId id="270" r:id="rId3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7" d="100"/>
          <a:sy n="67" d="100"/>
        </p:scale>
        <p:origin x="-616" y="-76"/>
      </p:cViewPr>
      <p:guideLst>
        <p:guide orient="horz" pos="2158"/>
        <p:guide pos="383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presProps" Target="presProps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=""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551CDAB1-A1E7-CFB5-4C4F-BF381DEE01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405" y="1123143"/>
            <a:ext cx="9145191" cy="2386082"/>
          </a:xfrm>
        </p:spPr>
        <p:txBody>
          <a:bodyPr anchor="b"/>
          <a:lstStyle>
            <a:lvl1pPr algn="ctr">
              <a:defRPr sz="6004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="" xmlns:a16="http://schemas.microsoft.com/office/drawing/2014/main" id="{1D3C9FB5-648E-6CF3-980F-C9A15A1260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405" y="3601363"/>
            <a:ext cx="9145191" cy="1656913"/>
          </a:xfrm>
        </p:spPr>
        <p:txBody>
          <a:bodyPr/>
          <a:lstStyle>
            <a:lvl1pPr marL="0" indent="0" algn="ctr">
              <a:buNone/>
              <a:defRPr sz="2402"/>
            </a:lvl1pPr>
            <a:lvl2pPr marL="457520" indent="0" algn="ctr">
              <a:buNone/>
              <a:defRPr sz="2001"/>
            </a:lvl2pPr>
            <a:lvl3pPr marL="915040" indent="0" algn="ctr">
              <a:buNone/>
              <a:defRPr sz="1801"/>
            </a:lvl3pPr>
            <a:lvl4pPr marL="1372560" indent="0" algn="ctr">
              <a:buNone/>
              <a:defRPr sz="1601"/>
            </a:lvl4pPr>
            <a:lvl5pPr marL="1830080" indent="0" algn="ctr">
              <a:buNone/>
              <a:defRPr sz="1601"/>
            </a:lvl5pPr>
            <a:lvl6pPr marL="2287600" indent="0" algn="ctr">
              <a:buNone/>
              <a:defRPr sz="1601"/>
            </a:lvl6pPr>
            <a:lvl7pPr marL="2745120" indent="0" algn="ctr">
              <a:buNone/>
              <a:defRPr sz="1601"/>
            </a:lvl7pPr>
            <a:lvl8pPr marL="3202640" indent="0" algn="ctr">
              <a:buNone/>
              <a:defRPr sz="1601"/>
            </a:lvl8pPr>
            <a:lvl9pPr marL="3660160" indent="0" algn="ctr">
              <a:buNone/>
              <a:defRPr sz="1601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B91B6F74-0D6F-ABA8-D595-2CD7CC7DB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BC1D5DA0-514B-F0F0-C432-A801FB7C0E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DBB9A905-7FA9-41B4-5F76-78E42BB7D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5756695-5394-4275-AF82-FA73A9257D02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5778572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9BFECD42-BBEC-BA18-F276-0C29741A9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="" xmlns:a16="http://schemas.microsoft.com/office/drawing/2014/main" id="{2E264433-1D5A-9D26-6525-F6F65273E7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CE1AA174-3A58-A6C7-3483-1D27A2111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4B7142F9-B37A-147F-0542-12429285CE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9525B876-F97A-60F2-3F5C-558F22E09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B158258-C0FB-4AF9-9D0A-918F61B6CCAB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5284272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D715B40E-BA87-9913-53EB-EEB027AB4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392" y="1709337"/>
            <a:ext cx="10514508" cy="2853131"/>
          </a:xfrm>
        </p:spPr>
        <p:txBody>
          <a:bodyPr anchor="b"/>
          <a:lstStyle>
            <a:lvl1pPr>
              <a:defRPr sz="6004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="" xmlns:a16="http://schemas.microsoft.com/office/drawing/2014/main" id="{F8CDE29B-3827-5235-AF37-A40AE7E8F0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2392" y="4589475"/>
            <a:ext cx="10514508" cy="1499641"/>
          </a:xfrm>
        </p:spPr>
        <p:txBody>
          <a:bodyPr/>
          <a:lstStyle>
            <a:lvl1pPr marL="0" indent="0">
              <a:buNone/>
              <a:defRPr sz="2402"/>
            </a:lvl1pPr>
            <a:lvl2pPr marL="457520" indent="0">
              <a:buNone/>
              <a:defRPr sz="2001"/>
            </a:lvl2pPr>
            <a:lvl3pPr marL="915040" indent="0">
              <a:buNone/>
              <a:defRPr sz="1801"/>
            </a:lvl3pPr>
            <a:lvl4pPr marL="1372560" indent="0">
              <a:buNone/>
              <a:defRPr sz="1601"/>
            </a:lvl4pPr>
            <a:lvl5pPr marL="1830080" indent="0">
              <a:buNone/>
              <a:defRPr sz="1601"/>
            </a:lvl5pPr>
            <a:lvl6pPr marL="2287600" indent="0">
              <a:buNone/>
              <a:defRPr sz="1601"/>
            </a:lvl6pPr>
            <a:lvl7pPr marL="2745120" indent="0">
              <a:buNone/>
              <a:defRPr sz="1601"/>
            </a:lvl7pPr>
            <a:lvl8pPr marL="3202640" indent="0">
              <a:buNone/>
              <a:defRPr sz="1601"/>
            </a:lvl8pPr>
            <a:lvl9pPr marL="3660160" indent="0">
              <a:buNone/>
              <a:defRPr sz="16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E9798EE9-CD2C-BD64-87E5-6C1E702D72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0DEA3FBA-BE90-B7EA-0105-0D8B8386D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EE71DD27-E0B9-7FE1-95D6-B332B7E73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EC5E722-5858-45F9-A34C-5F87E08EBAB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074178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9C16D3E1-F662-D11D-0505-3DA26CC4C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="" xmlns:a16="http://schemas.microsoft.com/office/drawing/2014/main" id="{90722868-4B73-3B60-65D7-CF2BF52D0F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8409" y="1599724"/>
            <a:ext cx="2616315" cy="21970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="" xmlns:a16="http://schemas.microsoft.com/office/drawing/2014/main" id="{C356467C-B32D-43B9-07BA-240716F0D6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77224" y="1599724"/>
            <a:ext cx="2616316" cy="21970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="" xmlns:a16="http://schemas.microsoft.com/office/drawing/2014/main" id="{45C927F1-1827-6F0E-7240-107E54AFD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="" xmlns:a16="http://schemas.microsoft.com/office/drawing/2014/main" id="{AEE12205-14A7-B898-1F38-7BD2FCE1A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="" xmlns:a16="http://schemas.microsoft.com/office/drawing/2014/main" id="{BFFF28D1-9CF2-C697-7120-4B8A73472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33BC6E1-510F-40DF-A1EA-766B6895277C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4628413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06D98272-7063-4BA0-AC57-96D4E9DAD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365379"/>
            <a:ext cx="10514507" cy="132489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="" xmlns:a16="http://schemas.microsoft.com/office/drawing/2014/main" id="{53CC4135-A4EB-0628-35DA-8164B9B01A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0335" y="1680743"/>
            <a:ext cx="5157970" cy="824485"/>
          </a:xfrm>
        </p:spPr>
        <p:txBody>
          <a:bodyPr anchor="b"/>
          <a:lstStyle>
            <a:lvl1pPr marL="0" indent="0">
              <a:buNone/>
              <a:defRPr sz="2402" b="1"/>
            </a:lvl1pPr>
            <a:lvl2pPr marL="457520" indent="0">
              <a:buNone/>
              <a:defRPr sz="2001" b="1"/>
            </a:lvl2pPr>
            <a:lvl3pPr marL="915040" indent="0">
              <a:buNone/>
              <a:defRPr sz="1801" b="1"/>
            </a:lvl3pPr>
            <a:lvl4pPr marL="1372560" indent="0">
              <a:buNone/>
              <a:defRPr sz="1601" b="1"/>
            </a:lvl4pPr>
            <a:lvl5pPr marL="1830080" indent="0">
              <a:buNone/>
              <a:defRPr sz="1601" b="1"/>
            </a:lvl5pPr>
            <a:lvl6pPr marL="2287600" indent="0">
              <a:buNone/>
              <a:defRPr sz="1601" b="1"/>
            </a:lvl6pPr>
            <a:lvl7pPr marL="2745120" indent="0">
              <a:buNone/>
              <a:defRPr sz="1601" b="1"/>
            </a:lvl7pPr>
            <a:lvl8pPr marL="3202640" indent="0">
              <a:buNone/>
              <a:defRPr sz="1601" b="1"/>
            </a:lvl8pPr>
            <a:lvl9pPr marL="3660160" indent="0">
              <a:buNone/>
              <a:defRPr sz="160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="" xmlns:a16="http://schemas.microsoft.com/office/drawing/2014/main" id="{9D09DDED-7EFB-31B3-2A2B-C2413239A8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0335" y="2505228"/>
            <a:ext cx="5157970" cy="368397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="" xmlns:a16="http://schemas.microsoft.com/office/drawing/2014/main" id="{DEF58742-B27A-258B-DCE5-DCC59C1366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1456" y="1680743"/>
            <a:ext cx="5183386" cy="824485"/>
          </a:xfrm>
        </p:spPr>
        <p:txBody>
          <a:bodyPr anchor="b"/>
          <a:lstStyle>
            <a:lvl1pPr marL="0" indent="0">
              <a:buNone/>
              <a:defRPr sz="2402" b="1"/>
            </a:lvl1pPr>
            <a:lvl2pPr marL="457520" indent="0">
              <a:buNone/>
              <a:defRPr sz="2001" b="1"/>
            </a:lvl2pPr>
            <a:lvl3pPr marL="915040" indent="0">
              <a:buNone/>
              <a:defRPr sz="1801" b="1"/>
            </a:lvl3pPr>
            <a:lvl4pPr marL="1372560" indent="0">
              <a:buNone/>
              <a:defRPr sz="1601" b="1"/>
            </a:lvl4pPr>
            <a:lvl5pPr marL="1830080" indent="0">
              <a:buNone/>
              <a:defRPr sz="1601" b="1"/>
            </a:lvl5pPr>
            <a:lvl6pPr marL="2287600" indent="0">
              <a:buNone/>
              <a:defRPr sz="1601" b="1"/>
            </a:lvl6pPr>
            <a:lvl7pPr marL="2745120" indent="0">
              <a:buNone/>
              <a:defRPr sz="1601" b="1"/>
            </a:lvl7pPr>
            <a:lvl8pPr marL="3202640" indent="0">
              <a:buNone/>
              <a:defRPr sz="1601" b="1"/>
            </a:lvl8pPr>
            <a:lvl9pPr marL="3660160" indent="0">
              <a:buNone/>
              <a:defRPr sz="160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="" xmlns:a16="http://schemas.microsoft.com/office/drawing/2014/main" id="{1920D058-40BB-A002-D824-9FF3CAA6F3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1456" y="2505228"/>
            <a:ext cx="5183386" cy="368397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="" xmlns:a16="http://schemas.microsoft.com/office/drawing/2014/main" id="{864B24A5-03AC-3BDE-E94E-2B5431C08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8" name="바닥글 개체 틀 7">
            <a:extLst>
              <a:ext uri="{FF2B5EF4-FFF2-40B4-BE49-F238E27FC236}">
                <a16:creationId xmlns="" xmlns:a16="http://schemas.microsoft.com/office/drawing/2014/main" id="{C969DFF8-FE80-5EB1-6D45-E4B2EA906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="" xmlns:a16="http://schemas.microsoft.com/office/drawing/2014/main" id="{DE9598D5-1D63-CEF9-BA95-0ED5CBD3B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DBF8083-CC21-4651-B783-250056FB9B21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282293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556D719E-E86B-447A-B095-8CD1AE2C2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="" xmlns:a16="http://schemas.microsoft.com/office/drawing/2014/main" id="{6890DFBA-38A4-A561-EDC6-E2BC226560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4" name="바닥글 개체 틀 3">
            <a:extLst>
              <a:ext uri="{FF2B5EF4-FFF2-40B4-BE49-F238E27FC236}">
                <a16:creationId xmlns="" xmlns:a16="http://schemas.microsoft.com/office/drawing/2014/main" id="{33647364-AE8F-47A1-48B2-40823D135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="" xmlns:a16="http://schemas.microsoft.com/office/drawing/2014/main" id="{F1D35064-9D56-52BC-3117-C5220E5AD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10D04C5-F145-4DCF-8EA1-D7A522ACD60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0364835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="" xmlns:a16="http://schemas.microsoft.com/office/drawing/2014/main" id="{58F17AE2-D83D-83A0-8625-1C34768329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3" name="바닥글 개체 틀 2">
            <a:extLst>
              <a:ext uri="{FF2B5EF4-FFF2-40B4-BE49-F238E27FC236}">
                <a16:creationId xmlns="" xmlns:a16="http://schemas.microsoft.com/office/drawing/2014/main" id="{CF447AD5-D2D2-FABD-3736-5CD210C19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="" xmlns:a16="http://schemas.microsoft.com/office/drawing/2014/main" id="{016B1909-34F9-6D84-5A6B-4272D99C4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9891738-9939-40EF-AC85-9DF4769D5E9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247363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AE497DF7-573E-B3C5-268A-FCD1D3DA0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457518"/>
            <a:ext cx="3931621" cy="1599724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="" xmlns:a16="http://schemas.microsoft.com/office/drawing/2014/main" id="{1276EDD3-5CFA-9762-521B-F923DEB39F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388" y="988112"/>
            <a:ext cx="6171455" cy="4872246"/>
          </a:xfrm>
        </p:spPr>
        <p:txBody>
          <a:bodyPr/>
          <a:lstStyle>
            <a:lvl1pPr>
              <a:defRPr sz="3202"/>
            </a:lvl1pPr>
            <a:lvl2pPr>
              <a:defRPr sz="2802"/>
            </a:lvl2pPr>
            <a:lvl3pPr>
              <a:defRPr sz="2402"/>
            </a:lvl3pPr>
            <a:lvl4pPr>
              <a:defRPr sz="2001"/>
            </a:lvl4pPr>
            <a:lvl5pPr>
              <a:defRPr sz="2001"/>
            </a:lvl5pPr>
            <a:lvl6pPr>
              <a:defRPr sz="2001"/>
            </a:lvl6pPr>
            <a:lvl7pPr>
              <a:defRPr sz="2001"/>
            </a:lvl7pPr>
            <a:lvl8pPr>
              <a:defRPr sz="2001"/>
            </a:lvl8pPr>
            <a:lvl9pPr>
              <a:defRPr sz="2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="" xmlns:a16="http://schemas.microsoft.com/office/drawing/2014/main" id="{050851AA-136C-BA18-02A8-8F2D6868BB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35" y="2057242"/>
            <a:ext cx="3931621" cy="3811058"/>
          </a:xfrm>
        </p:spPr>
        <p:txBody>
          <a:bodyPr/>
          <a:lstStyle>
            <a:lvl1pPr marL="0" indent="0">
              <a:buNone/>
              <a:defRPr sz="1601"/>
            </a:lvl1pPr>
            <a:lvl2pPr marL="457520" indent="0">
              <a:buNone/>
              <a:defRPr sz="1401"/>
            </a:lvl2pPr>
            <a:lvl3pPr marL="915040" indent="0">
              <a:buNone/>
              <a:defRPr sz="1201"/>
            </a:lvl3pPr>
            <a:lvl4pPr marL="1372560" indent="0">
              <a:buNone/>
              <a:defRPr sz="1001"/>
            </a:lvl4pPr>
            <a:lvl5pPr marL="1830080" indent="0">
              <a:buNone/>
              <a:defRPr sz="1001"/>
            </a:lvl5pPr>
            <a:lvl6pPr marL="2287600" indent="0">
              <a:buNone/>
              <a:defRPr sz="1001"/>
            </a:lvl6pPr>
            <a:lvl7pPr marL="2745120" indent="0">
              <a:buNone/>
              <a:defRPr sz="1001"/>
            </a:lvl7pPr>
            <a:lvl8pPr marL="3202640" indent="0">
              <a:buNone/>
              <a:defRPr sz="1001"/>
            </a:lvl8pPr>
            <a:lvl9pPr marL="3660160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="" xmlns:a16="http://schemas.microsoft.com/office/drawing/2014/main" id="{BE85B4B8-ABDE-E4F0-CAA4-F44D4E6FDB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="" xmlns:a16="http://schemas.microsoft.com/office/drawing/2014/main" id="{83A696BA-A4EE-E190-1A29-040E12EA1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="" xmlns:a16="http://schemas.microsoft.com/office/drawing/2014/main" id="{E10B71B5-75D1-6E16-68E0-8894E1F2C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87CE856-5433-40C8-9C6D-BC48ED4C97AF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1248587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5BF684A9-E232-B337-2528-346F015A5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457518"/>
            <a:ext cx="3931621" cy="1599724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="" xmlns:a16="http://schemas.microsoft.com/office/drawing/2014/main" id="{A962ADAD-6943-ADCC-3953-D34B72A676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388" y="988112"/>
            <a:ext cx="6171455" cy="4872246"/>
          </a:xfrm>
        </p:spPr>
        <p:txBody>
          <a:bodyPr/>
          <a:lstStyle>
            <a:lvl1pPr marL="0" indent="0">
              <a:buNone/>
              <a:defRPr sz="3202"/>
            </a:lvl1pPr>
            <a:lvl2pPr marL="457520" indent="0">
              <a:buNone/>
              <a:defRPr sz="2802"/>
            </a:lvl2pPr>
            <a:lvl3pPr marL="915040" indent="0">
              <a:buNone/>
              <a:defRPr sz="2402"/>
            </a:lvl3pPr>
            <a:lvl4pPr marL="1372560" indent="0">
              <a:buNone/>
              <a:defRPr sz="2001"/>
            </a:lvl4pPr>
            <a:lvl5pPr marL="1830080" indent="0">
              <a:buNone/>
              <a:defRPr sz="2001"/>
            </a:lvl5pPr>
            <a:lvl6pPr marL="2287600" indent="0">
              <a:buNone/>
              <a:defRPr sz="2001"/>
            </a:lvl6pPr>
            <a:lvl7pPr marL="2745120" indent="0">
              <a:buNone/>
              <a:defRPr sz="2001"/>
            </a:lvl7pPr>
            <a:lvl8pPr marL="3202640" indent="0">
              <a:buNone/>
              <a:defRPr sz="2001"/>
            </a:lvl8pPr>
            <a:lvl9pPr marL="3660160" indent="0">
              <a:buNone/>
              <a:defRPr sz="2001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="" xmlns:a16="http://schemas.microsoft.com/office/drawing/2014/main" id="{9EE1501E-95EF-AFA3-9C02-167A68D86D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35" y="2057242"/>
            <a:ext cx="3931621" cy="3811058"/>
          </a:xfrm>
        </p:spPr>
        <p:txBody>
          <a:bodyPr/>
          <a:lstStyle>
            <a:lvl1pPr marL="0" indent="0">
              <a:buNone/>
              <a:defRPr sz="1601"/>
            </a:lvl1pPr>
            <a:lvl2pPr marL="457520" indent="0">
              <a:buNone/>
              <a:defRPr sz="1401"/>
            </a:lvl2pPr>
            <a:lvl3pPr marL="915040" indent="0">
              <a:buNone/>
              <a:defRPr sz="1201"/>
            </a:lvl3pPr>
            <a:lvl4pPr marL="1372560" indent="0">
              <a:buNone/>
              <a:defRPr sz="1001"/>
            </a:lvl4pPr>
            <a:lvl5pPr marL="1830080" indent="0">
              <a:buNone/>
              <a:defRPr sz="1001"/>
            </a:lvl5pPr>
            <a:lvl6pPr marL="2287600" indent="0">
              <a:buNone/>
              <a:defRPr sz="1001"/>
            </a:lvl6pPr>
            <a:lvl7pPr marL="2745120" indent="0">
              <a:buNone/>
              <a:defRPr sz="1001"/>
            </a:lvl7pPr>
            <a:lvl8pPr marL="3202640" indent="0">
              <a:buNone/>
              <a:defRPr sz="1001"/>
            </a:lvl8pPr>
            <a:lvl9pPr marL="3660160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="" xmlns:a16="http://schemas.microsoft.com/office/drawing/2014/main" id="{0A17F6C4-0FC7-A46B-D0FB-1CAF0D8D37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="" xmlns:a16="http://schemas.microsoft.com/office/drawing/2014/main" id="{F5BD54F7-8351-1CDE-2D37-AE460D134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="" xmlns:a16="http://schemas.microsoft.com/office/drawing/2014/main" id="{44BB495D-5428-AB12-2AE7-E43C7E6EA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CDA364-5BD8-4C76-A283-8A7FC9654CD8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1183876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E06F7A77-3B4E-2174-200F-BC2D851BD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="" xmlns:a16="http://schemas.microsoft.com/office/drawing/2014/main" id="{0CC89926-D218-79F0-9FEE-71DA4CCDBB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84609930-B442-232D-09B6-131172C60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53F5D24B-8A66-D353-9B5E-D60E566EA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5B2B18C8-2516-7B04-B1B7-9C8287B60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2D7A391-17EC-49D3-95B9-11521C4E911E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697783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="" xmlns:a16="http://schemas.microsoft.com/office/drawing/2014/main" id="{D725621E-9C4E-3696-479D-F3B491B609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838604" y="273240"/>
            <a:ext cx="2743399" cy="3523522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="" xmlns:a16="http://schemas.microsoft.com/office/drawing/2014/main" id="{2C77EF1E-7894-D54F-901D-249F822FB8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08409" y="273240"/>
            <a:ext cx="8077696" cy="3523522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5BD991E3-09E1-87FA-3E7A-D7A9AC2E99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B8FFAB18-B2BE-C620-D5AF-59366FEFB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4D704E59-04E4-56AC-E32E-51EE67685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F1935ED-A419-4E3E-A01D-307B835363B5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5790748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044751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2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7.xml"/><Relationship Id="rId7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6.xml"/><Relationship Id="rId2" Type="http://schemas.openxmlformats.org/officeDocument/2006/relationships/slideLayout" Target="../slideLayouts/slideLayout6.xml"/><Relationship Id="rId16" Type="http://schemas.openxmlformats.org/officeDocument/2006/relationships/image" Target="../media/image8.png"/><Relationship Id="rId1" Type="http://schemas.openxmlformats.org/officeDocument/2006/relationships/slideLayout" Target="../slideLayouts/slideLayout5.xml"/><Relationship Id="rId6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5.xml"/><Relationship Id="rId5" Type="http://schemas.openxmlformats.org/officeDocument/2006/relationships/slideLayout" Target="../slideLayouts/slideLayout9.xml"/><Relationship Id="rId15" Type="http://schemas.openxmlformats.org/officeDocument/2006/relationships/image" Target="../media/image7.png"/><Relationship Id="rId10" Type="http://schemas.openxmlformats.org/officeDocument/2006/relationships/slideLayout" Target="../slideLayouts/slideLayout14.xml"/><Relationship Id="rId4" Type="http://schemas.openxmlformats.org/officeDocument/2006/relationships/slideLayout" Target="../slideLayouts/slideLayout8.xml"/><Relationship Id="rId9" Type="http://schemas.openxmlformats.org/officeDocument/2006/relationships/slideLayout" Target="../slideLayouts/slideLayout13.xml"/><Relationship Id="rId14" Type="http://schemas.openxmlformats.org/officeDocument/2006/relationships/image" Target="../media/image6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5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>
            <a:extLst>
              <a:ext uri="{FF2B5EF4-FFF2-40B4-BE49-F238E27FC236}">
                <a16:creationId xmlns="" xmlns:a16="http://schemas.microsoft.com/office/drawing/2014/main" id="{EB9F5CC1-E0ED-A544-3125-1CAF1AA09F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0"/>
            <a:ext cx="12192000" cy="6858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3" name="AutoShape 5">
            <a:extLst>
              <a:ext uri="{FF2B5EF4-FFF2-40B4-BE49-F238E27FC236}">
                <a16:creationId xmlns="" xmlns:a16="http://schemas.microsoft.com/office/drawing/2014/main" id="{294D9355-B288-864E-754C-2E4780AC0F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4" y="4114482"/>
            <a:ext cx="11332603" cy="101671"/>
          </a:xfrm>
          <a:prstGeom prst="roundRect">
            <a:avLst>
              <a:gd name="adj" fmla="val 49995"/>
            </a:avLst>
          </a:pr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1" hangingPunct="1"/>
            <a:endParaRPr lang="ko-KR" altLang="en-US" sz="1801">
              <a:ea typeface="굴림" panose="020B0600000101010101" pitchFamily="50" charset="-127"/>
            </a:endParaRPr>
          </a:p>
        </p:txBody>
      </p:sp>
      <p:pic>
        <p:nvPicPr>
          <p:cNvPr id="2054" name="Picture 6">
            <a:extLst>
              <a:ext uri="{FF2B5EF4-FFF2-40B4-BE49-F238E27FC236}">
                <a16:creationId xmlns="" xmlns:a16="http://schemas.microsoft.com/office/drawing/2014/main" id="{DB030153-312A-A6B7-EF4D-5FC29B8035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79"/>
          <a:stretch>
            <a:fillRect/>
          </a:stretch>
        </p:blipFill>
        <p:spPr bwMode="auto">
          <a:xfrm>
            <a:off x="4938754" y="5906427"/>
            <a:ext cx="2314494" cy="7657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5" name="Freeform 7">
            <a:extLst>
              <a:ext uri="{FF2B5EF4-FFF2-40B4-BE49-F238E27FC236}">
                <a16:creationId xmlns="" xmlns:a16="http://schemas.microsoft.com/office/drawing/2014/main" id="{0761C8CC-20DE-0035-8449-92E31252D4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3593" y="486113"/>
            <a:ext cx="3836310" cy="722815"/>
          </a:xfrm>
          <a:custGeom>
            <a:avLst/>
            <a:gdLst>
              <a:gd name="T0" fmla="*/ 2066 w 2414"/>
              <a:gd name="T1" fmla="*/ 0 h 454"/>
              <a:gd name="T2" fmla="*/ 346 w 2414"/>
              <a:gd name="T3" fmla="*/ 0 h 454"/>
              <a:gd name="T4" fmla="*/ 148 w 2414"/>
              <a:gd name="T5" fmla="*/ 13 h 454"/>
              <a:gd name="T6" fmla="*/ 13 w 2414"/>
              <a:gd name="T7" fmla="*/ 149 h 454"/>
              <a:gd name="T8" fmla="*/ 0 w 2414"/>
              <a:gd name="T9" fmla="*/ 227 h 454"/>
              <a:gd name="T10" fmla="*/ 13 w 2414"/>
              <a:gd name="T11" fmla="*/ 305 h 454"/>
              <a:gd name="T12" fmla="*/ 148 w 2414"/>
              <a:gd name="T13" fmla="*/ 440 h 454"/>
              <a:gd name="T14" fmla="*/ 346 w 2414"/>
              <a:gd name="T15" fmla="*/ 454 h 454"/>
              <a:gd name="T16" fmla="*/ 2066 w 2414"/>
              <a:gd name="T17" fmla="*/ 454 h 454"/>
              <a:gd name="T18" fmla="*/ 2264 w 2414"/>
              <a:gd name="T19" fmla="*/ 440 h 454"/>
              <a:gd name="T20" fmla="*/ 2400 w 2414"/>
              <a:gd name="T21" fmla="*/ 305 h 454"/>
              <a:gd name="T22" fmla="*/ 2414 w 2414"/>
              <a:gd name="T23" fmla="*/ 227 h 454"/>
              <a:gd name="T24" fmla="*/ 2400 w 2414"/>
              <a:gd name="T25" fmla="*/ 149 h 454"/>
              <a:gd name="T26" fmla="*/ 2264 w 2414"/>
              <a:gd name="T27" fmla="*/ 13 h 454"/>
              <a:gd name="T28" fmla="*/ 2066 w 2414"/>
              <a:gd name="T29" fmla="*/ 0 h 454"/>
              <a:gd name="T30" fmla="*/ 2066 w 2414"/>
              <a:gd name="T31" fmla="*/ 0 h 45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2414" h="454">
                <a:moveTo>
                  <a:pt x="2066" y="0"/>
                </a:moveTo>
                <a:lnTo>
                  <a:pt x="346" y="0"/>
                </a:lnTo>
                <a:cubicBezTo>
                  <a:pt x="247" y="0"/>
                  <a:pt x="188" y="0"/>
                  <a:pt x="148" y="13"/>
                </a:cubicBezTo>
                <a:cubicBezTo>
                  <a:pt x="85" y="36"/>
                  <a:pt x="35" y="86"/>
                  <a:pt x="13" y="149"/>
                </a:cubicBezTo>
                <a:cubicBezTo>
                  <a:pt x="4" y="174"/>
                  <a:pt x="0" y="200"/>
                  <a:pt x="0" y="227"/>
                </a:cubicBezTo>
                <a:cubicBezTo>
                  <a:pt x="0" y="253"/>
                  <a:pt x="4" y="280"/>
                  <a:pt x="13" y="305"/>
                </a:cubicBezTo>
                <a:cubicBezTo>
                  <a:pt x="35" y="368"/>
                  <a:pt x="85" y="417"/>
                  <a:pt x="148" y="440"/>
                </a:cubicBezTo>
                <a:cubicBezTo>
                  <a:pt x="188" y="454"/>
                  <a:pt x="247" y="454"/>
                  <a:pt x="346" y="454"/>
                </a:cubicBezTo>
                <a:lnTo>
                  <a:pt x="2066" y="454"/>
                </a:lnTo>
                <a:cubicBezTo>
                  <a:pt x="2165" y="454"/>
                  <a:pt x="2225" y="454"/>
                  <a:pt x="2264" y="440"/>
                </a:cubicBezTo>
                <a:cubicBezTo>
                  <a:pt x="2327" y="417"/>
                  <a:pt x="2377" y="368"/>
                  <a:pt x="2400" y="305"/>
                </a:cubicBezTo>
                <a:cubicBezTo>
                  <a:pt x="2409" y="280"/>
                  <a:pt x="2414" y="253"/>
                  <a:pt x="2414" y="227"/>
                </a:cubicBezTo>
                <a:cubicBezTo>
                  <a:pt x="2414" y="200"/>
                  <a:pt x="2409" y="174"/>
                  <a:pt x="2400" y="149"/>
                </a:cubicBezTo>
                <a:cubicBezTo>
                  <a:pt x="2377" y="86"/>
                  <a:pt x="2327" y="36"/>
                  <a:pt x="2264" y="13"/>
                </a:cubicBezTo>
                <a:cubicBezTo>
                  <a:pt x="2225" y="0"/>
                  <a:pt x="2165" y="0"/>
                  <a:pt x="2066" y="0"/>
                </a:cubicBezTo>
                <a:lnTo>
                  <a:pt x="2066" y="0"/>
                </a:lnTo>
                <a:close/>
              </a:path>
            </a:pathLst>
          </a:cu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1" hangingPunct="1"/>
            <a:endParaRPr lang="ko-KR" altLang="en-US" sz="1801">
              <a:ea typeface="굴림" panose="020B0600000101010101" pitchFamily="50" charset="-127"/>
            </a:endParaRPr>
          </a:p>
        </p:txBody>
      </p:sp>
      <p:pic>
        <p:nvPicPr>
          <p:cNvPr id="2056" name="Picture 8">
            <a:extLst>
              <a:ext uri="{FF2B5EF4-FFF2-40B4-BE49-F238E27FC236}">
                <a16:creationId xmlns="" xmlns:a16="http://schemas.microsoft.com/office/drawing/2014/main" id="{C49B39F2-B4F0-8C62-04EA-2F57BF601B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94472" y="1688685"/>
            <a:ext cx="4500317" cy="25354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7" name="Rectangle 9">
            <a:extLst>
              <a:ext uri="{FF2B5EF4-FFF2-40B4-BE49-F238E27FC236}">
                <a16:creationId xmlns="" xmlns:a16="http://schemas.microsoft.com/office/drawing/2014/main" id="{177CB117-7ACD-B139-5737-349E427734AE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 bwMode="auto">
          <a:xfrm>
            <a:off x="608409" y="273240"/>
            <a:ext cx="10973594" cy="11437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>
                <a:sym typeface="Calibri" panose="020F0502020204030204" pitchFamily="34" charset="0"/>
              </a:rPr>
              <a:t>마스터 제목 스타일 편집</a:t>
            </a:r>
          </a:p>
        </p:txBody>
      </p:sp>
      <p:sp>
        <p:nvSpPr>
          <p:cNvPr id="2058" name="Rectangle 10">
            <a:extLst>
              <a:ext uri="{FF2B5EF4-FFF2-40B4-BE49-F238E27FC236}">
                <a16:creationId xmlns="" xmlns:a16="http://schemas.microsoft.com/office/drawing/2014/main" id="{94ECE46E-4976-294C-DCC9-56FDD9833CC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08409" y="1599724"/>
            <a:ext cx="5385131" cy="219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59" name="Rectangle 11">
            <a:extLst>
              <a:ext uri="{FF2B5EF4-FFF2-40B4-BE49-F238E27FC236}">
                <a16:creationId xmlns="" xmlns:a16="http://schemas.microsoft.com/office/drawing/2014/main" id="{5C5D9B19-6509-C2CA-89C4-AD117DAD12C8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196873" y="1599724"/>
            <a:ext cx="5385131" cy="219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0" name="Rectangle 12">
            <a:extLst>
              <a:ext uri="{FF2B5EF4-FFF2-40B4-BE49-F238E27FC236}">
                <a16:creationId xmlns="" xmlns:a16="http://schemas.microsoft.com/office/drawing/2014/main" id="{54D9330A-64FB-2915-ED72-0BCFF0DD70EA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06820" y="3984217"/>
            <a:ext cx="5385131" cy="21954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1" name="Rectangle 13">
            <a:extLst>
              <a:ext uri="{FF2B5EF4-FFF2-40B4-BE49-F238E27FC236}">
                <a16:creationId xmlns="" xmlns:a16="http://schemas.microsoft.com/office/drawing/2014/main" id="{61F98E27-46FE-6344-3655-160E078A86B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195283" y="3984217"/>
            <a:ext cx="5385131" cy="21954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2" name="Rectangle 14">
            <a:extLst>
              <a:ext uri="{FF2B5EF4-FFF2-40B4-BE49-F238E27FC236}">
                <a16:creationId xmlns="" xmlns:a16="http://schemas.microsoft.com/office/drawing/2014/main" id="{00B43360-9002-164A-F3C6-781E213D665F}"/>
              </a:ext>
            </a:extLst>
          </p:cNvPr>
          <p:cNvSpPr>
            <a:spLocks noGrp="1" noChangeArrowheads="1"/>
          </p:cNvSpPr>
          <p:nvPr>
            <p:ph type="dt" sz="half" idx="4294967295"/>
          </p:nvPr>
        </p:nvSpPr>
        <p:spPr bwMode="auto">
          <a:xfrm>
            <a:off x="608409" y="6356002"/>
            <a:ext cx="2845064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2063" name="Rectangle 15">
            <a:extLst>
              <a:ext uri="{FF2B5EF4-FFF2-40B4-BE49-F238E27FC236}">
                <a16:creationId xmlns="" xmlns:a16="http://schemas.microsoft.com/office/drawing/2014/main" id="{CBCEF685-BCA5-236B-5C95-7362F4A18E09}"/>
              </a:ext>
            </a:extLst>
          </p:cNvPr>
          <p:cNvSpPr>
            <a:spLocks noGrp="1" noChangeArrowheads="1"/>
          </p:cNvSpPr>
          <p:nvPr>
            <p:ph type="ftr" sz="quarter" idx="4294967295"/>
          </p:nvPr>
        </p:nvSpPr>
        <p:spPr bwMode="auto">
          <a:xfrm>
            <a:off x="4165137" y="6356002"/>
            <a:ext cx="3861727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2064" name="Rectangle 16">
            <a:extLst>
              <a:ext uri="{FF2B5EF4-FFF2-40B4-BE49-F238E27FC236}">
                <a16:creationId xmlns="" xmlns:a16="http://schemas.microsoft.com/office/drawing/2014/main" id="{0B33B43C-2695-E705-B601-2C22DA2E2EA0}"/>
              </a:ext>
            </a:extLst>
          </p:cNvPr>
          <p:cNvSpPr>
            <a:spLocks noGrp="1" noChangeArrowheads="1"/>
          </p:cNvSpPr>
          <p:nvPr>
            <p:ph type="sldNum" sz="quarter" idx="4294967295"/>
          </p:nvPr>
        </p:nvSpPr>
        <p:spPr bwMode="auto">
          <a:xfrm>
            <a:off x="8736938" y="6356002"/>
            <a:ext cx="2845065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fld id="{E3279B45-B293-4B0A-AE23-BF94EF1E258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4515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  <p:sldLayoutId id="2147483659" r:id="rId3"/>
    <p:sldLayoutId id="2147483660" r:id="rId4"/>
    <p:sldLayoutId id="2147483661" r:id="rId5"/>
    <p:sldLayoutId id="2147483662" r:id="rId6"/>
    <p:sldLayoutId id="2147483663" r:id="rId7"/>
    <p:sldLayoutId id="2147483664" r:id="rId8"/>
    <p:sldLayoutId id="2147483665" r:id="rId9"/>
    <p:sldLayoutId id="2147483666" r:id="rId10"/>
    <p:sldLayoutId id="2147483667" r:id="rId11"/>
    <p:sldLayoutId id="2147483668" r:id="rId12"/>
  </p:sldLayoutIdLst>
  <p:txStyles>
    <p:titleStyle>
      <a:lvl1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 kern="1200">
          <a:solidFill>
            <a:schemeClr val="tx2"/>
          </a:solidFill>
          <a:latin typeface="+mj-lt"/>
          <a:ea typeface="+mj-ea"/>
          <a:cs typeface="+mj-cs"/>
          <a:sym typeface="Calibri" panose="020F0502020204030204" pitchFamily="34" charset="0"/>
        </a:defRPr>
      </a:lvl1pPr>
      <a:lvl2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2pPr>
      <a:lvl3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3pPr>
      <a:lvl4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4pPr>
      <a:lvl5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5pPr>
      <a:lvl6pPr marL="45752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6pPr>
      <a:lvl7pPr marL="91504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7pPr>
      <a:lvl8pPr marL="137256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8pPr>
      <a:lvl9pPr marL="183008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9pPr>
    </p:titleStyle>
    <p:bodyStyle>
      <a:lvl1pPr marL="343140" indent="-343140" algn="l" rtl="0" fontAlgn="base" latinLnBrk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Arial" panose="020B0604020202020204" pitchFamily="34" charset="0"/>
        <a:buChar char="•"/>
        <a:defRPr sz="32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1pPr>
      <a:lvl2pPr marL="743470" indent="-28595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–"/>
        <a:defRPr sz="28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2pPr>
      <a:lvl3pPr marL="114380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Calibri" panose="020F0502020204030204" pitchFamily="34" charset="0"/>
        <a:buChar char="•"/>
        <a:defRPr sz="24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3pPr>
      <a:lvl4pPr marL="160132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–"/>
        <a:defRPr sz="2001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4pPr>
      <a:lvl5pPr marL="205884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»"/>
        <a:defRPr sz="2001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5pPr>
      <a:lvl6pPr marL="251636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388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3140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892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52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504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256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3008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760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512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264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6016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8.jpe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6" name="Rectangle 4">
            <a:extLst>
              <a:ext uri="{FF2B5EF4-FFF2-40B4-BE49-F238E27FC236}">
                <a16:creationId xmlns="" xmlns:a16="http://schemas.microsoft.com/office/drawing/2014/main" id="{DB1A1CBF-78F6-04CE-032B-84F018621A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9846" y="3028834"/>
            <a:ext cx="8902146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defTabSz="393976" fontAlgn="base">
              <a:spcBef>
                <a:spcPct val="0"/>
              </a:spcBef>
              <a:spcAft>
                <a:spcPct val="0"/>
              </a:spcAft>
            </a:pPr>
            <a:r>
              <a:rPr lang="ko-KR" altLang="en-US" sz="3200" b="1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동물도 감정이 있어요</a:t>
            </a:r>
            <a:r>
              <a:rPr lang="en-US" altLang="ko-KR" sz="3200" b="1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!</a:t>
            </a:r>
          </a:p>
          <a:p>
            <a:pPr defTabSz="393976" fontAlgn="base">
              <a:spcBef>
                <a:spcPct val="0"/>
              </a:spcBef>
              <a:spcAft>
                <a:spcPct val="0"/>
              </a:spcAft>
            </a:pPr>
            <a:r>
              <a:rPr lang="ko-KR" altLang="en-US" sz="2800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슬픈 동물은 어떤 얼굴일까요</a:t>
            </a:r>
            <a:r>
              <a:rPr lang="en-US" altLang="ko-KR" sz="2800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?</a:t>
            </a:r>
            <a:endParaRPr lang="en-US" altLang="ko-KR" sz="2800" dirty="0">
              <a:solidFill>
                <a:srgbClr val="F6877E"/>
              </a:solidFill>
              <a:latin typeface="에스코어 드림 8 Heavy" panose="020B0903030302020204" pitchFamily="34" charset="-127"/>
              <a:ea typeface="에스코어 드림 8 Heavy" panose="020B0903030302020204" pitchFamily="34" charset="-127"/>
            </a:endParaRPr>
          </a:p>
        </p:txBody>
      </p:sp>
      <p:sp>
        <p:nvSpPr>
          <p:cNvPr id="8197" name="AutoShape 5">
            <a:extLst>
              <a:ext uri="{FF2B5EF4-FFF2-40B4-BE49-F238E27FC236}">
                <a16:creationId xmlns="" xmlns:a16="http://schemas.microsoft.com/office/drawing/2014/main" id="{D30265AA-F044-ED79-BF49-9BCB13CB07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4114452"/>
            <a:ext cx="11332603" cy="101666"/>
          </a:xfrm>
          <a:prstGeom prst="roundRect">
            <a:avLst>
              <a:gd name="adj" fmla="val 49995"/>
            </a:avLst>
          </a:pr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defTabSz="915040" fontAlgn="base" latinLnBrk="1">
              <a:spcBef>
                <a:spcPct val="30000"/>
              </a:spcBef>
              <a:spcAft>
                <a:spcPct val="0"/>
              </a:spcAft>
            </a:pPr>
            <a:endParaRPr kumimoji="1" lang="ko-KR" altLang="en-US" sz="1201">
              <a:solidFill>
                <a:srgbClr val="000000"/>
              </a:solidFill>
              <a:latin typeface="Calibri" panose="020F0502020204030204" pitchFamily="34" charset="0"/>
              <a:ea typeface="굴림" panose="020B0600000101010101" pitchFamily="50" charset="-127"/>
              <a:cs typeface="Calibri" panose="020F0502020204030204" pitchFamily="34" charset="0"/>
            </a:endParaRPr>
          </a:p>
        </p:txBody>
      </p:sp>
      <p:sp>
        <p:nvSpPr>
          <p:cNvPr id="8198" name="Rectangle 6">
            <a:extLst>
              <a:ext uri="{FF2B5EF4-FFF2-40B4-BE49-F238E27FC236}">
                <a16:creationId xmlns="" xmlns:a16="http://schemas.microsoft.com/office/drawing/2014/main" id="{FF65134C-B580-CD8E-1141-8D95263840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575198"/>
            <a:ext cx="3555140" cy="5480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21999" tIns="61000" rIns="121999" bIns="61000" anchor="b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defTabSz="393976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ko-KR" altLang="en-US" sz="2602" dirty="0">
                <a:solidFill>
                  <a:srgbClr val="FFFFFF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초등 미술</a:t>
            </a:r>
          </a:p>
        </p:txBody>
      </p:sp>
      <p:pic>
        <p:nvPicPr>
          <p:cNvPr id="8199" name="Picture 7" descr="이미지">
            <a:extLst>
              <a:ext uri="{FF2B5EF4-FFF2-40B4-BE49-F238E27FC236}">
                <a16:creationId xmlns="" xmlns:a16="http://schemas.microsoft.com/office/drawing/2014/main" id="{255EE14A-AD27-01D3-95C7-BE84703BE0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3256" y="1639516"/>
            <a:ext cx="2068272" cy="13852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200" name="Rectangle 8">
            <a:extLst>
              <a:ext uri="{FF2B5EF4-FFF2-40B4-BE49-F238E27FC236}">
                <a16:creationId xmlns="" xmlns:a16="http://schemas.microsoft.com/office/drawing/2014/main" id="{4AA4FEAA-717A-5DDD-146C-2C87F83215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4976" y="2017587"/>
            <a:ext cx="2543244" cy="6417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21979" tIns="60973" rIns="121979" bIns="60973"/>
          <a:lstStyle>
            <a:lvl1pPr marL="225425" indent="-225425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marL="225583" indent="-225583" algn="ctr" defTabSz="393976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ko-KR" sz="3703" dirty="0" smtClean="0">
                <a:solidFill>
                  <a:srgbClr val="FFFFFF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16</a:t>
            </a:r>
            <a:r>
              <a:rPr lang="ko-KR" altLang="en-US" sz="3703" dirty="0" err="1" smtClean="0">
                <a:solidFill>
                  <a:srgbClr val="FFFFFF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ko-KR" altLang="en-US" sz="3703" dirty="0">
              <a:solidFill>
                <a:srgbClr val="FFFFFF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4" y="836713"/>
            <a:ext cx="4772171" cy="1209013"/>
            <a:chOff x="2699791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1" y="815456"/>
              <a:ext cx="3579128" cy="53091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40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‘</a:t>
              </a:r>
              <a:r>
                <a:rPr lang="ko-KR" altLang="en-US" sz="4000" spc="-200" dirty="0" err="1" smtClean="0">
                  <a:solidFill>
                    <a:schemeClr val="bg1"/>
                  </a:solidFill>
                  <a:latin typeface="+mj-ea"/>
                  <a:ea typeface="+mj-ea"/>
                </a:rPr>
                <a:t>몽이</a:t>
              </a:r>
              <a:r>
                <a:rPr lang="en-US" altLang="ko-KR" sz="40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’ </a:t>
              </a:r>
              <a:r>
                <a:rPr lang="ko-KR" altLang="en-US" sz="40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이야기</a:t>
              </a:r>
              <a:endParaRPr lang="ko-KR" altLang="en-US" sz="4000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2451735" y="2497455"/>
            <a:ext cx="7243370" cy="2282190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여러분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혹시 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[</a:t>
            </a: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유기견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]</a:t>
            </a: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이라는 말을 들어본 적 있나요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?</a:t>
            </a:r>
          </a:p>
          <a:p>
            <a:pPr lvl="0" algn="ctr">
              <a:defRPr/>
            </a:pP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[</a:t>
            </a: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유기견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]</a:t>
            </a: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은 주인이 돌보지 않고 내다버린 개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(</a:t>
            </a: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강아지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)</a:t>
            </a: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를 말해요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태어나서 얼마 되지 않아 주인한테 버림받은 강아지 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‘</a:t>
            </a: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몽이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’</a:t>
            </a: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는</a:t>
            </a:r>
          </a:p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유기견 보호센터에서 지내다가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</a:t>
            </a: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생후 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2</a:t>
            </a: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개월쯤 되어</a:t>
            </a:r>
          </a:p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새 주인을 만나 건강하게 자라고 있답니다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여러분도 몽이를 만나러 가볼까요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?</a:t>
            </a:r>
            <a:endParaRPr lang="ko-KR" altLang="en-US" sz="2400" spc="-147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4" y="836713"/>
            <a:ext cx="4772171" cy="1209013"/>
            <a:chOff x="2699791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1" y="815456"/>
              <a:ext cx="3579128" cy="53091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40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‘</a:t>
              </a:r>
              <a:r>
                <a:rPr lang="ko-KR" altLang="en-US" sz="4000" spc="-200" dirty="0" err="1" smtClean="0">
                  <a:solidFill>
                    <a:schemeClr val="bg1"/>
                  </a:solidFill>
                  <a:latin typeface="+mj-ea"/>
                  <a:ea typeface="+mj-ea"/>
                </a:rPr>
                <a:t>몽이</a:t>
              </a:r>
              <a:r>
                <a:rPr lang="en-US" altLang="ko-KR" sz="40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’ </a:t>
              </a:r>
              <a:r>
                <a:rPr lang="ko-KR" altLang="en-US" sz="40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이야기</a:t>
              </a:r>
              <a:endParaRPr lang="ko-KR" altLang="en-US" sz="4000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138" b="26945"/>
          <a:stretch/>
        </p:blipFill>
        <p:spPr>
          <a:xfrm>
            <a:off x="3389433" y="2125104"/>
            <a:ext cx="3183042" cy="356029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3" name="타원형 설명선 2"/>
          <p:cNvSpPr/>
          <p:nvPr/>
        </p:nvSpPr>
        <p:spPr>
          <a:xfrm>
            <a:off x="6684857" y="2125104"/>
            <a:ext cx="3506893" cy="1981200"/>
          </a:xfrm>
          <a:prstGeom prst="wedgeEllipseCallout">
            <a:avLst>
              <a:gd name="adj1" fmla="val -50783"/>
              <a:gd name="adj2" fmla="val 34615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안녕하세요</a:t>
            </a:r>
            <a:r>
              <a:rPr lang="en-US" altLang="ko-KR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! </a:t>
            </a:r>
          </a:p>
          <a:p>
            <a:pPr algn="ctr"/>
            <a:r>
              <a:rPr lang="ko-KR" altLang="en-US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제 이름은</a:t>
            </a:r>
            <a:r>
              <a:rPr lang="en-US" altLang="ko-KR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……</a:t>
            </a:r>
          </a:p>
          <a:p>
            <a:pPr algn="ctr"/>
            <a:r>
              <a:rPr lang="ko-KR" altLang="en-US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저는 주인에게 버림받고 </a:t>
            </a:r>
            <a:r>
              <a:rPr lang="ko-KR" altLang="en-US" dirty="0" err="1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유기견</a:t>
            </a:r>
            <a:r>
              <a:rPr lang="ko-KR" altLang="en-US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 보호센터에서 지내고 있었어요</a:t>
            </a:r>
            <a:r>
              <a:rPr lang="en-US" altLang="ko-KR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.</a:t>
            </a:r>
            <a:endParaRPr lang="en-US" altLang="ko-KR" dirty="0" smtClean="0"/>
          </a:p>
        </p:txBody>
      </p:sp>
    </p:spTree>
    <p:extLst>
      <p:ext uri="{BB962C8B-B14F-4D97-AF65-F5344CB8AC3E}">
        <p14:creationId xmlns:p14="http://schemas.microsoft.com/office/powerpoint/2010/main" val="4949997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4" y="836713"/>
            <a:ext cx="4772171" cy="1209013"/>
            <a:chOff x="2699791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1" y="815456"/>
              <a:ext cx="3579128" cy="53091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40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‘</a:t>
              </a:r>
              <a:r>
                <a:rPr lang="ko-KR" altLang="en-US" sz="4000" spc="-200" dirty="0" err="1" smtClean="0">
                  <a:solidFill>
                    <a:schemeClr val="bg1"/>
                  </a:solidFill>
                  <a:latin typeface="+mj-ea"/>
                  <a:ea typeface="+mj-ea"/>
                </a:rPr>
                <a:t>몽이</a:t>
              </a:r>
              <a:r>
                <a:rPr lang="en-US" altLang="ko-KR" sz="40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’ </a:t>
              </a:r>
              <a:r>
                <a:rPr lang="ko-KR" altLang="en-US" sz="40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이야기</a:t>
              </a:r>
              <a:endParaRPr lang="ko-KR" altLang="en-US" sz="4000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3" name="타원형 설명선 2"/>
          <p:cNvSpPr/>
          <p:nvPr/>
        </p:nvSpPr>
        <p:spPr>
          <a:xfrm>
            <a:off x="638176" y="1628775"/>
            <a:ext cx="3961370" cy="2447925"/>
          </a:xfrm>
          <a:prstGeom prst="wedgeEllipseCallout">
            <a:avLst>
              <a:gd name="adj1" fmla="val 45597"/>
              <a:gd name="adj2" fmla="val 34651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어느 날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,</a:t>
            </a:r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 </a:t>
            </a:r>
            <a:r>
              <a:rPr lang="ko-KR" altLang="en-US" sz="1600" dirty="0" err="1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유기견</a:t>
            </a:r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 보호센터에서 가끔씩 봉사하러 오시던 마음씨 착한 아주머니가 저를 입양해서 집으로 데려오셨어요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.</a:t>
            </a:r>
          </a:p>
          <a:p>
            <a:pPr algn="ctr"/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아직은 많이 낯설고 어색해요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.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89871" y="2045726"/>
            <a:ext cx="1849050" cy="32872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1573" y="2045726"/>
            <a:ext cx="3488298" cy="3488298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624218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4" y="836713"/>
            <a:ext cx="4772171" cy="1209013"/>
            <a:chOff x="2699791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1" y="815456"/>
              <a:ext cx="3579128" cy="53091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40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‘</a:t>
              </a:r>
              <a:r>
                <a:rPr lang="ko-KR" altLang="en-US" sz="4000" spc="-200" dirty="0" err="1" smtClean="0">
                  <a:solidFill>
                    <a:schemeClr val="bg1"/>
                  </a:solidFill>
                  <a:latin typeface="+mj-ea"/>
                  <a:ea typeface="+mj-ea"/>
                </a:rPr>
                <a:t>몽이</a:t>
              </a:r>
              <a:r>
                <a:rPr lang="en-US" altLang="ko-KR" sz="40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’ </a:t>
              </a:r>
              <a:r>
                <a:rPr lang="ko-KR" altLang="en-US" sz="40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이야기</a:t>
              </a:r>
              <a:endParaRPr lang="ko-KR" altLang="en-US" sz="4000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3" name="타원형 설명선 2"/>
          <p:cNvSpPr/>
          <p:nvPr/>
        </p:nvSpPr>
        <p:spPr>
          <a:xfrm>
            <a:off x="7461475" y="1647825"/>
            <a:ext cx="4073299" cy="2381250"/>
          </a:xfrm>
          <a:prstGeom prst="wedgeEllipseCallout">
            <a:avLst>
              <a:gd name="adj1" fmla="val -45068"/>
              <a:gd name="adj2" fmla="val 44874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이제 저도 이름이 생겼어요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!</a:t>
            </a:r>
          </a:p>
          <a:p>
            <a:pPr algn="ctr"/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주인 아주머니께서 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‘</a:t>
            </a:r>
            <a:r>
              <a:rPr lang="ko-KR" altLang="en-US" sz="1600" dirty="0" err="1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몽쉘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’</a:t>
            </a:r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이라고 지었다가 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“</a:t>
            </a:r>
            <a:r>
              <a:rPr lang="ko-KR" altLang="en-US" sz="1600" dirty="0" err="1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몽이야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! </a:t>
            </a:r>
            <a:r>
              <a:rPr lang="ko-KR" altLang="en-US" sz="1600" dirty="0" err="1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몽이야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!”</a:t>
            </a:r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하고 부르시면서</a:t>
            </a:r>
            <a:r>
              <a:rPr lang="en-US" altLang="ko-KR" sz="1600" dirty="0">
                <a:solidFill>
                  <a:schemeClr val="accent6">
                    <a:lumMod val="50000"/>
                  </a:schemeClr>
                </a:solidFill>
                <a:latin typeface="+mj-lt"/>
              </a:rPr>
              <a:t> 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‘</a:t>
            </a:r>
            <a:r>
              <a:rPr lang="ko-KR" altLang="en-US" sz="1600" dirty="0" err="1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몽이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’</a:t>
            </a:r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가 되었어요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.</a:t>
            </a:r>
            <a:endParaRPr lang="en-US" altLang="ko-KR" sz="1600" dirty="0"/>
          </a:p>
          <a:p>
            <a:pPr algn="ctr"/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새 이름이 정말 마음에 들어요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!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87" t="12036" r="13125" b="8750"/>
          <a:stretch/>
        </p:blipFill>
        <p:spPr>
          <a:xfrm rot="5400000">
            <a:off x="4287576" y="2511814"/>
            <a:ext cx="3579974" cy="282497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1578337" y="2575276"/>
            <a:ext cx="3527702" cy="26457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0740011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4" y="836713"/>
            <a:ext cx="4772171" cy="1209013"/>
            <a:chOff x="2699791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1" y="815456"/>
              <a:ext cx="3579128" cy="53091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40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‘</a:t>
              </a:r>
              <a:r>
                <a:rPr lang="ko-KR" altLang="en-US" sz="4000" spc="-200" dirty="0" err="1" smtClean="0">
                  <a:solidFill>
                    <a:schemeClr val="bg1"/>
                  </a:solidFill>
                  <a:latin typeface="+mj-ea"/>
                  <a:ea typeface="+mj-ea"/>
                </a:rPr>
                <a:t>몽이</a:t>
              </a:r>
              <a:r>
                <a:rPr lang="en-US" altLang="ko-KR" sz="40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’ </a:t>
              </a:r>
              <a:r>
                <a:rPr lang="ko-KR" altLang="en-US" sz="40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이야기</a:t>
              </a:r>
              <a:endParaRPr lang="ko-KR" altLang="en-US" sz="4000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3" name="타원형 설명선 2"/>
          <p:cNvSpPr/>
          <p:nvPr/>
        </p:nvSpPr>
        <p:spPr>
          <a:xfrm>
            <a:off x="571499" y="1552574"/>
            <a:ext cx="3227945" cy="1598713"/>
          </a:xfrm>
          <a:prstGeom prst="wedgeEllipseCallout">
            <a:avLst>
              <a:gd name="adj1" fmla="val 27435"/>
              <a:gd name="adj2" fmla="val 58654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집이 정말 편안해요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.</a:t>
            </a:r>
          </a:p>
          <a:p>
            <a:pPr algn="ctr"/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 </a:t>
            </a:r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침대에 누우면 </a:t>
            </a:r>
            <a:endParaRPr lang="en-US" altLang="ko-KR" sz="1600" dirty="0" smtClean="0">
              <a:solidFill>
                <a:schemeClr val="accent6">
                  <a:lumMod val="50000"/>
                </a:schemeClr>
              </a:solidFill>
              <a:latin typeface="+mj-lt"/>
            </a:endParaRPr>
          </a:p>
          <a:p>
            <a:pPr algn="ctr"/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잠이 솔솔 온다니까요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!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937" t="38113" r="23484" b="20403"/>
          <a:stretch/>
        </p:blipFill>
        <p:spPr>
          <a:xfrm>
            <a:off x="2190014" y="2908069"/>
            <a:ext cx="4242761" cy="2559281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6123340" y="2652356"/>
            <a:ext cx="3593074" cy="269480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3" name="타원형 설명선 12"/>
          <p:cNvSpPr/>
          <p:nvPr/>
        </p:nvSpPr>
        <p:spPr>
          <a:xfrm>
            <a:off x="8258175" y="666750"/>
            <a:ext cx="3829051" cy="1943100"/>
          </a:xfrm>
          <a:prstGeom prst="wedgeEllipseCallout">
            <a:avLst>
              <a:gd name="adj1" fmla="val -28292"/>
              <a:gd name="adj2" fmla="val 55675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바깥 나들이도 가고 산책도 매일매일 해요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.</a:t>
            </a:r>
          </a:p>
          <a:p>
            <a:pPr algn="ctr"/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주인 아주머니와 계속 이렇게</a:t>
            </a:r>
            <a:endParaRPr lang="en-US" altLang="ko-KR" sz="1600" dirty="0" smtClean="0">
              <a:solidFill>
                <a:schemeClr val="accent6">
                  <a:lumMod val="50000"/>
                </a:schemeClr>
              </a:solidFill>
              <a:latin typeface="+mj-lt"/>
            </a:endParaRPr>
          </a:p>
          <a:p>
            <a:pPr algn="ctr"/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행복하게 살고 싶어요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!</a:t>
            </a:r>
            <a:endParaRPr lang="en-US" altLang="ko-KR" sz="1600" dirty="0" smtClean="0"/>
          </a:p>
        </p:txBody>
      </p:sp>
    </p:spTree>
    <p:extLst>
      <p:ext uri="{BB962C8B-B14F-4D97-AF65-F5344CB8AC3E}">
        <p14:creationId xmlns:p14="http://schemas.microsoft.com/office/powerpoint/2010/main" val="471633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4" y="836713"/>
            <a:ext cx="4772171" cy="1209013"/>
            <a:chOff x="2699791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1" y="815456"/>
              <a:ext cx="3579128" cy="53091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40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‘</a:t>
              </a:r>
              <a:r>
                <a:rPr lang="ko-KR" altLang="en-US" sz="4000" spc="-200" dirty="0" err="1" smtClean="0">
                  <a:solidFill>
                    <a:schemeClr val="bg1"/>
                  </a:solidFill>
                  <a:latin typeface="+mj-ea"/>
                  <a:ea typeface="+mj-ea"/>
                </a:rPr>
                <a:t>몽이</a:t>
              </a:r>
              <a:r>
                <a:rPr lang="en-US" altLang="ko-KR" sz="40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’ </a:t>
              </a:r>
              <a:r>
                <a:rPr lang="ko-KR" altLang="en-US" sz="40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이야기</a:t>
              </a:r>
              <a:endParaRPr lang="ko-KR" altLang="en-US" sz="4000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26912" y="2145982"/>
            <a:ext cx="2541033" cy="338804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2" name="타원형 설명선 11"/>
          <p:cNvSpPr/>
          <p:nvPr/>
        </p:nvSpPr>
        <p:spPr>
          <a:xfrm>
            <a:off x="5967968" y="2045726"/>
            <a:ext cx="4147582" cy="2186111"/>
          </a:xfrm>
          <a:prstGeom prst="wedgeEllipseCallout">
            <a:avLst>
              <a:gd name="adj1" fmla="val -53522"/>
              <a:gd name="adj2" fmla="val 32561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지금 제 기분이 어떤지 맞춰볼래요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?</a:t>
            </a:r>
          </a:p>
          <a:p>
            <a:pPr algn="ctr"/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제 얼굴이 항상 똑같아 보인다고요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? </a:t>
            </a:r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그렇지 않아요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. </a:t>
            </a:r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저도 다양한 감정을 느낀답니다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.</a:t>
            </a:r>
          </a:p>
          <a:p>
            <a:pPr algn="ctr"/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제 얼굴을 보고 어떤 기</a:t>
            </a:r>
            <a:r>
              <a:rPr lang="ko-KR" altLang="en-US" sz="1600" dirty="0">
                <a:solidFill>
                  <a:schemeClr val="accent6">
                    <a:lumMod val="50000"/>
                  </a:schemeClr>
                </a:solidFill>
                <a:latin typeface="+mj-lt"/>
              </a:rPr>
              <a:t>분</a:t>
            </a:r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인지 퀴즈로 풀어볼까요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949997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1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47" t="13056" r="65902" b="46111"/>
          <a:stretch/>
        </p:blipFill>
        <p:spPr>
          <a:xfrm>
            <a:off x="3373386" y="2371725"/>
            <a:ext cx="2310088" cy="2800350"/>
          </a:xfrm>
          <a:prstGeom prst="rect">
            <a:avLst/>
          </a:prstGeom>
        </p:spPr>
      </p:pic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628" t="54167" r="2082" b="4445"/>
          <a:stretch/>
        </p:blipFill>
        <p:spPr>
          <a:xfrm>
            <a:off x="6287981" y="2371725"/>
            <a:ext cx="2371725" cy="283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32794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97" t="12201" r="66071" b="46111"/>
          <a:stretch/>
        </p:blipFill>
        <p:spPr>
          <a:xfrm>
            <a:off x="4890318" y="2427388"/>
            <a:ext cx="2286663" cy="2858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32794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2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130" t="13056" r="33922" b="46111"/>
          <a:stretch/>
        </p:blipFill>
        <p:spPr>
          <a:xfrm>
            <a:off x="3389891" y="2257424"/>
            <a:ext cx="2578077" cy="3076575"/>
          </a:xfrm>
          <a:prstGeom prst="rect">
            <a:avLst/>
          </a:prstGeom>
        </p:spPr>
      </p:pic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628" t="54167" r="2082" b="4445"/>
          <a:stretch/>
        </p:blipFill>
        <p:spPr>
          <a:xfrm>
            <a:off x="6176127" y="2257424"/>
            <a:ext cx="2570695" cy="3076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42745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929" t="12201" r="34044" b="46111"/>
          <a:stretch/>
        </p:blipFill>
        <p:spPr>
          <a:xfrm>
            <a:off x="4818842" y="2322613"/>
            <a:ext cx="2657989" cy="3230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16897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3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590" t="13056" r="1973" b="46111"/>
          <a:stretch/>
        </p:blipFill>
        <p:spPr>
          <a:xfrm>
            <a:off x="3236999" y="2238372"/>
            <a:ext cx="2730969" cy="3209925"/>
          </a:xfrm>
          <a:prstGeom prst="rect">
            <a:avLst/>
          </a:prstGeom>
        </p:spPr>
      </p:pic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628" t="54167" r="2082" b="4445"/>
          <a:stretch/>
        </p:blipFill>
        <p:spPr>
          <a:xfrm>
            <a:off x="6110361" y="2238371"/>
            <a:ext cx="2682119" cy="3209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42745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533" t="12201" r="2018" b="46111"/>
          <a:stretch/>
        </p:blipFill>
        <p:spPr>
          <a:xfrm>
            <a:off x="4656025" y="2227361"/>
            <a:ext cx="2879950" cy="3454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16897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1869897" y="2887356"/>
            <a:ext cx="8794678" cy="1338828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동물의 </a:t>
            </a:r>
            <a:r>
              <a:rPr lang="en-US" altLang="ko-KR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[         ]</a:t>
            </a:r>
            <a:r>
              <a:rPr lang="ko-KR" altLang="en-US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을 추측하고 슬픔을 느끼는 상황을 상상하여 그림으로 표현할 수 있으며</a:t>
            </a:r>
            <a:r>
              <a:rPr lang="en-US" altLang="ko-KR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[             ] </a:t>
            </a:r>
            <a:r>
              <a:rPr lang="ko-KR" altLang="en-US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발생 예방을 위해 할 수 있는 일을 서술할 수 있다</a:t>
            </a:r>
            <a:r>
              <a:rPr lang="en-US" altLang="ko-KR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689209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1869897" y="2887356"/>
            <a:ext cx="8794678" cy="1338828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동물의 </a:t>
            </a:r>
            <a:r>
              <a:rPr lang="en-US" altLang="ko-KR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[ </a:t>
            </a:r>
            <a:r>
              <a:rPr lang="ko-KR" altLang="en-US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감정</a:t>
            </a:r>
            <a:r>
              <a:rPr lang="en-US" altLang="ko-KR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]</a:t>
            </a:r>
            <a:r>
              <a:rPr lang="ko-KR" altLang="en-US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을 추측하고 슬픔을 느끼는 상황을 상상하여 그림으로 표현할 수 있으며</a:t>
            </a:r>
            <a:r>
              <a:rPr lang="en-US" altLang="ko-KR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[ </a:t>
            </a:r>
            <a:r>
              <a:rPr lang="ko-KR" altLang="en-US" sz="2700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유기견</a:t>
            </a:r>
            <a:r>
              <a:rPr lang="en-US" altLang="ko-KR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 ] </a:t>
            </a:r>
            <a:r>
              <a:rPr lang="ko-KR" altLang="en-US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발생 예방을 위해 할 수 있는 일을 서술할 수 있다</a:t>
            </a:r>
            <a:r>
              <a:rPr lang="en-US" altLang="ko-KR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9571930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16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1. &lt;1025: 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사람과 사람 없이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&gt; 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감상하기</a:t>
            </a:r>
            <a:endParaRPr lang="ko-KR" altLang="en-US" sz="3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영상 시청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7178321" y="2649456"/>
            <a:ext cx="4762688" cy="2246769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r>
              <a:rPr lang="en-US" altLang="ko-KR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1939</a:t>
            </a:r>
            <a:r>
              <a:rPr lang="ko-KR" altLang="en-US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년 한국에서 태어난 윤석남 작가는 제</a:t>
            </a:r>
            <a:r>
              <a:rPr lang="en-US" altLang="ko-KR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6</a:t>
            </a:r>
            <a:r>
              <a:rPr lang="ko-KR" altLang="en-US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회 안양공공예술프로젝트에 </a:t>
            </a:r>
            <a:r>
              <a:rPr lang="en-US" altLang="ko-KR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&lt;1025: </a:t>
            </a:r>
            <a:r>
              <a:rPr lang="ko-KR" altLang="en-US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사람과 사람 없이</a:t>
            </a:r>
            <a:r>
              <a:rPr lang="en-US" altLang="ko-KR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&gt;</a:t>
            </a:r>
            <a:r>
              <a:rPr lang="ko-KR" altLang="en-US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라는 작품을 출품했어요</a:t>
            </a:r>
            <a:r>
              <a:rPr lang="en-US" altLang="ko-KR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. </a:t>
            </a:r>
          </a:p>
          <a:p>
            <a:r>
              <a:rPr lang="ko-KR" altLang="en-US" sz="2000" b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지금 이 작품을 영상으로 자세히 살펴보고</a:t>
            </a:r>
            <a:r>
              <a:rPr lang="en-US" altLang="ko-KR" sz="2000" b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, </a:t>
            </a:r>
          </a:p>
          <a:p>
            <a:r>
              <a:rPr lang="ko-KR" altLang="en-US" sz="2000" b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작가가 어떤 주제로 이 작품을 만들었는지 함께 알아봅시다</a:t>
            </a:r>
            <a:r>
              <a:rPr lang="en-US" altLang="ko-KR" sz="2000" b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.</a:t>
            </a:r>
            <a:endParaRPr lang="ko-KR" altLang="en-US" sz="2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266" y="1873110"/>
            <a:ext cx="6274610" cy="4180459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직사각형 7"/>
          <p:cNvSpPr/>
          <p:nvPr/>
        </p:nvSpPr>
        <p:spPr>
          <a:xfrm>
            <a:off x="519761" y="6052369"/>
            <a:ext cx="2844550" cy="276999"/>
          </a:xfrm>
          <a:prstGeom prst="rect">
            <a:avLst/>
          </a:prstGeom>
        </p:spPr>
        <p:txBody>
          <a:bodyPr wrap="square" anchor="ctr" anchorCtr="0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ko-KR" altLang="en-US" sz="1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사진 출처</a:t>
            </a:r>
            <a:r>
              <a:rPr lang="en-US" altLang="ko-KR" sz="1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 </a:t>
            </a:r>
            <a:r>
              <a:rPr lang="ko-KR" altLang="en-US" sz="1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안양문화예술재단 제공</a:t>
            </a:r>
            <a:endParaRPr lang="en-US" altLang="ko-KR" sz="12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468317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17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ko-KR" altLang="en-US" sz="32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2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1. &lt;1025: </a:t>
            </a:r>
            <a:r>
              <a:rPr lang="ko-KR" altLang="en-US" sz="32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사람과 사람 없이</a:t>
            </a:r>
            <a:r>
              <a:rPr lang="en-US" altLang="ko-KR" sz="32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&gt;</a:t>
            </a:r>
            <a:r>
              <a:rPr lang="ko-KR" altLang="en-US" sz="32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에 대해 생각하기</a:t>
            </a:r>
            <a:endParaRPr lang="ko-KR" altLang="en-US" sz="32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영상 시청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310099" y="2127635"/>
            <a:ext cx="11315890" cy="2677656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영상을 보면서 들었던 내용이나 머릿속에 떠오른 생각을 나눠봅시다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</a:t>
            </a:r>
          </a:p>
          <a:p>
            <a:endParaRPr lang="en-US" altLang="ko-KR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</a:endParaRPr>
          </a:p>
          <a:p>
            <a:pPr marL="457200" indent="-457200">
              <a:buAutoNum type="arabicParenBoth"/>
            </a:pP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작가는 왜 </a:t>
            </a:r>
            <a:r>
              <a:rPr lang="ko-KR" altLang="en-US" sz="2800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유기견을</a:t>
            </a: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 나무에 그리고 마당에 설치했을까요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?</a:t>
            </a:r>
          </a:p>
          <a:p>
            <a:pPr marL="457200" indent="-457200">
              <a:buAutoNum type="arabicParenBoth"/>
            </a:pPr>
            <a:endParaRPr lang="en-US" altLang="ko-KR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</a:endParaRPr>
          </a:p>
          <a:p>
            <a:pPr marL="457200" indent="-457200">
              <a:buAutoNum type="arabicParenBoth"/>
            </a:pPr>
            <a:r>
              <a:rPr lang="ko-KR" altLang="en-US" sz="2800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유기견에</a:t>
            </a: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 대해 들어본 적이 있거나 직접 만난 경험이 있다면 얘기해볼까요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?</a:t>
            </a:r>
          </a:p>
          <a:p>
            <a:pPr marL="457200" indent="-457200">
              <a:buAutoNum type="arabicParenBoth"/>
            </a:pPr>
            <a:endParaRPr lang="ko-KR" altLang="en-US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2106099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CA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18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슬픈 동물의 표정을 상상하고 그리기</a:t>
            </a:r>
            <a:endParaRPr lang="ko-KR" altLang="en-US" sz="3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동물의 감정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1708325" y="2627225"/>
            <a:ext cx="9117399" cy="1200329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ctr">
              <a:defRPr/>
            </a:pP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동물은 어떤 상황에서 슬픔을 느끼고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그럴 때 어떤 표정을 지을까요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?</a:t>
            </a:r>
          </a:p>
          <a:p>
            <a:pPr lvl="0" algn="ctr">
              <a:defRPr/>
            </a:pPr>
            <a:r>
              <a:rPr lang="ko-KR" altLang="en-US" sz="2400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활동지에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동물이 처한 상황을 쓰고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</a:p>
          <a:p>
            <a:pPr lvl="0" algn="ctr">
              <a:defRPr/>
            </a:pP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그 상황에서 동물이 지을 수 있을 표정을 상상해서 그려보세요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0190116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19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슬픈 동물의 표정을 상상하고 그리기</a:t>
            </a:r>
            <a:endParaRPr lang="ko-KR" altLang="en-US" sz="3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동물의 감정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761" y="1290878"/>
            <a:ext cx="8938564" cy="5027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23773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20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슬픈 동물의 표정을 상상하고 그리기</a:t>
            </a:r>
            <a:endParaRPr lang="ko-KR" altLang="en-US" sz="3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동물의 감정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175" y="1276350"/>
            <a:ext cx="9124950" cy="5132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48621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21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평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가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: </a:t>
            </a:r>
            <a:r>
              <a:rPr lang="ko-KR" altLang="en-US" sz="3800" b="1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유기견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발생 예방 방법 쓰기</a:t>
            </a:r>
            <a:endParaRPr lang="ko-KR" altLang="en-US" sz="3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생각 쓰기</a:t>
            </a:r>
            <a:endParaRPr lang="en-US" altLang="ko-KR" sz="2400" spc="-147" dirty="0">
              <a:solidFill>
                <a:schemeClr val="bg1">
                  <a:alpha val="99000"/>
                </a:schemeClr>
              </a:solidFill>
              <a:latin typeface="Noto Sans KR Black"/>
              <a:ea typeface="Noto Sans KR Black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1015062" y="2805925"/>
            <a:ext cx="10305962" cy="156966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ctr">
              <a:defRPr/>
            </a:pPr>
            <a:r>
              <a:rPr lang="ko-KR" altLang="en-US" sz="2400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유기견을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포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함하여 다양한 반려동물이 버려지는 상황을 예방하기 위해서</a:t>
            </a:r>
            <a:endParaRPr lang="en-US" altLang="ko-KR" sz="24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ctr">
              <a:defRPr/>
            </a:pP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‘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나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’, ‘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지역사회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’, ‘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국가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’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에서 할 수 있는 일을 써 보세요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ctr">
              <a:defRPr/>
            </a:pPr>
            <a:endParaRPr lang="en-US" altLang="ko-KR" sz="24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ctr">
              <a:defRPr/>
            </a:pP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실제로 실천할 수 있는 방법을 구체적으로 적어주세요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820760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22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평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가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: </a:t>
            </a:r>
            <a:r>
              <a:rPr lang="ko-KR" altLang="en-US" sz="3800" b="1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유기견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발생 예방 방법 쓰기</a:t>
            </a:r>
            <a:endParaRPr lang="ko-KR" altLang="en-US" sz="3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평가지</a:t>
            </a:r>
            <a:endParaRPr lang="en-US" altLang="ko-KR" sz="2400" spc="-147" dirty="0">
              <a:solidFill>
                <a:schemeClr val="bg1">
                  <a:alpha val="99000"/>
                </a:schemeClr>
              </a:solidFill>
              <a:latin typeface="Noto Sans KR Black"/>
              <a:ea typeface="Noto Sans KR Black"/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500" y="1270595"/>
            <a:ext cx="9296400" cy="5229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22318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형성평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가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2010471" y="2740135"/>
            <a:ext cx="8209170" cy="1815882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여러 가지 </a:t>
            </a: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미술 재료와 재료를 사용해서 그린 그림을 </a:t>
            </a: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보고 </a:t>
            </a:r>
            <a:endParaRPr lang="en-US" altLang="ko-KR" sz="28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ctr">
              <a:defRPr/>
            </a:pP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어떤 재료인지 맞춰보세요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ctr">
              <a:defRPr/>
            </a:pP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모두 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3</a:t>
            </a: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문제 </a:t>
            </a: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준비되어 있습니다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ctr">
              <a:defRPr/>
            </a:pP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재미있게 참여해주세요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</a:t>
            </a:r>
            <a:endParaRPr lang="ko-KR" altLang="en-US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421480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1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6742" y="2045727"/>
            <a:ext cx="3198515" cy="39359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6588919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5328080" y="3459414"/>
            <a:ext cx="1526316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크레파</a:t>
            </a: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스</a:t>
            </a:r>
          </a:p>
        </p:txBody>
      </p:sp>
    </p:spTree>
    <p:extLst>
      <p:ext uri="{BB962C8B-B14F-4D97-AF65-F5344CB8AC3E}">
        <p14:creationId xmlns:p14="http://schemas.microsoft.com/office/powerpoint/2010/main" val="75575475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2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0312" y="2471737"/>
            <a:ext cx="7191375" cy="2619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8957787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5136044" y="3459414"/>
            <a:ext cx="1929439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수채화 물감</a:t>
            </a:r>
            <a:endParaRPr lang="ko-KR" altLang="en-US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53024264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>
                  <a:solidFill>
                    <a:schemeClr val="bg1"/>
                  </a:solidFill>
                  <a:latin typeface="+mj-ea"/>
                  <a:ea typeface="+mj-ea"/>
                </a:rPr>
                <a:t>3</a:t>
              </a:r>
              <a:endParaRPr lang="ko-KR" altLang="en-US" sz="5867" spc="-20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33800" y="2195513"/>
            <a:ext cx="4724400" cy="3152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82211046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5495786" y="3459414"/>
            <a:ext cx="1190903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색연</a:t>
            </a: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필</a:t>
            </a:r>
          </a:p>
        </p:txBody>
      </p:sp>
    </p:spTree>
    <p:extLst>
      <p:ext uri="{BB962C8B-B14F-4D97-AF65-F5344CB8AC3E}">
        <p14:creationId xmlns:p14="http://schemas.microsoft.com/office/powerpoint/2010/main" val="149848176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30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ko-KR" altLang="en-US" sz="27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다음 수업 안내</a:t>
            </a:r>
            <a:endParaRPr lang="ko-KR" altLang="en-US" sz="27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err="1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 예고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519757" y="1503313"/>
            <a:ext cx="9117399" cy="2308324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just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다음 시간에는 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&lt;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지역 미술 여행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공공미술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&gt;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단원의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네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번째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시간으로 </a:t>
            </a:r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just">
              <a:defRPr/>
            </a:pPr>
            <a:r>
              <a:rPr lang="en-US" altLang="ko-KR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‘</a:t>
            </a:r>
            <a:r>
              <a:rPr lang="ko-KR" altLang="en-US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안녕</a:t>
            </a:r>
            <a:r>
              <a:rPr lang="en-US" altLang="ko-KR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, </a:t>
            </a:r>
            <a:r>
              <a:rPr lang="ko-KR" altLang="en-US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우리 동네</a:t>
            </a:r>
            <a:r>
              <a:rPr lang="en-US" altLang="ko-KR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! </a:t>
            </a:r>
            <a:r>
              <a:rPr lang="ko-KR" altLang="en-US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내가 사는 곳을 어떻게 아끼고 사랑할 수 있을까요</a:t>
            </a:r>
            <a:r>
              <a:rPr lang="en-US" altLang="ko-KR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?’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라는</a:t>
            </a:r>
            <a:endParaRPr lang="en-US" altLang="ko-KR" sz="24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just">
              <a:defRPr/>
            </a:pP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주제로 수업을 진행합니다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just">
              <a:defRPr/>
            </a:pPr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just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편안한 마음으로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열린 자세로 수업에 참여해 주세요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just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다음 시간에 만나요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47684" y="3162299"/>
            <a:ext cx="3674850" cy="2597277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53775" y="5435164"/>
            <a:ext cx="976874" cy="976874"/>
          </a:xfrm>
          <a:prstGeom prst="rect">
            <a:avLst/>
          </a:prstGeom>
        </p:spPr>
      </p:pic>
      <p:sp>
        <p:nvSpPr>
          <p:cNvPr id="10" name="직사각형 9"/>
          <p:cNvSpPr/>
          <p:nvPr/>
        </p:nvSpPr>
        <p:spPr>
          <a:xfrm>
            <a:off x="7762834" y="5923601"/>
            <a:ext cx="2844550" cy="276999"/>
          </a:xfrm>
          <a:prstGeom prst="rect">
            <a:avLst/>
          </a:prstGeom>
        </p:spPr>
        <p:txBody>
          <a:bodyPr wrap="square" anchor="ctr" anchorCtr="0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ko-KR" altLang="en-US" sz="1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그림 출처</a:t>
            </a:r>
            <a:r>
              <a:rPr lang="en-US" altLang="ko-KR" sz="1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 </a:t>
            </a:r>
            <a:r>
              <a:rPr lang="ko-KR" altLang="en-US" sz="12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</a:t>
            </a:r>
            <a:r>
              <a:rPr lang="en-US" altLang="ko-KR" sz="1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APAP </a:t>
            </a:r>
            <a:r>
              <a:rPr lang="ko-KR" altLang="en-US" sz="1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홈페이지</a:t>
            </a:r>
            <a:r>
              <a:rPr lang="en-US" altLang="ko-KR" sz="1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(</a:t>
            </a:r>
            <a:r>
              <a:rPr lang="ko-KR" altLang="en-US" sz="1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안양문화예술재단 제공</a:t>
            </a:r>
            <a:r>
              <a:rPr lang="en-US" altLang="ko-KR" sz="1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)</a:t>
            </a:r>
            <a:endParaRPr lang="en-US" altLang="ko-KR" sz="12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99899486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내용 4개">
  <a:themeElements>
    <a:clrScheme name="">
      <a:dk1>
        <a:srgbClr val="000000"/>
      </a:dk1>
      <a:lt1>
        <a:srgbClr val="FFFFFF"/>
      </a:lt1>
      <a:dk2>
        <a:srgbClr val="000000"/>
      </a:dk2>
      <a:lt2>
        <a:srgbClr val="E7E6E6"/>
      </a:lt2>
      <a:accent1>
        <a:srgbClr val="4472C4"/>
      </a:accent1>
      <a:accent2>
        <a:srgbClr val="ED7D31"/>
      </a:accent2>
      <a:accent3>
        <a:srgbClr val="FFFFFF"/>
      </a:accent3>
      <a:accent4>
        <a:srgbClr val="000000"/>
      </a:accent4>
      <a:accent5>
        <a:srgbClr val="B0BCDE"/>
      </a:accent5>
      <a:accent6>
        <a:srgbClr val="D7712B"/>
      </a:accent6>
      <a:hlink>
        <a:srgbClr val="0563C1"/>
      </a:hlink>
      <a:folHlink>
        <a:srgbClr val="954F72"/>
      </a:folHlink>
    </a:clrScheme>
    <a:fontScheme name="내용 4개">
      <a:majorFont>
        <a:latin typeface="Calibri"/>
        <a:ea typeface=""/>
        <a:cs typeface="Calibri"/>
      </a:majorFont>
      <a:minorFont>
        <a:latin typeface="Calibri"/>
        <a:ea typeface=""/>
        <a:cs typeface="Calibr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w="med" len="med"/>
          <a:tailEnd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1" hangingPunct="0">
          <a:lnSpc>
            <a:spcPct val="100000"/>
          </a:lnSpc>
          <a:spcBef>
            <a:spcPct val="30000"/>
          </a:spcBef>
          <a:spcAft>
            <a:spcPct val="0"/>
          </a:spcAft>
          <a:buClrTx/>
          <a:buFontTx/>
          <a:buNone/>
          <a:defRPr kumimoji="1" lang="ko-KR" altLang="en-US" sz="1200" b="0" i="0" u="none" strike="noStrike" cap="none" normalizeH="0" baseline="0" smtClean="0">
            <a:solidFill>
              <a:schemeClr val="tx1"/>
            </a:solidFill>
            <a:effectLst/>
            <a:latin typeface="Calibri"/>
            <a:cs typeface="Calibri"/>
          </a:defRPr>
        </a:defPPr>
      </a:lstStyle>
    </a:spDef>
    <a:lnDef>
      <a:spPr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w="med" len="med"/>
          <a:tailEnd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1" hangingPunct="0">
          <a:lnSpc>
            <a:spcPct val="100000"/>
          </a:lnSpc>
          <a:spcBef>
            <a:spcPct val="30000"/>
          </a:spcBef>
          <a:spcAft>
            <a:spcPct val="0"/>
          </a:spcAft>
          <a:buClrTx/>
          <a:buFontTx/>
          <a:buNone/>
          <a:defRPr kumimoji="1" lang="ko-KR" altLang="en-US" sz="1200" b="0" i="0" u="none" strike="noStrike" cap="none" normalizeH="0" baseline="0" smtClean="0">
            <a:solidFill>
              <a:schemeClr val="tx1"/>
            </a:solidFill>
            <a:effectLst/>
            <a:latin typeface="Calibri"/>
            <a:cs typeface="Calibri"/>
          </a:defRPr>
        </a:defPPr>
      </a:lstStyle>
    </a:lnDef>
    <a:txDef>
      <a:spPr/>
      <a:bodyPr/>
      <a:lstStyle/>
    </a:txDef>
  </a:objectDefaults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597</Words>
  <Application>Microsoft Office PowerPoint</Application>
  <PresentationFormat>사용자 지정</PresentationFormat>
  <Paragraphs>112</Paragraphs>
  <Slides>31</Slides>
  <Notes>8</Notes>
  <HiddenSlides>0</HiddenSlides>
  <MMClips>0</MMClips>
  <ScaleCrop>false</ScaleCrop>
  <HeadingPairs>
    <vt:vector size="4" baseType="variant">
      <vt:variant>
        <vt:lpstr>테마</vt:lpstr>
      </vt:variant>
      <vt:variant>
        <vt:i4>2</vt:i4>
      </vt:variant>
      <vt:variant>
        <vt:lpstr>슬라이드 제목</vt:lpstr>
      </vt:variant>
      <vt:variant>
        <vt:i4>31</vt:i4>
      </vt:variant>
    </vt:vector>
  </HeadingPairs>
  <TitlesOfParts>
    <vt:vector size="33" baseType="lpstr">
      <vt:lpstr>Office Theme</vt:lpstr>
      <vt:lpstr>내용 4개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활동 1. &lt;1025: 사람과 사람 없이&gt; 감상하기</vt:lpstr>
      <vt:lpstr>활동 1. &lt;1025: 사람과 사람 없이&gt;에 대해 생각하기</vt:lpstr>
      <vt:lpstr>활동 2. 슬픈 동물의 표정을 상상하고 그리기</vt:lpstr>
      <vt:lpstr>활동 2. 슬픈 동물의 표정을 상상하고 그리기</vt:lpstr>
      <vt:lpstr> 슬픈 동물의 표정을 상상하고 그리기</vt:lpstr>
      <vt:lpstr>평가: 유기견 발생 예방 방법 쓰기</vt:lpstr>
      <vt:lpstr>평가: 유기견 발생 예방 방법 쓰기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다음 수업 안내</vt:lpstr>
      <vt:lpstr>PowerPoint 프레젠테이션</vt:lpstr>
    </vt:vector>
  </TitlesOfParts>
  <Manager/>
  <Company>PptxGenJS</Company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user</cp:lastModifiedBy>
  <cp:revision>71</cp:revision>
  <dcterms:created xsi:type="dcterms:W3CDTF">2026-07-09T22:35:37Z</dcterms:created>
  <dcterms:modified xsi:type="dcterms:W3CDTF">2026-10-18T12:18:43Z</dcterms:modified>
  <cp:version/>
</cp:coreProperties>
</file>