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78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B5%9C%EC%9D%B5%ED%98%8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5%9C%EC%9D%B5%ED%98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B5%9C%EC%9D%B5%ED%98%8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5%9C%EC%9D%B5%ED%98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C%84%9C%EC%A7%81%EC%88%98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84%9C%EC%A7%81%EC%88%98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9C%A4%EB%91%90%EC%84%9C&amp;pageNum=17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C%A4%EB%91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A%B3%A0%EC%A2%85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3%A0%EC%A2%85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인물화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창의적인 질문 만들기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10차시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5621415" y="3002098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621415" y="40993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4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800484" y="2998950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00484" y="4096230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FD261-C748-2672-0FAE-1AD71BD33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1334043"/>
            <a:ext cx="8741302" cy="49169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5AF2E2-55EC-AC9E-6BE2-96F1FC964DCB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최익현 초상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419361"/>
              </p:ext>
            </p:extLst>
          </p:nvPr>
        </p:nvGraphicFramePr>
        <p:xfrm>
          <a:off x="519761" y="1831069"/>
          <a:ext cx="10746425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127530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618895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최익현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- 1905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년에 채용신이 그린 최익현의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 초상화이다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얼굴의 윤곽에 따라 밝기를 구분하여 입체감을 표현하고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최익현은 머리에 겨울철에 사냥꾼이 주로 쓰는 가죽 모자를 착용한 모습을 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가죽 모자의 하얀 털의 거친 질감이 잘 느껴지는 작품이다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E8F9353F-3803-7419-CE01-439B24425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7" y="2378022"/>
            <a:ext cx="3040598" cy="37631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BED192-ECB3-3D70-FE98-F083CB1EBC45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채용신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필 최익현 초상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5" name="Picture 2" descr="1유형">
            <a:extLst>
              <a:ext uri="{FF2B5EF4-FFF2-40B4-BE49-F238E27FC236}">
                <a16:creationId xmlns:a16="http://schemas.microsoft.com/office/drawing/2014/main" id="{4279A4A7-F649-4679-557A-02B96BE46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3633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2077703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1687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창의적인 질문하기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(Creative Questions)</a:t>
            </a: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작품에 관한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질문을 최소 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5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가지 만들어보세요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가장 흥미로운 질문에 별표를 표시하세요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별표 표시된 질문 중 하나를 선택하여 잠시 토론해보세요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토론한 내용중 흥미로운 내용을 기록해 보세요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5059963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503481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이전에는 없었던 작품에 대한 새로운 아이디어가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생각한 내용을 기록해 보세요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13377"/>
              </p:ext>
            </p:extLst>
          </p:nvPr>
        </p:nvGraphicFramePr>
        <p:xfrm>
          <a:off x="301895" y="1754701"/>
          <a:ext cx="10906036" cy="4752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168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7384868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</a:tblGrid>
              <a:tr h="5469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최익현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창의적인 질문 만들기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예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왜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그 이유는 무엇일까요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 목적은 무엇일까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어떻게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라고 가정한다면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우리가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을 안다면 어떨까요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무엇이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400" b="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95977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1: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2: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3: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4: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5: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E4EDD868-384D-6477-599A-5670FDD75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73" y="2926662"/>
            <a:ext cx="2465832" cy="30517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7A43E9-1B6F-6E5F-DCA5-887E15ACA8AC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채용신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필 최익현 초상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5A03C02B-7D8E-70E8-519E-9D21408F3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3633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65942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서직수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고종 어진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심득경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초상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9ED21FE5-F202-13E7-3282-6D964602E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765" y="2926080"/>
            <a:ext cx="1889760" cy="2834640"/>
          </a:xfrm>
          <a:prstGeom prst="rect">
            <a:avLst/>
          </a:prstGeom>
        </p:spPr>
      </p:pic>
      <p:pic>
        <p:nvPicPr>
          <p:cNvPr id="7" name="그림 6">
            <a:hlinkClick r:id="rId5"/>
            <a:extLst>
              <a:ext uri="{FF2B5EF4-FFF2-40B4-BE49-F238E27FC236}">
                <a16:creationId xmlns:a16="http://schemas.microsoft.com/office/drawing/2014/main" id="{D4F68189-BA0C-E228-6EB9-63AD0D8F2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267" y="2837314"/>
            <a:ext cx="1892049" cy="3078480"/>
          </a:xfrm>
          <a:prstGeom prst="rect">
            <a:avLst/>
          </a:prstGeom>
        </p:spPr>
      </p:pic>
      <p:pic>
        <p:nvPicPr>
          <p:cNvPr id="11" name="그림 10">
            <a:hlinkClick r:id="rId7"/>
            <a:extLst>
              <a:ext uri="{FF2B5EF4-FFF2-40B4-BE49-F238E27FC236}">
                <a16:creationId xmlns:a16="http://schemas.microsoft.com/office/drawing/2014/main" id="{4B06BFEE-5CB2-A9F2-A978-E5D368300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6058" y="2981331"/>
            <a:ext cx="2133156" cy="2686594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0B3568D9-BC6E-96B7-A63B-744C024DB4F1}"/>
              </a:ext>
            </a:extLst>
          </p:cNvPr>
          <p:cNvSpPr txBox="1"/>
          <p:nvPr/>
        </p:nvSpPr>
        <p:spPr>
          <a:xfrm>
            <a:off x="78177" y="657798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121BAD-8615-D564-B951-7CF459272DFE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F411DA6-6F3F-225E-D216-D3AB1391D3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718748"/>
              </p:ext>
            </p:extLst>
          </p:nvPr>
        </p:nvGraphicFramePr>
        <p:xfrm>
          <a:off x="519760" y="1756522"/>
          <a:ext cx="10906036" cy="4752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168">
                  <a:extLst>
                    <a:ext uri="{9D8B030D-6E8A-4147-A177-3AD203B41FA5}">
                      <a16:colId xmlns:a16="http://schemas.microsoft.com/office/drawing/2014/main" val="3026553761"/>
                    </a:ext>
                  </a:extLst>
                </a:gridCol>
                <a:gridCol w="7384868">
                  <a:extLst>
                    <a:ext uri="{9D8B030D-6E8A-4147-A177-3AD203B41FA5}">
                      <a16:colId xmlns:a16="http://schemas.microsoft.com/office/drawing/2014/main" val="4143215953"/>
                    </a:ext>
                  </a:extLst>
                </a:gridCol>
              </a:tblGrid>
              <a:tr h="5469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창의적인 질문 만들기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예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왜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그 이유는 무엇일까요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 목적은 무엇일까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어떻게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라고 가정한다면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우리가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을 안다면 어떨까요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무엇이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400" b="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685601"/>
                  </a:ext>
                </a:extLst>
              </a:tr>
              <a:tr h="395977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1: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2: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3: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4: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5: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695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인물화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동물화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/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식물화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715</Words>
  <Application>Microsoft Office PowerPoint</Application>
  <PresentationFormat>와이드스크린</PresentationFormat>
  <Paragraphs>161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Noto Sans KR</vt:lpstr>
      <vt:lpstr>Noto Sans KR Black</vt:lpstr>
      <vt:lpstr>Noto Sans KR Medium</vt:lpstr>
      <vt:lpstr>고양덕양 B</vt:lpstr>
      <vt:lpstr>나눔바른고딕 Light</vt:lpstr>
      <vt:lpstr>나눔스퀘어 ExtraBold</vt:lpstr>
      <vt:lpstr>땅스부대찌개 Bold</vt:lpstr>
      <vt:lpstr>Arial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&lt;인물화&gt;를 알아봅시다(영상제목: 인물화)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55</cp:revision>
  <dcterms:created xsi:type="dcterms:W3CDTF">2026-07-09T22:35:37Z</dcterms:created>
  <dcterms:modified xsi:type="dcterms:W3CDTF">2026-10-21T06:30:22Z</dcterms:modified>
  <cp:version/>
</cp:coreProperties>
</file>