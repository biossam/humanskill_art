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"/>
  </p:notesMasterIdLst>
  <p:sldIdLst>
    <p:sldId id="256" r:id="rId4"/>
    <p:sldId id="265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8" r:id="rId13"/>
    <p:sldId id="286" r:id="rId14"/>
    <p:sldId id="289" r:id="rId15"/>
    <p:sldId id="301" r:id="rId16"/>
    <p:sldId id="278" r:id="rId17"/>
    <p:sldId id="266" r:id="rId18"/>
    <p:sldId id="290" r:id="rId19"/>
    <p:sldId id="304" r:id="rId20"/>
    <p:sldId id="303" r:id="rId21"/>
    <p:sldId id="305" r:id="rId22"/>
    <p:sldId id="306" r:id="rId23"/>
    <p:sldId id="302" r:id="rId24"/>
    <p:sldId id="307" r:id="rId25"/>
    <p:sldId id="308" r:id="rId26"/>
    <p:sldId id="293" r:id="rId27"/>
    <p:sldId id="294" r:id="rId28"/>
    <p:sldId id="295" r:id="rId29"/>
    <p:sldId id="296" r:id="rId30"/>
    <p:sldId id="297" r:id="rId31"/>
    <p:sldId id="298" r:id="rId32"/>
    <p:sldId id="299" r:id="rId33"/>
    <p:sldId id="300" r:id="rId34"/>
    <p:sldId id="270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-616" y="-76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slide" Target="slides/slide27.xml"  /><Relationship Id="rId31" Type="http://schemas.openxmlformats.org/officeDocument/2006/relationships/slide" Target="slides/slide28.xml"  /><Relationship Id="rId32" Type="http://schemas.openxmlformats.org/officeDocument/2006/relationships/slide" Target="slides/slide29.xml"  /><Relationship Id="rId33" Type="http://schemas.openxmlformats.org/officeDocument/2006/relationships/slide" Target="slides/slide30.xml"  /><Relationship Id="rId34" Type="http://schemas.openxmlformats.org/officeDocument/2006/relationships/slide" Target="slides/slide31.xml"  /><Relationship Id="rId35" Type="http://schemas.openxmlformats.org/officeDocument/2006/relationships/slide" Target="slides/slide32.xml"  /><Relationship Id="rId36" Type="http://schemas.openxmlformats.org/officeDocument/2006/relationships/presProps" Target="presProps.xml"  /><Relationship Id="rId37" Type="http://schemas.openxmlformats.org/officeDocument/2006/relationships/viewProps" Target="viewProps.xml"  /><Relationship Id="rId38" Type="http://schemas.openxmlformats.org/officeDocument/2006/relationships/theme" Target="theme/theme1.xml"  /><Relationship Id="rId39" Type="http://schemas.openxmlformats.org/officeDocument/2006/relationships/tableStyles" Target="tableStyles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3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1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28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35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407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096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87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97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5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5.xml"  /><Relationship Id="rId10" Type="http://schemas.openxmlformats.org/officeDocument/2006/relationships/slideLayout" Target="../slideLayouts/slideLayout14.xml"  /><Relationship Id="rId11" Type="http://schemas.openxmlformats.org/officeDocument/2006/relationships/slideLayout" Target="../slideLayouts/slideLayout15.xml"  /><Relationship Id="rId12" Type="http://schemas.openxmlformats.org/officeDocument/2006/relationships/slideLayout" Target="../slideLayouts/slideLayout16.xml"  /><Relationship Id="rId13" Type="http://schemas.openxmlformats.org/officeDocument/2006/relationships/theme" Target="../theme/theme2.xml"  /><Relationship Id="rId14" Type="http://schemas.openxmlformats.org/officeDocument/2006/relationships/image" Target="../media/image6.jpeg"  /><Relationship Id="rId15" Type="http://schemas.openxmlformats.org/officeDocument/2006/relationships/image" Target="../media/image7.png"  /><Relationship Id="rId16" Type="http://schemas.openxmlformats.org/officeDocument/2006/relationships/image" Target="../media/image8.png"  /><Relationship Id="rId2" Type="http://schemas.openxmlformats.org/officeDocument/2006/relationships/slideLayout" Target="../slideLayouts/slideLayout6.xml"  /><Relationship Id="rId3" Type="http://schemas.openxmlformats.org/officeDocument/2006/relationships/slideLayout" Target="../slideLayouts/slideLayout7.xml"  /><Relationship Id="rId4" Type="http://schemas.openxmlformats.org/officeDocument/2006/relationships/slideLayout" Target="../slideLayouts/slideLayout8.xml"  /><Relationship Id="rId5" Type="http://schemas.openxmlformats.org/officeDocument/2006/relationships/slideLayout" Target="../slideLayouts/slideLayout9.xml"  /><Relationship Id="rId6" Type="http://schemas.openxmlformats.org/officeDocument/2006/relationships/slideLayout" Target="../slideLayouts/slideLayout10.xml"  /><Relationship Id="rId7" Type="http://schemas.openxmlformats.org/officeDocument/2006/relationships/slideLayout" Target="../slideLayouts/slideLayout11.xml"  /><Relationship Id="rId8" Type="http://schemas.openxmlformats.org/officeDocument/2006/relationships/slideLayout" Target="../slideLayouts/slideLayout12.xml"  /><Relationship Id="rId9" Type="http://schemas.openxmlformats.org/officeDocument/2006/relationships/slideLayout" Target="../slideLayouts/slideLayout13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1.xml"  /><Relationship Id="rId2" Type="http://schemas.openxmlformats.org/officeDocument/2006/relationships/image" Target="../media/image9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4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5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6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7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9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20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Relationship Id="rId3" Type="http://schemas.openxmlformats.org/officeDocument/2006/relationships/image" Target="../media/image21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22.jpe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23.jpe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24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25.jpe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26.jpe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27.jpe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28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9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0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1.png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32.png"  /><Relationship Id="rId4" Type="http://schemas.openxmlformats.org/officeDocument/2006/relationships/image" Target="../media/image33.jpe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4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동네 식물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우리에게 어떤 이야기를 들려줄까요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15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54433" y="2741297"/>
            <a:ext cx="6495689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사진은 식물의 일부 모습입니다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사진을 보고 어떤 식물인지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문제가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 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94" y="2438378"/>
            <a:ext cx="2831012" cy="308605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74256" y="3304917"/>
            <a:ext cx="855491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3" b="12736"/>
          <a:stretch/>
        </p:blipFill>
        <p:spPr bwMode="auto">
          <a:xfrm>
            <a:off x="5078968" y="2275014"/>
            <a:ext cx="3868794" cy="316780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039" y="2481262"/>
            <a:ext cx="2537921" cy="277498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2100" y="3161944"/>
            <a:ext cx="2058255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나팔꽃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919" y="2139755"/>
            <a:ext cx="3848100" cy="340042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195" y="2346681"/>
            <a:ext cx="3122799" cy="268765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43224" y="3372238"/>
            <a:ext cx="164814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1584" y="2201426"/>
            <a:ext cx="3051587" cy="344962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060" y="2672405"/>
            <a:ext cx="2647950" cy="23145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068778" y="3332649"/>
            <a:ext cx="1282274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무궁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화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737" y="2272480"/>
            <a:ext cx="3352024" cy="322833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827" y="2748498"/>
            <a:ext cx="3632346" cy="16282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119371" y="3372239"/>
            <a:ext cx="916405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호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박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09" y="2252430"/>
            <a:ext cx="5365144" cy="279361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경험 나누기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40355"/>
            <a:ext cx="8794678" cy="1463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평소에 동네에서 본 적 있는 식물의 종류와 </a:t>
            </a:r>
            <a:endParaRPr lang="ko-KR" altLang="en-US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식물을 발견한 장소를</a:t>
            </a:r>
            <a:endParaRPr lang="ko-KR" altLang="en-US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친구들에게 이야기해보세요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17531001"/>
      </p:ext>
    </p:extLst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73680"/>
            <a:ext cx="8794678" cy="1596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종류와 특징을 탐색하여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이해와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관심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키우고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생명 존중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태도를 기를 수 있다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3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『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동네식물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』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글∙그림 안도연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4004882"/>
            <a:ext cx="9525376" cy="163121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작가가 그리고 쓴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동네식물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일부를 함께 감상하면서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선생님이 동네를 산책하며 찍은 식물 사진도 함께 살펴보겠습니다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영상을 시청하는 동안 식물의 그림과 사진을 주의 깊게 보고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와 닿는 글은 메모하거나 기억하세요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 시청 후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내용을 함께 발표하는 시간을 갖겠습니다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1" y="1714729"/>
            <a:ext cx="5762625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6397750" y="353895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계절의 색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431905"/>
            <a:ext cx="9117399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계절의 색을 알아볼까요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7966" y="1999906"/>
            <a:ext cx="10336067" cy="3353268"/>
          </a:xfrm>
          <a:prstGeom prst="rect">
            <a:avLst/>
          </a:prstGeom>
        </p:spPr>
      </p:pic>
      <p:sp>
        <p:nvSpPr>
          <p:cNvPr id="101" name="직사각형 100"/>
          <p:cNvSpPr/>
          <p:nvPr/>
        </p:nvSpPr>
        <p:spPr>
          <a:xfrm>
            <a:off x="927966" y="5459730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6161442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3544704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여름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8778180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겨울</a:t>
            </a: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12236" y="1285513"/>
            <a:ext cx="9029330" cy="507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9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여름의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2637"/>
            <a:ext cx="9084815" cy="511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17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가을의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71830"/>
            <a:ext cx="9083787" cy="510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2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겨울의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5238"/>
            <a:ext cx="9149548" cy="514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63839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972" y="1315632"/>
            <a:ext cx="9074137" cy="510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1941" y="1208366"/>
            <a:ext cx="9231350" cy="519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25128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723" y="1208366"/>
            <a:ext cx="9251271" cy="520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43915"/>
      </p:ext>
    </p:extLst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9935" y="2964180"/>
            <a:ext cx="5793105" cy="13677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배운 내용을 떠올리며 정답을 맞혀보세요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100" name="직사각형 4099"/>
          <p:cNvSpPr/>
          <p:nvPr/>
        </p:nvSpPr>
        <p:spPr>
          <a:xfrm>
            <a:off x="3267604" y="2745105"/>
            <a:ext cx="6040755" cy="13677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개나리의 꽃말은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    ② 이별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슬픔    ③ 가족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사랑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103" name="그림 410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48925" y="2042004"/>
            <a:ext cx="1463747" cy="1386996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033010" y="3464706"/>
            <a:ext cx="21355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</a:t>
            </a:r>
            <a:endParaRPr lang="ko-KR" altLang="en-US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6148" name="직사각형 6147"/>
          <p:cNvSpPr/>
          <p:nvPr/>
        </p:nvSpPr>
        <p:spPr>
          <a:xfrm>
            <a:off x="3075622" y="2174191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작가는 접시꽃의 마음을 무엇이라고 표현했나요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열심히 공부하고 싶은 마음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가족과 여행가고 싶은 마음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9" name="그림 614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36640" y="2459430"/>
            <a:ext cx="1723538" cy="1811098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9042" y="3353735"/>
            <a:ext cx="5897880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  <a:endParaRPr lang="ko-KR" altLang="en-US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8196" name="직사각형 8195"/>
          <p:cNvSpPr/>
          <p:nvPr/>
        </p:nvSpPr>
        <p:spPr>
          <a:xfrm>
            <a:off x="3267604" y="2403406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봄에 나무 전체에 연분홍 꽃이 아름답게 피는 나무는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단풍나무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 은행나무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1712" y="3157293"/>
            <a:ext cx="17164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  <a:endParaRPr lang="ko-KR" altLang="en-US" sz="30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598104" y="2269696"/>
            <a:ext cx="3157756" cy="3215621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세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동물도 마음이 있어요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슬픈 동물은 어떤 얼굴일까요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3" name="그림 102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65745" y="2657475"/>
            <a:ext cx="2581922" cy="3442563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10244" name="타원형 설명선 10243"/>
          <p:cNvSpPr/>
          <p:nvPr/>
        </p:nvSpPr>
        <p:spPr>
          <a:xfrm>
            <a:off x="6096000" y="3914497"/>
            <a:ext cx="1941989" cy="1387136"/>
          </a:xfrm>
          <a:prstGeom prst="wedgeEllipseCallout">
            <a:avLst>
              <a:gd name="adj1" fmla="val 61087"/>
              <a:gd name="adj2" fmla="val 24098"/>
            </a:avLst>
          </a:prstGeom>
          <a:solidFill>
            <a:schemeClr val="lt1"/>
          </a:solidFill>
          <a:ln w="25400">
            <a:solidFill>
              <a:srgbClr val="EEAF0F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500">
                <a:solidFill>
                  <a:schemeClr val="tx1"/>
                </a:solidFill>
              </a:rPr>
              <a:t>몽이는 지금 어떤 기분일까요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309</ep:Words>
  <ep:PresentationFormat>사용자 지정</ep:PresentationFormat>
  <ep:Paragraphs>96</ep:Paragraphs>
  <ep:Slides>32</ep:Slides>
  <ep:Notes>10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ep:HeadingPairs>
  <ep:TitlesOfParts>
    <vt:vector size="34" baseType="lpstr">
      <vt:lpstr>Office Theme</vt:lpstr>
      <vt:lpstr>내용 4개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활동 1. 『동네식물』(글∙그림 안도연) 감상하기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다음 수업 안내</vt:lpstr>
      <vt:lpstr>슬라이드 32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2026-07-09T22:35:37.000</dcterms:created>
  <dc:creator>PptxGenJS</dc:creator>
  <cp:lastModifiedBy>user</cp:lastModifiedBy>
  <dcterms:modified xsi:type="dcterms:W3CDTF">2026-10-22T04:43:40.397</dcterms:modified>
  <cp:revision>61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