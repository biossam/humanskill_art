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6" r:id="rId2"/>
  </p:sldMasterIdLst>
  <p:notesMasterIdLst>
    <p:notesMasterId r:id="rId37"/>
  </p:notesMasterIdLst>
  <p:sldIdLst>
    <p:sldId id="256" r:id="rId3"/>
    <p:sldId id="265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8" r:id="rId12"/>
    <p:sldId id="286" r:id="rId13"/>
    <p:sldId id="289" r:id="rId14"/>
    <p:sldId id="301" r:id="rId15"/>
    <p:sldId id="278" r:id="rId16"/>
    <p:sldId id="266" r:id="rId17"/>
    <p:sldId id="290" r:id="rId18"/>
    <p:sldId id="304" r:id="rId19"/>
    <p:sldId id="303" r:id="rId20"/>
    <p:sldId id="305" r:id="rId21"/>
    <p:sldId id="306" r:id="rId22"/>
    <p:sldId id="302" r:id="rId23"/>
    <p:sldId id="307" r:id="rId24"/>
    <p:sldId id="308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9" r:id="rId33"/>
    <p:sldId id="310" r:id="rId34"/>
    <p:sldId id="300" r:id="rId35"/>
    <p:sldId id="27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-616" y="-76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pPr lvl="0"/>
            <a:fld id="{6669DCDE-839F-45A5-BBBA-002CD9F8819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287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pPr lvl="0"/>
            <a:fld id="{6669DCDE-839F-45A5-BBBA-002CD9F8819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355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pPr lvl="0"/>
            <a:fld id="{6669DCDE-839F-45A5-BBBA-002CD9F8819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407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pPr lvl="0"/>
            <a:fld id="{6669DCDE-839F-45A5-BBBA-002CD9F8819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096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pPr lvl="0"/>
            <a:fld id="{6669DCDE-839F-45A5-BBBA-002CD9F8819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587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pPr lvl="0"/>
            <a:fld id="{6669DCDE-839F-45A5-BBBA-002CD9F8819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897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51CDAB1-A1E7-CFB5-4C4F-BF381DEE0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405" y="1123143"/>
            <a:ext cx="9145191" cy="2386082"/>
          </a:xfrm>
        </p:spPr>
        <p:txBody>
          <a:bodyPr anchor="b"/>
          <a:lstStyle>
            <a:lvl1pPr algn="ctr"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1D3C9FB5-648E-6CF3-980F-C9A15A12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405" y="3601363"/>
            <a:ext cx="9145191" cy="1656913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520" indent="0" algn="ctr">
              <a:buNone/>
              <a:defRPr sz="2001"/>
            </a:lvl2pPr>
            <a:lvl3pPr marL="915040" indent="0" algn="ctr">
              <a:buNone/>
              <a:defRPr sz="1801"/>
            </a:lvl3pPr>
            <a:lvl4pPr marL="1372560" indent="0" algn="ctr">
              <a:buNone/>
              <a:defRPr sz="1601"/>
            </a:lvl4pPr>
            <a:lvl5pPr marL="1830080" indent="0" algn="ctr">
              <a:buNone/>
              <a:defRPr sz="1601"/>
            </a:lvl5pPr>
            <a:lvl6pPr marL="2287600" indent="0" algn="ctr">
              <a:buNone/>
              <a:defRPr sz="1601"/>
            </a:lvl6pPr>
            <a:lvl7pPr marL="2745120" indent="0" algn="ctr">
              <a:buNone/>
              <a:defRPr sz="1601"/>
            </a:lvl7pPr>
            <a:lvl8pPr marL="3202640" indent="0" algn="ctr">
              <a:buNone/>
              <a:defRPr sz="1601"/>
            </a:lvl8pPr>
            <a:lvl9pPr marL="3660160" indent="0" algn="ctr">
              <a:buNone/>
              <a:defRPr sz="1601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B91B6F74-0D6F-ABA8-D595-2CD7CC7D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C1D5DA0-514B-F0F0-C432-A801FB7C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BB9A905-7FA9-41B4-5F76-78E42BB7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56695-5394-4275-AF82-FA73A9257D0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785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BFECD42-BBEC-BA18-F276-0C29741A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E264433-1D5A-9D26-6525-F6F65273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E1AA174-3A58-A6C7-3483-1D27A211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4B7142F9-B37A-147F-0542-12429285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9525B876-F97A-60F2-3F5C-558F22E0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58258-C0FB-4AF9-9D0A-918F61B6CCA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842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715B40E-BA87-9913-53EB-EEB027A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92" y="1709337"/>
            <a:ext cx="10514508" cy="2853131"/>
          </a:xfrm>
        </p:spPr>
        <p:txBody>
          <a:bodyPr anchor="b"/>
          <a:lstStyle>
            <a:lvl1pPr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F8CDE29B-3827-5235-AF37-A40AE7E8F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92" y="4589475"/>
            <a:ext cx="10514508" cy="1499641"/>
          </a:xfrm>
        </p:spPr>
        <p:txBody>
          <a:bodyPr/>
          <a:lstStyle>
            <a:lvl1pPr marL="0" indent="0">
              <a:buNone/>
              <a:defRPr sz="2402"/>
            </a:lvl1pPr>
            <a:lvl2pPr marL="457520" indent="0">
              <a:buNone/>
              <a:defRPr sz="2001"/>
            </a:lvl2pPr>
            <a:lvl3pPr marL="915040" indent="0">
              <a:buNone/>
              <a:defRPr sz="1801"/>
            </a:lvl3pPr>
            <a:lvl4pPr marL="1372560" indent="0">
              <a:buNone/>
              <a:defRPr sz="1601"/>
            </a:lvl4pPr>
            <a:lvl5pPr marL="1830080" indent="0">
              <a:buNone/>
              <a:defRPr sz="1601"/>
            </a:lvl5pPr>
            <a:lvl6pPr marL="2287600" indent="0">
              <a:buNone/>
              <a:defRPr sz="1601"/>
            </a:lvl6pPr>
            <a:lvl7pPr marL="2745120" indent="0">
              <a:buNone/>
              <a:defRPr sz="1601"/>
            </a:lvl7pPr>
            <a:lvl8pPr marL="3202640" indent="0">
              <a:buNone/>
              <a:defRPr sz="1601"/>
            </a:lvl8pPr>
            <a:lvl9pPr marL="3660160" indent="0">
              <a:buNone/>
              <a:defRPr sz="16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9798EE9-CD2C-BD64-87E5-6C1E702D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DEA3FBA-BE90-B7EA-0105-0D8B8386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EE71DD27-E0B9-7FE1-95D6-B332B7E7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5E722-5858-45F9-A34C-5F87E08EBAB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41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C16D3E1-F662-D11D-0505-3DA26CC4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90722868-4B73-3B60-65D7-CF2BF52D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9" y="1599724"/>
            <a:ext cx="2616315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C356467C-B32D-43B9-07BA-240716F0D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7224" y="1599724"/>
            <a:ext cx="2616316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45C927F1-1827-6F0E-7240-107E54AF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EE12205-14A7-B898-1F38-7BD2FCE1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BFFF28D1-9CF2-C697-7120-4B8A7347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BC6E1-510F-40DF-A1EA-766B689527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284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6D98272-7063-4BA0-AC57-96D4E9DA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365379"/>
            <a:ext cx="10514507" cy="13248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3CC4135-A4EB-0628-35DA-8164B9B0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35" y="1680743"/>
            <a:ext cx="5157970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9D09DDED-7EFB-31B3-2A2B-C2413239A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35" y="2505228"/>
            <a:ext cx="5157970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EF58742-B27A-258B-DCE5-DCC59C136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456" y="1680743"/>
            <a:ext cx="5183386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1920D058-40BB-A002-D824-9FF3CAA6F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456" y="2505228"/>
            <a:ext cx="5183386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864B24A5-03AC-3BDE-E94E-2B5431C0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C969DFF8-FE80-5EB1-6D45-E4B2EA90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DE9598D5-1D63-CEF9-BA95-0ED5CBD3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F8083-CC21-4651-B783-250056FB9B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8229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56D719E-E86B-447A-B095-8CD1AE2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6890DFBA-38A4-A561-EDC6-E2BC2265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33647364-AE8F-47A1-48B2-40823D13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F1D35064-9D56-52BC-3117-C5220E5A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D04C5-F145-4DCF-8EA1-D7A522ACD6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6483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58F17AE2-D83D-83A0-8625-1C34768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447AD5-D2D2-FABD-3736-5CD210C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016B1909-34F9-6D84-5A6B-4272D99C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91738-9939-40EF-AC85-9DF4769D5E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736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E497DF7-573E-B3C5-268A-FCD1D3DA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276EDD3-5CFA-9762-521B-F923DEB3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>
              <a:defRPr sz="3202"/>
            </a:lvl1pPr>
            <a:lvl2pPr>
              <a:defRPr sz="2802"/>
            </a:lvl2pPr>
            <a:lvl3pPr>
              <a:defRPr sz="2402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050851AA-136C-BA18-02A8-8F2D6868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E85B4B8-ABDE-E4F0-CAA4-F44D4E6F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3A696BA-A4EE-E190-1A29-040E12EA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10B71B5-75D1-6E16-68E0-8894E1F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CE856-5433-40C8-9C6D-BC48ED4C97A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2485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BF684A9-E232-B337-2528-346F015A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A962ADAD-6943-ADCC-3953-D34B72A67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 marL="0" indent="0">
              <a:buNone/>
              <a:defRPr sz="3202"/>
            </a:lvl1pPr>
            <a:lvl2pPr marL="457520" indent="0">
              <a:buNone/>
              <a:defRPr sz="2802"/>
            </a:lvl2pPr>
            <a:lvl3pPr marL="915040" indent="0">
              <a:buNone/>
              <a:defRPr sz="2402"/>
            </a:lvl3pPr>
            <a:lvl4pPr marL="1372560" indent="0">
              <a:buNone/>
              <a:defRPr sz="2001"/>
            </a:lvl4pPr>
            <a:lvl5pPr marL="1830080" indent="0">
              <a:buNone/>
              <a:defRPr sz="2001"/>
            </a:lvl5pPr>
            <a:lvl6pPr marL="2287600" indent="0">
              <a:buNone/>
              <a:defRPr sz="2001"/>
            </a:lvl6pPr>
            <a:lvl7pPr marL="2745120" indent="0">
              <a:buNone/>
              <a:defRPr sz="2001"/>
            </a:lvl7pPr>
            <a:lvl8pPr marL="3202640" indent="0">
              <a:buNone/>
              <a:defRPr sz="2001"/>
            </a:lvl8pPr>
            <a:lvl9pPr marL="3660160" indent="0">
              <a:buNone/>
              <a:defRPr sz="2001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EE1501E-95EF-AFA3-9C02-167A68D8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0A17F6C4-0FC7-A46B-D0FB-1CAF0D8D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F5BD54F7-8351-1CDE-2D37-AE460D1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4BB495D-5428-AB12-2AE7-E43C7E6E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DA364-5BD8-4C76-A283-8A7FC9654C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1838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06F7A77-3B4E-2174-200F-BC2D851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0CC89926-D218-79F0-9FEE-71DA4CCDB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4609930-B442-232D-09B6-131172C6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3F5D24B-8A66-D353-9B5E-D60E566E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B2B18C8-2516-7B04-B1B7-9C8287B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7A391-17EC-49D3-95B9-11521C4E91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78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D725621E-9C4E-3696-479D-F3B491B60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8604" y="273240"/>
            <a:ext cx="2743399" cy="35235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2C77EF1E-7894-D54F-901D-249F822FB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8409" y="273240"/>
            <a:ext cx="8077696" cy="35235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D991E3-09E1-87FA-3E7A-D7A9AC2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8FFAB18-B2BE-C620-D5AF-59366FEF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D704E59-04E4-56AC-E32E-51EE6768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935ED-A419-4E3E-A01D-307B835363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9074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447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5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="" xmlns:a16="http://schemas.microsoft.com/office/drawing/2014/main" id="{EB9F5CC1-E0ED-A544-3125-1CAF1AA0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3" name="AutoShape 5">
            <a:extLst>
              <a:ext uri="{FF2B5EF4-FFF2-40B4-BE49-F238E27FC236}">
                <a16:creationId xmlns="" xmlns:a16="http://schemas.microsoft.com/office/drawing/2014/main" id="{294D9355-B288-864E-754C-2E4780AC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4" y="4114482"/>
            <a:ext cx="11332603" cy="101671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="" xmlns:a16="http://schemas.microsoft.com/office/drawing/2014/main" id="{DB030153-312A-A6B7-EF4D-5FC29B80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9"/>
          <a:stretch>
            <a:fillRect/>
          </a:stretch>
        </p:blipFill>
        <p:spPr bwMode="auto">
          <a:xfrm>
            <a:off x="4938754" y="5906427"/>
            <a:ext cx="2314494" cy="76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5" name="Freeform 7">
            <a:extLst>
              <a:ext uri="{FF2B5EF4-FFF2-40B4-BE49-F238E27FC236}">
                <a16:creationId xmlns="" xmlns:a16="http://schemas.microsoft.com/office/drawing/2014/main" id="{0761C8CC-20DE-0035-8449-92E31252D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93" y="486113"/>
            <a:ext cx="3836310" cy="722815"/>
          </a:xfrm>
          <a:custGeom>
            <a:avLst/>
            <a:gdLst>
              <a:gd name="T0" fmla="*/ 2066 w 2414"/>
              <a:gd name="T1" fmla="*/ 0 h 454"/>
              <a:gd name="T2" fmla="*/ 346 w 2414"/>
              <a:gd name="T3" fmla="*/ 0 h 454"/>
              <a:gd name="T4" fmla="*/ 148 w 2414"/>
              <a:gd name="T5" fmla="*/ 13 h 454"/>
              <a:gd name="T6" fmla="*/ 13 w 2414"/>
              <a:gd name="T7" fmla="*/ 149 h 454"/>
              <a:gd name="T8" fmla="*/ 0 w 2414"/>
              <a:gd name="T9" fmla="*/ 227 h 454"/>
              <a:gd name="T10" fmla="*/ 13 w 2414"/>
              <a:gd name="T11" fmla="*/ 305 h 454"/>
              <a:gd name="T12" fmla="*/ 148 w 2414"/>
              <a:gd name="T13" fmla="*/ 440 h 454"/>
              <a:gd name="T14" fmla="*/ 346 w 2414"/>
              <a:gd name="T15" fmla="*/ 454 h 454"/>
              <a:gd name="T16" fmla="*/ 2066 w 2414"/>
              <a:gd name="T17" fmla="*/ 454 h 454"/>
              <a:gd name="T18" fmla="*/ 2264 w 2414"/>
              <a:gd name="T19" fmla="*/ 440 h 454"/>
              <a:gd name="T20" fmla="*/ 2400 w 2414"/>
              <a:gd name="T21" fmla="*/ 305 h 454"/>
              <a:gd name="T22" fmla="*/ 2414 w 2414"/>
              <a:gd name="T23" fmla="*/ 227 h 454"/>
              <a:gd name="T24" fmla="*/ 2400 w 2414"/>
              <a:gd name="T25" fmla="*/ 149 h 454"/>
              <a:gd name="T26" fmla="*/ 2264 w 2414"/>
              <a:gd name="T27" fmla="*/ 13 h 454"/>
              <a:gd name="T28" fmla="*/ 2066 w 2414"/>
              <a:gd name="T29" fmla="*/ 0 h 454"/>
              <a:gd name="T30" fmla="*/ 2066 w 2414"/>
              <a:gd name="T3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14" h="454">
                <a:moveTo>
                  <a:pt x="2066" y="0"/>
                </a:moveTo>
                <a:lnTo>
                  <a:pt x="346" y="0"/>
                </a:lnTo>
                <a:cubicBezTo>
                  <a:pt x="247" y="0"/>
                  <a:pt x="188" y="0"/>
                  <a:pt x="148" y="13"/>
                </a:cubicBezTo>
                <a:cubicBezTo>
                  <a:pt x="85" y="36"/>
                  <a:pt x="35" y="86"/>
                  <a:pt x="13" y="149"/>
                </a:cubicBezTo>
                <a:cubicBezTo>
                  <a:pt x="4" y="174"/>
                  <a:pt x="0" y="200"/>
                  <a:pt x="0" y="227"/>
                </a:cubicBezTo>
                <a:cubicBezTo>
                  <a:pt x="0" y="253"/>
                  <a:pt x="4" y="280"/>
                  <a:pt x="13" y="305"/>
                </a:cubicBezTo>
                <a:cubicBezTo>
                  <a:pt x="35" y="368"/>
                  <a:pt x="85" y="417"/>
                  <a:pt x="148" y="440"/>
                </a:cubicBezTo>
                <a:cubicBezTo>
                  <a:pt x="188" y="454"/>
                  <a:pt x="247" y="454"/>
                  <a:pt x="346" y="454"/>
                </a:cubicBezTo>
                <a:lnTo>
                  <a:pt x="2066" y="454"/>
                </a:lnTo>
                <a:cubicBezTo>
                  <a:pt x="2165" y="454"/>
                  <a:pt x="2225" y="454"/>
                  <a:pt x="2264" y="440"/>
                </a:cubicBezTo>
                <a:cubicBezTo>
                  <a:pt x="2327" y="417"/>
                  <a:pt x="2377" y="368"/>
                  <a:pt x="2400" y="305"/>
                </a:cubicBezTo>
                <a:cubicBezTo>
                  <a:pt x="2409" y="280"/>
                  <a:pt x="2414" y="253"/>
                  <a:pt x="2414" y="227"/>
                </a:cubicBezTo>
                <a:cubicBezTo>
                  <a:pt x="2414" y="200"/>
                  <a:pt x="2409" y="174"/>
                  <a:pt x="2400" y="149"/>
                </a:cubicBezTo>
                <a:cubicBezTo>
                  <a:pt x="2377" y="86"/>
                  <a:pt x="2327" y="36"/>
                  <a:pt x="2264" y="13"/>
                </a:cubicBezTo>
                <a:cubicBezTo>
                  <a:pt x="2225" y="0"/>
                  <a:pt x="2165" y="0"/>
                  <a:pt x="2066" y="0"/>
                </a:cubicBezTo>
                <a:lnTo>
                  <a:pt x="2066" y="0"/>
                </a:lnTo>
                <a:close/>
              </a:path>
            </a:pathLst>
          </a:cu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="" xmlns:a16="http://schemas.microsoft.com/office/drawing/2014/main" id="{C49B39F2-B4F0-8C62-04EA-2F57BF60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72" y="1688685"/>
            <a:ext cx="4500317" cy="253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7" name="Rectangle 9">
            <a:extLst>
              <a:ext uri="{FF2B5EF4-FFF2-40B4-BE49-F238E27FC236}">
                <a16:creationId xmlns="" xmlns:a16="http://schemas.microsoft.com/office/drawing/2014/main" id="{177CB117-7ACD-B139-5737-349E42773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8409" y="273240"/>
            <a:ext cx="10973594" cy="114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" panose="020F0502020204030204" pitchFamily="34" charset="0"/>
              </a:rPr>
              <a:t>마스터 제목 스타일 편집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="" xmlns:a16="http://schemas.microsoft.com/office/drawing/2014/main" id="{94ECE46E-4976-294C-DCC9-56FDD9833C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8409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="" xmlns:a16="http://schemas.microsoft.com/office/drawing/2014/main" id="{5C5D9B19-6509-C2CA-89C4-AD117DAD12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6873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="" xmlns:a16="http://schemas.microsoft.com/office/drawing/2014/main" id="{54D9330A-64FB-2915-ED72-0BCFF0DD70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6820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="" xmlns:a16="http://schemas.microsoft.com/office/drawing/2014/main" id="{61F98E27-46FE-6344-3655-160E078A86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5283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="" xmlns:a16="http://schemas.microsoft.com/office/drawing/2014/main" id="{00B43360-9002-164A-F3C6-781E213D665F}"/>
              </a:ext>
            </a:extLst>
          </p:cNvPr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608409" y="6356002"/>
            <a:ext cx="2845064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3" name="Rectangle 15">
            <a:extLst>
              <a:ext uri="{FF2B5EF4-FFF2-40B4-BE49-F238E27FC236}">
                <a16:creationId xmlns="" xmlns:a16="http://schemas.microsoft.com/office/drawing/2014/main" id="{CBCEF685-BCA5-236B-5C95-7362F4A18E0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165137" y="6356002"/>
            <a:ext cx="3861727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4" name="Rectangle 16">
            <a:extLst>
              <a:ext uri="{FF2B5EF4-FFF2-40B4-BE49-F238E27FC236}">
                <a16:creationId xmlns="" xmlns:a16="http://schemas.microsoft.com/office/drawing/2014/main" id="{0B33B43C-2695-E705-B601-2C22DA2E2E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36938" y="6356002"/>
            <a:ext cx="2845065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fld id="{E3279B45-B293-4B0A-AE23-BF94EF1E258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51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 kern="1200">
          <a:solidFill>
            <a:schemeClr val="tx2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2pPr>
      <a:lvl3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3pPr>
      <a:lvl4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4pPr>
      <a:lvl5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5pPr>
      <a:lvl6pPr marL="45752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6pPr>
      <a:lvl7pPr marL="91504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7pPr>
      <a:lvl8pPr marL="137256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8pPr>
      <a:lvl9pPr marL="183008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9pPr>
    </p:titleStyle>
    <p:bodyStyle>
      <a:lvl1pPr marL="343140" indent="-34314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3470" indent="-28595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8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80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132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884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»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636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388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3140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892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5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50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5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3008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760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51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26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601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="" xmlns:a16="http://schemas.microsoft.com/office/drawing/2014/main" id="{DB1A1CBF-78F6-04CE-032B-84F018621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846" y="3028834"/>
            <a:ext cx="890214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3200" b="1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동네 식물</a:t>
            </a:r>
            <a:r>
              <a:rPr lang="en-US" altLang="ko-KR" sz="3200" b="1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,</a:t>
            </a:r>
          </a:p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우리에게 어떤 이야기를 들려줄까요</a:t>
            </a:r>
            <a:r>
              <a:rPr lang="en-US" altLang="ko-KR" sz="2800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?</a:t>
            </a:r>
            <a:endParaRPr lang="en-US" altLang="ko-KR" sz="2800" dirty="0">
              <a:solidFill>
                <a:srgbClr val="F6877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8197" name="AutoShape 5">
            <a:extLst>
              <a:ext uri="{FF2B5EF4-FFF2-40B4-BE49-F238E27FC236}">
                <a16:creationId xmlns="" xmlns:a16="http://schemas.microsoft.com/office/drawing/2014/main" id="{D30265AA-F044-ED79-BF49-9BCB13CB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4114452"/>
            <a:ext cx="11332603" cy="101666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915040" fontAlgn="base" latinLnBrk="1">
              <a:spcBef>
                <a:spcPct val="30000"/>
              </a:spcBef>
              <a:spcAft>
                <a:spcPct val="0"/>
              </a:spcAft>
            </a:pPr>
            <a:endParaRPr kumimoji="1" lang="ko-KR" altLang="en-US" sz="1201">
              <a:solidFill>
                <a:srgbClr val="000000"/>
              </a:solidFill>
              <a:latin typeface="Calibri" panose="020F0502020204030204" pitchFamily="34" charset="0"/>
              <a:ea typeface="굴림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="" xmlns:a16="http://schemas.microsoft.com/office/drawing/2014/main" id="{FF65134C-B580-CD8E-1141-8D9526384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575198"/>
            <a:ext cx="3555140" cy="548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99" tIns="61000" rIns="121999" bIns="61000" anchor="b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602" dirty="0">
                <a:solidFill>
                  <a:srgbClr val="FFFFFF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초등 미술</a:t>
            </a:r>
          </a:p>
        </p:txBody>
      </p:sp>
      <p:pic>
        <p:nvPicPr>
          <p:cNvPr id="8199" name="Picture 7" descr="이미지">
            <a:extLst>
              <a:ext uri="{FF2B5EF4-FFF2-40B4-BE49-F238E27FC236}">
                <a16:creationId xmlns="" xmlns:a16="http://schemas.microsoft.com/office/drawing/2014/main" id="{255EE14A-AD27-01D3-95C7-BE84703B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56" y="1639516"/>
            <a:ext cx="2068272" cy="138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0" name="Rectangle 8">
            <a:extLst>
              <a:ext uri="{FF2B5EF4-FFF2-40B4-BE49-F238E27FC236}">
                <a16:creationId xmlns="" xmlns:a16="http://schemas.microsoft.com/office/drawing/2014/main" id="{4AA4FEAA-717A-5DDD-146C-2C87F8321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76" y="2017587"/>
            <a:ext cx="2543244" cy="64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79" tIns="60973" rIns="121979" bIns="60973"/>
          <a:lstStyle>
            <a:lvl1pPr marL="225425" indent="-225425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225583" indent="-225583"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703" dirty="0" smtClean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15</a:t>
            </a:r>
            <a:r>
              <a:rPr lang="ko-KR" altLang="en-US" sz="3703" dirty="0" err="1" smtClean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ko-KR" altLang="en-US" sz="3703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Quiz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754433" y="2741297"/>
            <a:ext cx="6495689" cy="1815882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다음에 나오는 사진은 식물의 일부 모습입니다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사진을 보고 어떤 식물인지 맞혀 보세요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모두 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5</a:t>
            </a:r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문제가 준비되어 있습니다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재미있게 참여해 주세요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</a:t>
            </a:r>
            <a:endParaRPr lang="ko-KR" altLang="en-US" sz="28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494" y="2438378"/>
            <a:ext cx="2831012" cy="308605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327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3374256" y="3304917"/>
            <a:ext cx="855491" cy="55399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수국</a:t>
            </a:r>
            <a:endParaRPr lang="en-US" altLang="ko-KR" sz="30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53" b="12736"/>
          <a:stretch/>
        </p:blipFill>
        <p:spPr bwMode="auto">
          <a:xfrm>
            <a:off x="5078968" y="2275014"/>
            <a:ext cx="3868794" cy="316780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3279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039" y="2481262"/>
            <a:ext cx="2537921" cy="277498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3174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452100" y="3161944"/>
            <a:ext cx="2058255" cy="553998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나팔꽃</a:t>
            </a:r>
            <a:endParaRPr lang="ko-KR" altLang="en-US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919" y="2139755"/>
            <a:ext cx="3848100" cy="34004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8912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195" y="2346681"/>
            <a:ext cx="3122799" cy="26876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0349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743224" y="3372238"/>
            <a:ext cx="1648143" cy="55399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단풍나무</a:t>
            </a:r>
            <a:endParaRPr lang="en-US" altLang="ko-KR" sz="30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584" y="2201426"/>
            <a:ext cx="3051587" cy="34496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1846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060" y="2672405"/>
            <a:ext cx="2647950" cy="231457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7268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3068778" y="3332649"/>
            <a:ext cx="1282274" cy="55399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무궁</a:t>
            </a:r>
            <a:r>
              <a:rPr lang="ko-KR" altLang="en-US" sz="3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화</a:t>
            </a:r>
            <a:endParaRPr lang="en-US" altLang="ko-KR" sz="30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0737" y="2272480"/>
            <a:ext cx="3352024" cy="32283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6829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827" y="2748498"/>
            <a:ext cx="3632346" cy="162829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7268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3119371" y="3372239"/>
            <a:ext cx="916405" cy="55399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호</a:t>
            </a:r>
            <a:r>
              <a:rPr lang="ko-KR" altLang="en-US" sz="3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박</a:t>
            </a:r>
            <a:endParaRPr lang="en-US" altLang="ko-KR" sz="30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409" y="2252430"/>
            <a:ext cx="5365144" cy="27936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6829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6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1"/>
              <a:ext cx="3579128" cy="7349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경험 나누기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869897" y="3141271"/>
            <a:ext cx="8794678" cy="819224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평소에 동네에서 본 적 있는 식물의 종류와 식물을 발견한 장소를</a:t>
            </a:r>
          </a:p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친구들에게 이야기해보세요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7531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869897" y="3095105"/>
            <a:ext cx="8794678" cy="92333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2700" b="1" u="sng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동네 식물</a:t>
            </a:r>
            <a:r>
              <a:rPr lang="ko-KR" altLang="en-US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의 종류와 특징을 탐색하여 </a:t>
            </a:r>
            <a:r>
              <a:rPr lang="ko-KR" altLang="en-US" sz="2700" b="1" u="sng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자연에 대한 이해와</a:t>
            </a:r>
            <a:r>
              <a:rPr lang="ko-KR" altLang="en-US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ko-KR" altLang="en-US" sz="2700" b="1" u="sng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관심</a:t>
            </a:r>
            <a:r>
              <a:rPr lang="ko-KR" altLang="en-US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을 키우고</a:t>
            </a:r>
            <a:r>
              <a:rPr lang="en-US" altLang="ko-KR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700" b="1" u="sng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생명 존중</a:t>
            </a:r>
            <a:r>
              <a:rPr lang="ko-KR" altLang="en-US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의 태도를 기를 수 있다</a:t>
            </a:r>
            <a:r>
              <a:rPr lang="en-US" altLang="ko-KR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920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1. 『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동네식물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』</a:t>
            </a:r>
            <a:r>
              <a:rPr lang="en-US" altLang="ko-KR" sz="27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7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글∙그림 안도연</a:t>
            </a:r>
            <a:r>
              <a:rPr lang="en-US" altLang="ko-KR" sz="27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)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감상하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영상 시청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19760" y="4004882"/>
            <a:ext cx="9525376" cy="163121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안도연 작가가 그리고 쓴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『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동네식물</a:t>
            </a: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』</a:t>
            </a:r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의 일부를 함께 감상하면서</a:t>
            </a: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선생님이 동네를 산책하며 찍은 식물 사진도 함께 살펴보겠습니다</a:t>
            </a: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영상을 시청하는 동안 식물의 그림과 사진을 주의 깊게 보고</a:t>
            </a: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마음에 와 닿는 글은 메모하거나 기억하세요</a:t>
            </a: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 </a:t>
            </a:r>
          </a:p>
          <a:p>
            <a:r>
              <a:rPr lang="ko-KR" altLang="en-US" sz="2000" b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영상 시청 후</a:t>
            </a:r>
            <a:r>
              <a:rPr lang="en-US" altLang="ko-KR" sz="2000" b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000" b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마음에 드는 내용을 함께 발표하는 시간을 갖겠습니다</a:t>
            </a:r>
            <a:r>
              <a:rPr lang="en-US" altLang="ko-KR" sz="2000" b="1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61" y="1714729"/>
            <a:ext cx="5762625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6397750" y="3538951"/>
            <a:ext cx="2844550" cy="276999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>
              <a:defRPr/>
            </a:pPr>
            <a:r>
              <a:rPr lang="ko-KR" altLang="en-US" sz="12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그림 출처</a:t>
            </a:r>
            <a:r>
              <a:rPr lang="en-US" altLang="ko-KR" sz="12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 </a:t>
            </a:r>
            <a:r>
              <a:rPr lang="ko-KR" altLang="en-US" sz="12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안도연 작가 제공</a:t>
            </a:r>
            <a:endParaRPr lang="en-US" altLang="ko-KR" sz="12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작가의 일러스트 색칠하기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계절의 색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19761" y="1431905"/>
            <a:ext cx="9117399" cy="45339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just">
              <a:defRPr/>
            </a:pP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계절의 색을 알아볼까요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  <a:endParaRPr lang="ko-KR" altLang="en-US" sz="2400" spc="-147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  <p:pic>
        <p:nvPicPr>
          <p:cNvPr id="100" name="그림 9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27966" y="1999906"/>
            <a:ext cx="10336067" cy="3353268"/>
          </a:xfrm>
          <a:prstGeom prst="rect">
            <a:avLst/>
          </a:prstGeom>
        </p:spPr>
      </p:pic>
      <p:sp>
        <p:nvSpPr>
          <p:cNvPr id="101" name="직사각형 100"/>
          <p:cNvSpPr/>
          <p:nvPr/>
        </p:nvSpPr>
        <p:spPr>
          <a:xfrm>
            <a:off x="927966" y="5459730"/>
            <a:ext cx="2533126" cy="45339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봄</a:t>
            </a:r>
          </a:p>
        </p:txBody>
      </p:sp>
      <p:sp>
        <p:nvSpPr>
          <p:cNvPr id="102" name="직사각형 101"/>
          <p:cNvSpPr/>
          <p:nvPr/>
        </p:nvSpPr>
        <p:spPr>
          <a:xfrm>
            <a:off x="6161442" y="5467785"/>
            <a:ext cx="2533126" cy="45339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가을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3544704" y="5467785"/>
            <a:ext cx="2533126" cy="45339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여름</a:t>
            </a:r>
          </a:p>
        </p:txBody>
      </p:sp>
      <p:sp>
        <p:nvSpPr>
          <p:cNvPr id="104" name="직사각형 103"/>
          <p:cNvSpPr/>
          <p:nvPr/>
        </p:nvSpPr>
        <p:spPr>
          <a:xfrm>
            <a:off x="8778180" y="5467785"/>
            <a:ext cx="2533126" cy="45339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겨울</a:t>
            </a:r>
          </a:p>
        </p:txBody>
      </p:sp>
    </p:spTree>
    <p:extLst>
      <p:ext uri="{BB962C8B-B14F-4D97-AF65-F5344CB8AC3E}">
        <p14:creationId xmlns:p14="http://schemas.microsoft.com/office/powerpoint/2010/main" val="4019011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17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작가의 일러스트 색칠하기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4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봄의 색</a:t>
            </a:r>
          </a:p>
        </p:txBody>
      </p:sp>
      <p:pic>
        <p:nvPicPr>
          <p:cNvPr id="105" name="그림 10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12236" y="1285513"/>
            <a:ext cx="9029330" cy="507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994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18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작가의 일러스트 색칠하기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4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여름의 색</a:t>
            </a:r>
          </a:p>
        </p:txBody>
      </p:sp>
      <p:pic>
        <p:nvPicPr>
          <p:cNvPr id="105" name="그림 10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9761" y="1292637"/>
            <a:ext cx="9084815" cy="511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17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19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작가의 일러스트 색칠하기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4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가을의 색</a:t>
            </a:r>
          </a:p>
        </p:txBody>
      </p:sp>
      <p:pic>
        <p:nvPicPr>
          <p:cNvPr id="105" name="그림 10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9761" y="1271830"/>
            <a:ext cx="9083787" cy="510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12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20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작가의 일러스트 색칠하기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4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겨울의 색</a:t>
            </a:r>
          </a:p>
        </p:txBody>
      </p:sp>
      <p:pic>
        <p:nvPicPr>
          <p:cNvPr id="105" name="그림 10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9761" y="1295238"/>
            <a:ext cx="9149548" cy="514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463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21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작가의 일러스트 색칠하기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4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작품 </a:t>
            </a:r>
            <a:r>
              <a:rPr lang="en-US" altLang="ko-KR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pic>
        <p:nvPicPr>
          <p:cNvPr id="97" name="그림 9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2695" y="1236482"/>
            <a:ext cx="9234830" cy="519459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975475" y="6222822"/>
            <a:ext cx="2844550" cy="276999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>
              <a:defRPr/>
            </a:pPr>
            <a:r>
              <a:rPr lang="ko-KR" altLang="en-US" sz="12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그림 출처</a:t>
            </a:r>
            <a:r>
              <a:rPr lang="en-US" altLang="ko-KR" sz="12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 </a:t>
            </a:r>
            <a:r>
              <a:rPr lang="ko-KR" altLang="en-US" sz="12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안도연 작가 제공</a:t>
            </a:r>
            <a:endParaRPr lang="en-US" altLang="ko-KR" sz="12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82076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22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작가의 일러스트 색칠하기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4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작품 </a:t>
            </a:r>
            <a:r>
              <a:rPr lang="en-US" altLang="ko-KR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2</a:t>
            </a:r>
          </a:p>
        </p:txBody>
      </p:sp>
      <p:pic>
        <p:nvPicPr>
          <p:cNvPr id="98" name="그림 9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5705" y="1271002"/>
            <a:ext cx="9112557" cy="512581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975475" y="6119816"/>
            <a:ext cx="2844550" cy="276999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>
              <a:defRPr/>
            </a:pPr>
            <a:r>
              <a:rPr lang="ko-KR" altLang="en-US" sz="12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그림 출처</a:t>
            </a:r>
            <a:r>
              <a:rPr lang="en-US" altLang="ko-KR" sz="12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 </a:t>
            </a:r>
            <a:r>
              <a:rPr lang="ko-KR" altLang="en-US" sz="12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안도연 작가 제공</a:t>
            </a:r>
            <a:endParaRPr lang="en-US" altLang="ko-KR" sz="12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3325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23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38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작가의 일러스트 색칠하기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4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작품 </a:t>
            </a:r>
            <a:r>
              <a:rPr lang="en-US" altLang="ko-KR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pic>
        <p:nvPicPr>
          <p:cNvPr id="98" name="그림 9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1941" y="1347998"/>
            <a:ext cx="8963168" cy="504178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703525" y="5958301"/>
            <a:ext cx="2844550" cy="276999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>
              <a:defRPr/>
            </a:pPr>
            <a:r>
              <a:rPr lang="ko-KR" altLang="en-US" sz="12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그림 출처</a:t>
            </a:r>
            <a:r>
              <a:rPr lang="en-US" altLang="ko-KR" sz="12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 </a:t>
            </a:r>
            <a:r>
              <a:rPr lang="ko-KR" altLang="en-US" sz="12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안도연 작가 제공</a:t>
            </a:r>
            <a:endParaRPr lang="en-US" altLang="ko-KR" sz="12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88643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형성평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가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975610" y="2964180"/>
            <a:ext cx="6278879" cy="1367790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28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여러 가지 선을 보고 선의 종류를 맞춰 보세요</a:t>
            </a:r>
            <a:r>
              <a:rPr lang="en-US" altLang="ko-KR" sz="28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ctr">
              <a:defRPr/>
            </a:pPr>
            <a:r>
              <a:rPr lang="ko-KR" altLang="en-US" sz="28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모두 </a:t>
            </a:r>
            <a:r>
              <a:rPr lang="en-US" altLang="ko-KR" sz="28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4</a:t>
            </a:r>
            <a:r>
              <a:rPr lang="ko-KR" altLang="en-US" sz="28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문제 준비되어 있습니다</a:t>
            </a:r>
            <a:r>
              <a:rPr lang="en-US" altLang="ko-KR" sz="28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ctr">
              <a:defRPr/>
            </a:pPr>
            <a:r>
              <a:rPr lang="ko-KR" altLang="en-US" sz="28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재미있게 참여해주세요</a:t>
            </a:r>
            <a:r>
              <a:rPr lang="en-US" altLang="ko-KR" sz="28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</a:t>
            </a:r>
            <a:endParaRPr lang="ko-KR" altLang="en-US" sz="2800" spc="-147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2148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4099" name="그림 409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409812" y="2221828"/>
            <a:ext cx="5372377" cy="3169316"/>
          </a:xfrm>
          <a:prstGeom prst="ellipse">
            <a:avLst/>
          </a:prstGeom>
          <a:ln w="889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58891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5652135" y="3464706"/>
            <a:ext cx="878205" cy="543414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30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곡선</a:t>
            </a:r>
          </a:p>
        </p:txBody>
      </p:sp>
    </p:spTree>
    <p:extLst>
      <p:ext uri="{BB962C8B-B14F-4D97-AF65-F5344CB8AC3E}">
        <p14:creationId xmlns:p14="http://schemas.microsoft.com/office/powerpoint/2010/main" val="755754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6147" name="그림 614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12721" y="2315402"/>
            <a:ext cx="4310494" cy="3164570"/>
          </a:xfrm>
          <a:prstGeom prst="ellipse">
            <a:avLst/>
          </a:prstGeom>
          <a:ln w="889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95778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5661660" y="3464706"/>
            <a:ext cx="878205" cy="543414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30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직선</a:t>
            </a:r>
          </a:p>
        </p:txBody>
      </p:sp>
    </p:spTree>
    <p:extLst>
      <p:ext uri="{BB962C8B-B14F-4D97-AF65-F5344CB8AC3E}">
        <p14:creationId xmlns:p14="http://schemas.microsoft.com/office/powerpoint/2010/main" val="5302426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5867" spc="-2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8195" name="그림 819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33867" y="2376487"/>
            <a:ext cx="4524265" cy="3057527"/>
          </a:xfrm>
          <a:prstGeom prst="ellipse">
            <a:avLst/>
          </a:prstGeom>
          <a:ln w="889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22110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5652135" y="3464706"/>
            <a:ext cx="878205" cy="543414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30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나선</a:t>
            </a:r>
          </a:p>
        </p:txBody>
      </p:sp>
    </p:spTree>
    <p:extLst>
      <p:ext uri="{BB962C8B-B14F-4D97-AF65-F5344CB8AC3E}">
        <p14:creationId xmlns:p14="http://schemas.microsoft.com/office/powerpoint/2010/main" val="1498481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6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1"/>
              <a:ext cx="3579128" cy="7349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</a:p>
          </p:txBody>
        </p:sp>
      </p:grpSp>
      <p:pic>
        <p:nvPicPr>
          <p:cNvPr id="8196" name="그림 819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745478" y="2295815"/>
            <a:ext cx="4444981" cy="3061661"/>
          </a:xfrm>
          <a:prstGeom prst="ellipse">
            <a:avLst/>
          </a:prstGeom>
          <a:ln w="889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275202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5185410" y="3464706"/>
            <a:ext cx="1878330" cy="543414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30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지그재그선</a:t>
            </a:r>
          </a:p>
        </p:txBody>
      </p:sp>
    </p:spTree>
    <p:extLst>
      <p:ext uri="{BB962C8B-B14F-4D97-AF65-F5344CB8AC3E}">
        <p14:creationId xmlns:p14="http://schemas.microsoft.com/office/powerpoint/2010/main" val="3773280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7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수업 안내</a:t>
            </a:r>
            <a:endParaRPr lang="ko-KR" altLang="en-US" sz="27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err="1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예고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19757" y="1503313"/>
            <a:ext cx="9117399" cy="2308324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다음 시간에는 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&lt;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지역 미술 여행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공공미술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&gt;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단원의 세 번째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시간으로 </a:t>
            </a:r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just">
              <a:defRPr/>
            </a:pPr>
            <a:r>
              <a:rPr lang="en-US" altLang="ko-KR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‘</a:t>
            </a:r>
            <a:r>
              <a:rPr lang="ko-KR" altLang="en-US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동물도 마음이 있어요</a:t>
            </a:r>
            <a:r>
              <a:rPr lang="en-US" altLang="ko-KR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!</a:t>
            </a:r>
            <a:r>
              <a:rPr lang="ko-KR" altLang="en-US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 슬픈 동물은 어떤 얼굴일까요</a:t>
            </a:r>
            <a:r>
              <a:rPr lang="en-US" altLang="ko-KR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?’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를 주제로 </a:t>
            </a:r>
          </a:p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수업을 진행합니다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just">
              <a:defRPr/>
            </a:pPr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편안한 마음으로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열린 자세로 수업에 참여해 주세요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다음 시간에 만나요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  <p:pic>
        <p:nvPicPr>
          <p:cNvPr id="10243" name="그림 1024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465745" y="2657475"/>
            <a:ext cx="2581922" cy="3442563"/>
          </a:xfrm>
          <a:prstGeom prst="ellipse">
            <a:avLst/>
          </a:prstGeom>
          <a:ln w="889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  <a:reflection blurRad="6350" stA="52000" endA="300" endPos="35000" dir="5400000" sy="-100000" algn="bl" rotWithShape="0"/>
          </a:effectLst>
        </p:spPr>
      </p:pic>
      <p:sp>
        <p:nvSpPr>
          <p:cNvPr id="10244" name="타원형 설명선 10243"/>
          <p:cNvSpPr/>
          <p:nvPr/>
        </p:nvSpPr>
        <p:spPr>
          <a:xfrm>
            <a:off x="6096000" y="3914497"/>
            <a:ext cx="1941989" cy="1387136"/>
          </a:xfrm>
          <a:prstGeom prst="wedgeEllipseCallout">
            <a:avLst>
              <a:gd name="adj1" fmla="val 61087"/>
              <a:gd name="adj2" fmla="val 24098"/>
            </a:avLst>
          </a:prstGeom>
          <a:solidFill>
            <a:schemeClr val="lt1"/>
          </a:solidFill>
          <a:ln w="25400">
            <a:solidFill>
              <a:srgbClr val="EEAF0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몽이는 지금 어떤 기분일까요</a:t>
            </a:r>
            <a:r>
              <a:rPr lang="en-US" altLang="ko-KR" sz="150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111" y="5335203"/>
            <a:ext cx="1093755" cy="109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9948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7712B"/>
      </a:accent6>
      <a:hlink>
        <a:srgbClr val="0563C1"/>
      </a:hlink>
      <a:folHlink>
        <a:srgbClr val="954F72"/>
      </a:folHlink>
    </a:clrScheme>
    <a:fontScheme name="내용 4개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Calibri"/>
            <a:cs typeface="Calibri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Calibri"/>
            <a:cs typeface="Calibri"/>
          </a:defRPr>
        </a:defPPr>
      </a:lst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357</Words>
  <Application>Microsoft Office PowerPoint</Application>
  <PresentationFormat>사용자 지정</PresentationFormat>
  <Paragraphs>104</Paragraphs>
  <Slides>34</Slides>
  <Notes>10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34</vt:i4>
      </vt:variant>
    </vt:vector>
  </HeadingPairs>
  <TitlesOfParts>
    <vt:vector size="36" baseType="lpstr">
      <vt:lpstr>Office Theme</vt:lpstr>
      <vt:lpstr>내용 4개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활동 1. 『동네식물』(글∙그림 안도연) 감상하기</vt:lpstr>
      <vt:lpstr>활동 2. 작가의 일러스트 색칠하기</vt:lpstr>
      <vt:lpstr>활동 2. 작가의 일러스트 색칠하기</vt:lpstr>
      <vt:lpstr>활동 2. 작가의 일러스트 색칠하기</vt:lpstr>
      <vt:lpstr>활동 2. 작가의 일러스트 색칠하기</vt:lpstr>
      <vt:lpstr>활동 2. 작가의 일러스트 색칠하기</vt:lpstr>
      <vt:lpstr>활동 2. 작가의 일러스트 색칠하기</vt:lpstr>
      <vt:lpstr>활동 2. 작가의 일러스트 색칠하기</vt:lpstr>
      <vt:lpstr>활동 2. 작가의 일러스트 색칠하기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다음 수업 안내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52</cp:revision>
  <dcterms:created xsi:type="dcterms:W3CDTF">2026-07-09T22:35:37Z</dcterms:created>
  <dcterms:modified xsi:type="dcterms:W3CDTF">2026-10-18T12:13:00Z</dcterms:modified>
  <cp:version/>
</cp:coreProperties>
</file>