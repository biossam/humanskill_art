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7"/>
  </p:notesMasterIdLst>
  <p:sldIdLst>
    <p:sldId id="256" r:id="rId3"/>
    <p:sldId id="265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8" r:id="rId12"/>
    <p:sldId id="286" r:id="rId13"/>
    <p:sldId id="289" r:id="rId14"/>
    <p:sldId id="301" r:id="rId15"/>
    <p:sldId id="278" r:id="rId16"/>
    <p:sldId id="266" r:id="rId17"/>
    <p:sldId id="290" r:id="rId18"/>
    <p:sldId id="304" r:id="rId19"/>
    <p:sldId id="303" r:id="rId20"/>
    <p:sldId id="305" r:id="rId21"/>
    <p:sldId id="306" r:id="rId22"/>
    <p:sldId id="302" r:id="rId23"/>
    <p:sldId id="307" r:id="rId24"/>
    <p:sldId id="308" r:id="rId25"/>
    <p:sldId id="293" r:id="rId26"/>
    <p:sldId id="294" r:id="rId27"/>
    <p:sldId id="295" r:id="rId28"/>
    <p:sldId id="296" r:id="rId29"/>
    <p:sldId id="297" r:id="rId30"/>
    <p:sldId id="298" r:id="rId31"/>
    <p:sldId id="299" r:id="rId32"/>
    <p:sldId id="309" r:id="rId33"/>
    <p:sldId id="310" r:id="rId34"/>
    <p:sldId id="300" r:id="rId35"/>
    <p:sldId id="270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-616" y="-76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328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5355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407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0963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87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pPr lvl="0"/>
            <a:fld id="{6669DCDE-839F-45A5-BBBA-002CD9F8819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8975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6.xml"/><Relationship Id="rId2" Type="http://schemas.openxmlformats.org/officeDocument/2006/relationships/slideLayout" Target="../slideLayouts/slideLayout6.xm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Relationship Id="rId14" Type="http://schemas.openxmlformats.org/officeDocument/2006/relationships/image" Target="../media/image6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jp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동네 식물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우리에게 어떤 이야기를 들려줄까요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15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54433" y="2741297"/>
            <a:ext cx="6495689" cy="1815882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사진은 식물의 일부 모습입니다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사진을 보고 어떤 식물인지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문제가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 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0494" y="2438378"/>
            <a:ext cx="2831012" cy="308605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374256" y="3304917"/>
            <a:ext cx="855491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수국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853" b="12736"/>
          <a:stretch/>
        </p:blipFill>
        <p:spPr bwMode="auto">
          <a:xfrm>
            <a:off x="5078968" y="2275014"/>
            <a:ext cx="3868794" cy="316780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039" y="2481262"/>
            <a:ext cx="2537921" cy="2774980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52100" y="3161944"/>
            <a:ext cx="2058255" cy="55399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나팔꽃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919" y="2139755"/>
            <a:ext cx="3848100" cy="340042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6195" y="2346681"/>
            <a:ext cx="3122799" cy="268765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743224" y="3372238"/>
            <a:ext cx="1648143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1584" y="2201426"/>
            <a:ext cx="3051587" cy="3449620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060" y="2672405"/>
            <a:ext cx="2647950" cy="231457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068778" y="3332649"/>
            <a:ext cx="1282274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무궁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화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0737" y="2272480"/>
            <a:ext cx="3352024" cy="322833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9827" y="2748498"/>
            <a:ext cx="3632346" cy="1628293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3119371" y="3372239"/>
            <a:ext cx="916405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호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박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4409" y="2252430"/>
            <a:ext cx="5365144" cy="279361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6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1"/>
              <a:ext cx="3579128" cy="7349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경험 나누기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141271"/>
            <a:ext cx="8794678" cy="8192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평소에 동네에서 본 적 있는 식물의 종류와 식물을 발견한 장소를</a:t>
            </a:r>
          </a:p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친구들에게 이야기해보세요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7531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69897" y="3095105"/>
            <a:ext cx="8794678" cy="92333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 식물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종류와 특징을 탐색하여 </a:t>
            </a:r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이해와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관심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키우고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700" b="1" u="sng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생명 존중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태도를 기를 수 있다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『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동네식물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』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글∙그림 안도연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감상하</a:t>
            </a:r>
            <a:r>
              <a:rPr lang="ko-KR" altLang="en-US" sz="38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0" y="4004882"/>
            <a:ext cx="9525376" cy="163121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작가가 그리고 쓴 </a:t>
            </a:r>
            <a:r>
              <a:rPr lang="en-US" altLang="ko-KR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『</a:t>
            </a:r>
            <a:r>
              <a:rPr lang="ko-KR" altLang="en-US" sz="20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동네식물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』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의 일부를 함께 감상하면서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선생님이 동네를 산책하며 찍은 식물 사진도 함께 살펴보겠습니다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영상을 시청하는 동안 식물의 그림과 사진을 주의 깊게 보고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와 닿는 글은 메모하거나 기억하세요</a:t>
            </a:r>
            <a:r>
              <a:rPr lang="en-US" altLang="ko-KR" sz="20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영상 시청 후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내용을 함께 발표하는 시간을 갖겠습니다</a:t>
            </a:r>
            <a:r>
              <a:rPr lang="en-US" altLang="ko-KR" sz="2000" b="1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61" y="1714729"/>
            <a:ext cx="5762625" cy="2095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6397750" y="353895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계절의 색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61" y="1431905"/>
            <a:ext cx="9117399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계절의 색을 알아볼까요</a:t>
            </a:r>
            <a:r>
              <a:rPr lang="en-US" altLang="ko-KR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0" name="그림 9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27966" y="1999906"/>
            <a:ext cx="10336067" cy="3353268"/>
          </a:xfrm>
          <a:prstGeom prst="rect">
            <a:avLst/>
          </a:prstGeom>
        </p:spPr>
      </p:pic>
      <p:sp>
        <p:nvSpPr>
          <p:cNvPr id="101" name="직사각형 100"/>
          <p:cNvSpPr/>
          <p:nvPr/>
        </p:nvSpPr>
        <p:spPr>
          <a:xfrm>
            <a:off x="927966" y="5459730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봄</a:t>
            </a:r>
          </a:p>
        </p:txBody>
      </p:sp>
      <p:sp>
        <p:nvSpPr>
          <p:cNvPr id="102" name="직사각형 101"/>
          <p:cNvSpPr/>
          <p:nvPr/>
        </p:nvSpPr>
        <p:spPr>
          <a:xfrm>
            <a:off x="6161442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가을</a:t>
            </a:r>
          </a:p>
        </p:txBody>
      </p:sp>
      <p:sp>
        <p:nvSpPr>
          <p:cNvPr id="103" name="직사각형 102"/>
          <p:cNvSpPr/>
          <p:nvPr/>
        </p:nvSpPr>
        <p:spPr>
          <a:xfrm>
            <a:off x="3544704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여름</a:t>
            </a:r>
          </a:p>
        </p:txBody>
      </p:sp>
      <p:sp>
        <p:nvSpPr>
          <p:cNvPr id="104" name="직사각형 103"/>
          <p:cNvSpPr/>
          <p:nvPr/>
        </p:nvSpPr>
        <p:spPr>
          <a:xfrm>
            <a:off x="8778180" y="5467785"/>
            <a:ext cx="2533126" cy="453390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겨울</a:t>
            </a: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12236" y="1285513"/>
            <a:ext cx="9029330" cy="5078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94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여름의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2637"/>
            <a:ext cx="9084815" cy="5110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171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가을의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71830"/>
            <a:ext cx="9083787" cy="5109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126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CA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겨울의 색</a:t>
            </a:r>
          </a:p>
        </p:txBody>
      </p:sp>
      <p:pic>
        <p:nvPicPr>
          <p:cNvPr id="105" name="그림 10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19761" y="1295238"/>
            <a:ext cx="9149548" cy="5146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4638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pic>
        <p:nvPicPr>
          <p:cNvPr id="97" name="그림 9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2695" y="1236482"/>
            <a:ext cx="9234830" cy="51945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975475" y="6222822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82076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5705" y="1271002"/>
            <a:ext cx="9112557" cy="512581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975475" y="6119816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63325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작가의 일러스트 색칠하기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47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작품 </a:t>
            </a:r>
            <a:r>
              <a:rPr lang="en-US" altLang="ko-KR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pic>
        <p:nvPicPr>
          <p:cNvPr id="98" name="그림 9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1941" y="1347998"/>
            <a:ext cx="8963168" cy="5041783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703525" y="5958301"/>
            <a:ext cx="2844550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>
              <a:defRPr/>
            </a:pP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</a:t>
            </a:r>
            <a:r>
              <a:rPr lang="en-US" altLang="ko-KR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2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en-US" altLang="ko-KR" sz="12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886439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75610" y="2964180"/>
            <a:ext cx="6278879" cy="136779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여러 가지 선을 보고 선의 종류를 맞춰 보세요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4</a:t>
            </a: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ctr">
              <a:defRPr/>
            </a:pPr>
            <a:r>
              <a:rPr lang="ko-KR" altLang="en-US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4099" name="그림 409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409812" y="2221828"/>
            <a:ext cx="5372377" cy="3169316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52135" y="3464706"/>
            <a:ext cx="8782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곡선</a:t>
            </a: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6147" name="그림 614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812721" y="2315402"/>
            <a:ext cx="4310494" cy="3164570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61660" y="3464706"/>
            <a:ext cx="8782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직선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195" name="그림 819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833867" y="2376487"/>
            <a:ext cx="4524265" cy="3057527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52135" y="3464706"/>
            <a:ext cx="878205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나선</a:t>
            </a: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6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1"/>
              <a:ext cx="3579128" cy="73492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</a:p>
          </p:txBody>
        </p:sp>
      </p:grpSp>
      <p:pic>
        <p:nvPicPr>
          <p:cNvPr id="8196" name="그림 819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745478" y="2295815"/>
            <a:ext cx="4444981" cy="3061661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275202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185410" y="3464706"/>
            <a:ext cx="1878330" cy="543414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0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지그재그선</a:t>
            </a:r>
          </a:p>
        </p:txBody>
      </p:sp>
    </p:spTree>
    <p:extLst>
      <p:ext uri="{BB962C8B-B14F-4D97-AF65-F5344CB8AC3E}">
        <p14:creationId xmlns:p14="http://schemas.microsoft.com/office/powerpoint/2010/main" val="37732808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503313"/>
            <a:ext cx="9117399" cy="2308324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공공미술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세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동물도 마음이 있어요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!</a:t>
            </a:r>
            <a:r>
              <a:rPr lang="ko-KR" altLang="en-US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 슬픈 동물은 어떤 얼굴일까요</a:t>
            </a:r>
            <a:r>
              <a:rPr lang="en-US" altLang="ko-KR" sz="2400" spc="-147" dirty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수업을 진행합니다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endParaRPr lang="en-US" altLang="ko-KR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lvl="0" algn="just">
              <a:defRPr/>
            </a:pP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3" name="그림 1024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465745" y="2657475"/>
            <a:ext cx="2581922" cy="3442563"/>
          </a:xfrm>
          <a:prstGeom prst="ellipse">
            <a:avLst/>
          </a:prstGeom>
          <a:ln w="889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  <a:reflection blurRad="6350" stA="52000" endA="300" endPos="35000" dir="5400000" sy="-100000" algn="bl" rotWithShape="0"/>
          </a:effectLst>
        </p:spPr>
      </p:pic>
      <p:sp>
        <p:nvSpPr>
          <p:cNvPr id="10244" name="타원형 설명선 10243"/>
          <p:cNvSpPr/>
          <p:nvPr/>
        </p:nvSpPr>
        <p:spPr>
          <a:xfrm>
            <a:off x="6096000" y="3914497"/>
            <a:ext cx="1941989" cy="1387136"/>
          </a:xfrm>
          <a:prstGeom prst="wedgeEllipseCallout">
            <a:avLst>
              <a:gd name="adj1" fmla="val 61087"/>
              <a:gd name="adj2" fmla="val 24098"/>
            </a:avLst>
          </a:prstGeom>
          <a:solidFill>
            <a:schemeClr val="lt1"/>
          </a:solidFill>
          <a:ln w="25400">
            <a:solidFill>
              <a:srgbClr val="EEAF0F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500">
                <a:solidFill>
                  <a:schemeClr val="tx1"/>
                </a:solidFill>
              </a:rPr>
              <a:t>몽이는 지금 어떤 기분일까요</a:t>
            </a:r>
            <a:r>
              <a:rPr lang="en-US" altLang="ko-KR" sz="150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357</Words>
  <Application>Microsoft Office PowerPoint</Application>
  <PresentationFormat>사용자 지정</PresentationFormat>
  <Paragraphs>104</Paragraphs>
  <Slides>34</Slides>
  <Notes>10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34</vt:i4>
      </vt:variant>
    </vt:vector>
  </HeadingPairs>
  <TitlesOfParts>
    <vt:vector size="36" baseType="lpstr">
      <vt:lpstr>Office Theme</vt:lpstr>
      <vt:lpstr>내용 4개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활동 1. 『동네식물』(글∙그림 안도연) 감상하기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활동 2. 작가의 일러스트 색칠하기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user</cp:lastModifiedBy>
  <cp:revision>52</cp:revision>
  <dcterms:created xsi:type="dcterms:W3CDTF">2026-07-09T22:35:37Z</dcterms:created>
  <dcterms:modified xsi:type="dcterms:W3CDTF">2026-10-18T12:13:00Z</dcterms:modified>
  <cp:version/>
</cp:coreProperties>
</file>