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64" r:id="rId2"/>
    <p:sldId id="283" r:id="rId3"/>
    <p:sldId id="300" r:id="rId4"/>
    <p:sldId id="265" r:id="rId5"/>
    <p:sldId id="272" r:id="rId6"/>
    <p:sldId id="318" r:id="rId7"/>
    <p:sldId id="331" r:id="rId8"/>
    <p:sldId id="330" r:id="rId9"/>
    <p:sldId id="329" r:id="rId10"/>
    <p:sldId id="332" r:id="rId11"/>
    <p:sldId id="333" r:id="rId12"/>
    <p:sldId id="334" r:id="rId13"/>
    <p:sldId id="336" r:id="rId14"/>
    <p:sldId id="335" r:id="rId15"/>
    <p:sldId id="314" r:id="rId16"/>
    <p:sldId id="294" r:id="rId17"/>
    <p:sldId id="270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6B63"/>
    <a:srgbClr val="FBE5D6"/>
    <a:srgbClr val="E2F0D9"/>
    <a:srgbClr val="FFF2CC"/>
    <a:srgbClr val="DD655D"/>
    <a:srgbClr val="EDDFEC"/>
    <a:srgbClr val="FFCCCC"/>
    <a:srgbClr val="FFCCFF"/>
    <a:srgbClr val="DD6961"/>
    <a:srgbClr val="D953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786A76-56B7-4AB4-9BF0-66E6B814EC43}" v="219" dt="2026-10-24T07:45:30.05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228" y="54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이 은찬" userId="7171d596-a1e6-43c2-b263-57fdfdab9399" providerId="ADAL" clId="{3EE1A3CD-2F3E-41BB-8158-01638FE5645A}"/>
    <pc:docChg chg="delSld">
      <pc:chgData name="이 은찬" userId="7171d596-a1e6-43c2-b263-57fdfdab9399" providerId="ADAL" clId="{3EE1A3CD-2F3E-41BB-8158-01638FE5645A}" dt="2026-10-03T06:37:39.342" v="0" actId="47"/>
      <pc:docMkLst>
        <pc:docMk/>
      </pc:docMkLst>
      <pc:sldChg chg="del">
        <pc:chgData name="이 은찬" userId="7171d596-a1e6-43c2-b263-57fdfdab9399" providerId="ADAL" clId="{3EE1A3CD-2F3E-41BB-8158-01638FE5645A}" dt="2026-10-03T06:37:39.342" v="0" actId="47"/>
        <pc:sldMkLst>
          <pc:docMk/>
          <pc:sldMk cId="265708773" sldId="285"/>
        </pc:sldMkLst>
      </pc:sldChg>
    </pc:docChg>
  </pc:docChgLst>
  <pc:docChgLst>
    <pc:chgData name="이 은찬" userId="7171d596-a1e6-43c2-b263-57fdfdab9399" providerId="ADAL" clId="{98786A76-56B7-4AB4-9BF0-66E6B814EC43}"/>
    <pc:docChg chg="undo redo custSel addSld delSld modSld sldOrd">
      <pc:chgData name="이 은찬" userId="7171d596-a1e6-43c2-b263-57fdfdab9399" providerId="ADAL" clId="{98786A76-56B7-4AB4-9BF0-66E6B814EC43}" dt="2026-10-24T07:45:40.854" v="7130" actId="1076"/>
      <pc:docMkLst>
        <pc:docMk/>
      </pc:docMkLst>
      <pc:sldChg chg="delSp modSp mod">
        <pc:chgData name="이 은찬" userId="7171d596-a1e6-43c2-b263-57fdfdab9399" providerId="ADAL" clId="{98786A76-56B7-4AB4-9BF0-66E6B814EC43}" dt="2026-10-24T07:42:58.313" v="7090" actId="478"/>
        <pc:sldMkLst>
          <pc:docMk/>
          <pc:sldMk cId="2746174679" sldId="264"/>
        </pc:sldMkLst>
        <pc:spChg chg="del">
          <ac:chgData name="이 은찬" userId="7171d596-a1e6-43c2-b263-57fdfdab9399" providerId="ADAL" clId="{98786A76-56B7-4AB4-9BF0-66E6B814EC43}" dt="2026-10-24T07:42:56.724" v="7089" actId="478"/>
          <ac:spMkLst>
            <pc:docMk/>
            <pc:sldMk cId="2746174679" sldId="264"/>
            <ac:spMk id="3" creationId="{7FF98ABA-47D1-A5F4-9281-577DFA30E12E}"/>
          </ac:spMkLst>
        </pc:spChg>
        <pc:spChg chg="mod">
          <ac:chgData name="이 은찬" userId="7171d596-a1e6-43c2-b263-57fdfdab9399" providerId="ADAL" clId="{98786A76-56B7-4AB4-9BF0-66E6B814EC43}" dt="2026-10-04T03:43:30.548" v="63" actId="20577"/>
          <ac:spMkLst>
            <pc:docMk/>
            <pc:sldMk cId="2746174679" sldId="264"/>
            <ac:spMk id="4" creationId="{FA334E57-535E-D53B-C8AD-17A1D28241E4}"/>
          </ac:spMkLst>
        </pc:spChg>
        <pc:spChg chg="mod">
          <ac:chgData name="이 은찬" userId="7171d596-a1e6-43c2-b263-57fdfdab9399" providerId="ADAL" clId="{98786A76-56B7-4AB4-9BF0-66E6B814EC43}" dt="2026-10-18T07:17:34.972" v="7056" actId="20577"/>
          <ac:spMkLst>
            <pc:docMk/>
            <pc:sldMk cId="2746174679" sldId="264"/>
            <ac:spMk id="8" creationId="{8A85E423-5130-678A-F2A2-6017CB42FB8E}"/>
          </ac:spMkLst>
        </pc:spChg>
        <pc:spChg chg="mod">
          <ac:chgData name="이 은찬" userId="7171d596-a1e6-43c2-b263-57fdfdab9399" providerId="ADAL" clId="{98786A76-56B7-4AB4-9BF0-66E6B814EC43}" dt="2026-10-04T03:43:16.661" v="60"/>
          <ac:spMkLst>
            <pc:docMk/>
            <pc:sldMk cId="2746174679" sldId="264"/>
            <ac:spMk id="32" creationId="{00000000-0000-0000-0000-000000000000}"/>
          </ac:spMkLst>
        </pc:spChg>
        <pc:picChg chg="del">
          <ac:chgData name="이 은찬" userId="7171d596-a1e6-43c2-b263-57fdfdab9399" providerId="ADAL" clId="{98786A76-56B7-4AB4-9BF0-66E6B814EC43}" dt="2026-10-24T07:42:58.313" v="7090" actId="478"/>
          <ac:picMkLst>
            <pc:docMk/>
            <pc:sldMk cId="2746174679" sldId="264"/>
            <ac:picMk id="20" creationId="{CF129326-65E2-B351-ED3A-4D3C7ED73678}"/>
          </ac:picMkLst>
        </pc:picChg>
      </pc:sldChg>
      <pc:sldChg chg="modSp mod">
        <pc:chgData name="이 은찬" userId="7171d596-a1e6-43c2-b263-57fdfdab9399" providerId="ADAL" clId="{98786A76-56B7-4AB4-9BF0-66E6B814EC43}" dt="2026-10-04T03:44:07.053" v="64"/>
        <pc:sldMkLst>
          <pc:docMk/>
          <pc:sldMk cId="1828356913" sldId="265"/>
        </pc:sldMkLst>
        <pc:spChg chg="mod">
          <ac:chgData name="이 은찬" userId="7171d596-a1e6-43c2-b263-57fdfdab9399" providerId="ADAL" clId="{98786A76-56B7-4AB4-9BF0-66E6B814EC43}" dt="2026-10-04T03:44:07.053" v="64"/>
          <ac:spMkLst>
            <pc:docMk/>
            <pc:sldMk cId="1828356913" sldId="265"/>
            <ac:spMk id="3" creationId="{A0A52C7F-80DB-1F40-2637-9FB6949E0EB8}"/>
          </ac:spMkLst>
        </pc:spChg>
      </pc:sldChg>
      <pc:sldChg chg="delSp mod">
        <pc:chgData name="이 은찬" userId="7171d596-a1e6-43c2-b263-57fdfdab9399" providerId="ADAL" clId="{98786A76-56B7-4AB4-9BF0-66E6B814EC43}" dt="2026-10-24T07:43:01.279" v="7091" actId="478"/>
        <pc:sldMkLst>
          <pc:docMk/>
          <pc:sldMk cId="2661022117" sldId="270"/>
        </pc:sldMkLst>
        <pc:picChg chg="del">
          <ac:chgData name="이 은찬" userId="7171d596-a1e6-43c2-b263-57fdfdab9399" providerId="ADAL" clId="{98786A76-56B7-4AB4-9BF0-66E6B814EC43}" dt="2026-10-24T07:43:01.279" v="7091" actId="478"/>
          <ac:picMkLst>
            <pc:docMk/>
            <pc:sldMk cId="2661022117" sldId="270"/>
            <ac:picMk id="3" creationId="{888A0CB2-5A9D-FB97-20BE-35995711E5A6}"/>
          </ac:picMkLst>
        </pc:picChg>
      </pc:sldChg>
      <pc:sldChg chg="modSp mod">
        <pc:chgData name="이 은찬" userId="7171d596-a1e6-43c2-b263-57fdfdab9399" providerId="ADAL" clId="{98786A76-56B7-4AB4-9BF0-66E6B814EC43}" dt="2026-10-04T07:12:18.344" v="6846" actId="20577"/>
        <pc:sldMkLst>
          <pc:docMk/>
          <pc:sldMk cId="1468056876" sldId="272"/>
        </pc:sldMkLst>
        <pc:spChg chg="mod">
          <ac:chgData name="이 은찬" userId="7171d596-a1e6-43c2-b263-57fdfdab9399" providerId="ADAL" clId="{98786A76-56B7-4AB4-9BF0-66E6B814EC43}" dt="2026-10-04T07:12:18.344" v="6846" actId="20577"/>
          <ac:spMkLst>
            <pc:docMk/>
            <pc:sldMk cId="1468056876" sldId="272"/>
            <ac:spMk id="21" creationId="{5F7DEA80-1474-B732-79D3-43BAC6A8A996}"/>
          </ac:spMkLst>
        </pc:spChg>
        <pc:spChg chg="mod">
          <ac:chgData name="이 은찬" userId="7171d596-a1e6-43c2-b263-57fdfdab9399" providerId="ADAL" clId="{98786A76-56B7-4AB4-9BF0-66E6B814EC43}" dt="2026-10-04T03:44:28.848" v="68" actId="20577"/>
          <ac:spMkLst>
            <pc:docMk/>
            <pc:sldMk cId="1468056876" sldId="272"/>
            <ac:spMk id="23" creationId="{0806817B-6D1F-3C41-07FD-558851046103}"/>
          </ac:spMkLst>
        </pc:spChg>
        <pc:grpChg chg="mod">
          <ac:chgData name="이 은찬" userId="7171d596-a1e6-43c2-b263-57fdfdab9399" providerId="ADAL" clId="{98786A76-56B7-4AB4-9BF0-66E6B814EC43}" dt="2026-10-04T03:44:37.721" v="72" actId="1076"/>
          <ac:grpSpMkLst>
            <pc:docMk/>
            <pc:sldMk cId="1468056876" sldId="272"/>
            <ac:grpSpMk id="4" creationId="{330A77C4-F5AA-02C4-6F7B-12B05F426F6E}"/>
          </ac:grpSpMkLst>
        </pc:grpChg>
      </pc:sldChg>
      <pc:sldChg chg="addSp delSp modSp mod">
        <pc:chgData name="이 은찬" userId="7171d596-a1e6-43c2-b263-57fdfdab9399" providerId="ADAL" clId="{98786A76-56B7-4AB4-9BF0-66E6B814EC43}" dt="2026-10-18T07:18:04.036" v="7079" actId="20577"/>
        <pc:sldMkLst>
          <pc:docMk/>
          <pc:sldMk cId="0" sldId="283"/>
        </pc:sldMkLst>
        <pc:spChg chg="mod">
          <ac:chgData name="이 은찬" userId="7171d596-a1e6-43c2-b263-57fdfdab9399" providerId="ADAL" clId="{98786A76-56B7-4AB4-9BF0-66E6B814EC43}" dt="2026-10-04T14:03:24.596" v="7051" actId="404"/>
          <ac:spMkLst>
            <pc:docMk/>
            <pc:sldMk cId="0" sldId="283"/>
            <ac:spMk id="2" creationId="{00000000-0000-0000-0000-000000000000}"/>
          </ac:spMkLst>
        </pc:spChg>
        <pc:spChg chg="mod">
          <ac:chgData name="이 은찬" userId="7171d596-a1e6-43c2-b263-57fdfdab9399" providerId="ADAL" clId="{98786A76-56B7-4AB4-9BF0-66E6B814EC43}" dt="2026-10-18T07:17:40.260" v="7059" actId="20577"/>
          <ac:spMkLst>
            <pc:docMk/>
            <pc:sldMk cId="0" sldId="283"/>
            <ac:spMk id="4" creationId="{BBE7FE75-2E23-0C91-04F6-0F3CC49ED665}"/>
          </ac:spMkLst>
        </pc:spChg>
        <pc:spChg chg="mod">
          <ac:chgData name="이 은찬" userId="7171d596-a1e6-43c2-b263-57fdfdab9399" providerId="ADAL" clId="{98786A76-56B7-4AB4-9BF0-66E6B814EC43}" dt="2026-10-18T07:17:42.958" v="7060" actId="20577"/>
          <ac:spMkLst>
            <pc:docMk/>
            <pc:sldMk cId="0" sldId="283"/>
            <ac:spMk id="5" creationId="{A9987F09-2E70-65FA-07B9-57FDBAFFED31}"/>
          </ac:spMkLst>
        </pc:spChg>
        <pc:spChg chg="add del mod">
          <ac:chgData name="이 은찬" userId="7171d596-a1e6-43c2-b263-57fdfdab9399" providerId="ADAL" clId="{98786A76-56B7-4AB4-9BF0-66E6B814EC43}" dt="2026-10-04T03:40:55.908" v="39" actId="478"/>
          <ac:spMkLst>
            <pc:docMk/>
            <pc:sldMk cId="0" sldId="283"/>
            <ac:spMk id="6" creationId="{752AAF41-5496-A343-F2B7-1EE7DB3042DE}"/>
          </ac:spMkLst>
        </pc:spChg>
        <pc:spChg chg="add del mod">
          <ac:chgData name="이 은찬" userId="7171d596-a1e6-43c2-b263-57fdfdab9399" providerId="ADAL" clId="{98786A76-56B7-4AB4-9BF0-66E6B814EC43}" dt="2026-10-04T03:40:53.849" v="38" actId="478"/>
          <ac:spMkLst>
            <pc:docMk/>
            <pc:sldMk cId="0" sldId="283"/>
            <ac:spMk id="7" creationId="{EECDCD4F-94E7-C836-C361-DAFC43399541}"/>
          </ac:spMkLst>
        </pc:spChg>
        <pc:spChg chg="add mod">
          <ac:chgData name="이 은찬" userId="7171d596-a1e6-43c2-b263-57fdfdab9399" providerId="ADAL" clId="{98786A76-56B7-4AB4-9BF0-66E6B814EC43}" dt="2026-10-18T07:17:56.640" v="7071" actId="20577"/>
          <ac:spMkLst>
            <pc:docMk/>
            <pc:sldMk cId="0" sldId="283"/>
            <ac:spMk id="12" creationId="{C99973A6-0846-033C-BEF2-F7945ECD195C}"/>
          </ac:spMkLst>
        </pc:spChg>
        <pc:spChg chg="mod">
          <ac:chgData name="이 은찬" userId="7171d596-a1e6-43c2-b263-57fdfdab9399" providerId="ADAL" clId="{98786A76-56B7-4AB4-9BF0-66E6B814EC43}" dt="2026-10-18T07:17:46.316" v="7063" actId="20577"/>
          <ac:spMkLst>
            <pc:docMk/>
            <pc:sldMk cId="0" sldId="283"/>
            <ac:spMk id="14" creationId="{7EC5DED1-05E4-E59A-8A3E-04BE6773E042}"/>
          </ac:spMkLst>
        </pc:spChg>
        <pc:spChg chg="mod">
          <ac:chgData name="이 은찬" userId="7171d596-a1e6-43c2-b263-57fdfdab9399" providerId="ADAL" clId="{98786A76-56B7-4AB4-9BF0-66E6B814EC43}" dt="2026-10-18T07:18:04.036" v="7079" actId="20577"/>
          <ac:spMkLst>
            <pc:docMk/>
            <pc:sldMk cId="0" sldId="283"/>
            <ac:spMk id="18" creationId="{1190AE18-0900-A828-1F58-9A19E59A07F5}"/>
          </ac:spMkLst>
        </pc:spChg>
        <pc:spChg chg="mod">
          <ac:chgData name="이 은찬" userId="7171d596-a1e6-43c2-b263-57fdfdab9399" providerId="ADAL" clId="{98786A76-56B7-4AB4-9BF0-66E6B814EC43}" dt="2026-10-18T07:17:52.371" v="7068" actId="20577"/>
          <ac:spMkLst>
            <pc:docMk/>
            <pc:sldMk cId="0" sldId="283"/>
            <ac:spMk id="23" creationId="{3E968277-2D3A-8AD5-F027-647F2A1857A9}"/>
          </ac:spMkLst>
        </pc:spChg>
        <pc:spChg chg="mod">
          <ac:chgData name="이 은찬" userId="7171d596-a1e6-43c2-b263-57fdfdab9399" providerId="ADAL" clId="{98786A76-56B7-4AB4-9BF0-66E6B814EC43}" dt="2026-10-04T07:11:48.117" v="6836" actId="20577"/>
          <ac:spMkLst>
            <pc:docMk/>
            <pc:sldMk cId="0" sldId="283"/>
            <ac:spMk id="25" creationId="{923CEA3C-687A-33A9-F268-DAD19E2A567F}"/>
          </ac:spMkLst>
        </pc:spChg>
        <pc:spChg chg="del mod">
          <ac:chgData name="이 은찬" userId="7171d596-a1e6-43c2-b263-57fdfdab9399" providerId="ADAL" clId="{98786A76-56B7-4AB4-9BF0-66E6B814EC43}" dt="2026-10-04T03:39:40.138" v="34" actId="478"/>
          <ac:spMkLst>
            <pc:docMk/>
            <pc:sldMk cId="0" sldId="283"/>
            <ac:spMk id="26" creationId="{FC4F26A3-B3FF-1B7F-5E5F-7B63B6C5BF50}"/>
          </ac:spMkLst>
        </pc:spChg>
        <pc:spChg chg="mod">
          <ac:chgData name="이 은찬" userId="7171d596-a1e6-43c2-b263-57fdfdab9399" providerId="ADAL" clId="{98786A76-56B7-4AB4-9BF0-66E6B814EC43}" dt="2026-10-18T07:18:00.648" v="7076" actId="20577"/>
          <ac:spMkLst>
            <pc:docMk/>
            <pc:sldMk cId="0" sldId="283"/>
            <ac:spMk id="27" creationId="{3CBE7C41-2F0B-1E9E-28A7-4ADA194B2A0B}"/>
          </ac:spMkLst>
        </pc:spChg>
        <pc:spChg chg="mod">
          <ac:chgData name="이 은찬" userId="7171d596-a1e6-43c2-b263-57fdfdab9399" providerId="ADAL" clId="{98786A76-56B7-4AB4-9BF0-66E6B814EC43}" dt="2026-10-04T03:41:26.626" v="44" actId="207"/>
          <ac:spMkLst>
            <pc:docMk/>
            <pc:sldMk cId="0" sldId="283"/>
            <ac:spMk id="106" creationId="{00000000-0000-0000-0000-000000000000}"/>
          </ac:spMkLst>
        </pc:spChg>
        <pc:spChg chg="mod">
          <ac:chgData name="이 은찬" userId="7171d596-a1e6-43c2-b263-57fdfdab9399" providerId="ADAL" clId="{98786A76-56B7-4AB4-9BF0-66E6B814EC43}" dt="2026-10-04T03:41:34.138" v="45" actId="207"/>
          <ac:spMkLst>
            <pc:docMk/>
            <pc:sldMk cId="0" sldId="283"/>
            <ac:spMk id="108" creationId="{00000000-0000-0000-0000-000000000000}"/>
          </ac:spMkLst>
        </pc:spChg>
        <pc:graphicFrameChg chg="add mod">
          <ac:chgData name="이 은찬" userId="7171d596-a1e6-43c2-b263-57fdfdab9399" providerId="ADAL" clId="{98786A76-56B7-4AB4-9BF0-66E6B814EC43}" dt="2026-10-04T03:42:40.049" v="58"/>
          <ac:graphicFrameMkLst>
            <pc:docMk/>
            <pc:sldMk cId="0" sldId="283"/>
            <ac:graphicFrameMk id="20" creationId="{69EB1F27-AFDA-E7E9-D778-8E449AC78CDD}"/>
          </ac:graphicFrameMkLst>
        </pc:graphicFrameChg>
        <pc:picChg chg="del">
          <ac:chgData name="이 은찬" userId="7171d596-a1e6-43c2-b263-57fdfdab9399" providerId="ADAL" clId="{98786A76-56B7-4AB4-9BF0-66E6B814EC43}" dt="2026-10-04T03:41:52.024" v="48" actId="478"/>
          <ac:picMkLst>
            <pc:docMk/>
            <pc:sldMk cId="0" sldId="283"/>
            <ac:picMk id="10" creationId="{E6D62F07-BA29-5543-7794-DD3CAF78DD84}"/>
          </ac:picMkLst>
        </pc:picChg>
        <pc:picChg chg="add mod">
          <ac:chgData name="이 은찬" userId="7171d596-a1e6-43c2-b263-57fdfdab9399" providerId="ADAL" clId="{98786A76-56B7-4AB4-9BF0-66E6B814EC43}" dt="2026-10-04T03:42:04.885" v="57" actId="1037"/>
          <ac:picMkLst>
            <pc:docMk/>
            <pc:sldMk cId="0" sldId="283"/>
            <ac:picMk id="16" creationId="{8529486F-E273-9151-C618-4538A8D3DDF4}"/>
          </ac:picMkLst>
        </pc:picChg>
        <pc:picChg chg="mod">
          <ac:chgData name="이 은찬" userId="7171d596-a1e6-43c2-b263-57fdfdab9399" providerId="ADAL" clId="{98786A76-56B7-4AB4-9BF0-66E6B814EC43}" dt="2026-10-04T03:41:43.410" v="46"/>
          <ac:picMkLst>
            <pc:docMk/>
            <pc:sldMk cId="0" sldId="283"/>
            <ac:picMk id="17" creationId="{330F32C6-F35C-78BB-9343-3ED5FAF59B81}"/>
          </ac:picMkLst>
        </pc:picChg>
        <pc:picChg chg="mod">
          <ac:chgData name="이 은찬" userId="7171d596-a1e6-43c2-b263-57fdfdab9399" providerId="ADAL" clId="{98786A76-56B7-4AB4-9BF0-66E6B814EC43}" dt="2026-10-04T03:41:49.649" v="47"/>
          <ac:picMkLst>
            <pc:docMk/>
            <pc:sldMk cId="0" sldId="283"/>
            <ac:picMk id="19" creationId="{5F8E921A-7829-0BD1-F3C9-B93975F1AA08}"/>
          </ac:picMkLst>
        </pc:picChg>
      </pc:sldChg>
      <pc:sldChg chg="addSp delSp modSp mod">
        <pc:chgData name="이 은찬" userId="7171d596-a1e6-43c2-b263-57fdfdab9399" providerId="ADAL" clId="{98786A76-56B7-4AB4-9BF0-66E6B814EC43}" dt="2026-10-04T09:33:15.983" v="7028" actId="404"/>
        <pc:sldMkLst>
          <pc:docMk/>
          <pc:sldMk cId="2768174384" sldId="294"/>
        </pc:sldMkLst>
        <pc:spChg chg="mod">
          <ac:chgData name="이 은찬" userId="7171d596-a1e6-43c2-b263-57fdfdab9399" providerId="ADAL" clId="{98786A76-56B7-4AB4-9BF0-66E6B814EC43}" dt="2026-10-04T06:59:34.615" v="6539" actId="20577"/>
          <ac:spMkLst>
            <pc:docMk/>
            <pc:sldMk cId="2768174384" sldId="294"/>
            <ac:spMk id="2" creationId="{BD2BA96E-A503-E600-DCB9-64F97FC65F5D}"/>
          </ac:spMkLst>
        </pc:spChg>
        <pc:spChg chg="add mod">
          <ac:chgData name="이 은찬" userId="7171d596-a1e6-43c2-b263-57fdfdab9399" providerId="ADAL" clId="{98786A76-56B7-4AB4-9BF0-66E6B814EC43}" dt="2026-10-04T07:19:13.087" v="6972" actId="20577"/>
          <ac:spMkLst>
            <pc:docMk/>
            <pc:sldMk cId="2768174384" sldId="294"/>
            <ac:spMk id="5" creationId="{BE2300D7-661A-8FED-8400-1398F3A27064}"/>
          </ac:spMkLst>
        </pc:spChg>
        <pc:spChg chg="add mod">
          <ac:chgData name="이 은찬" userId="7171d596-a1e6-43c2-b263-57fdfdab9399" providerId="ADAL" clId="{98786A76-56B7-4AB4-9BF0-66E6B814EC43}" dt="2026-10-04T09:32:38.422" v="7025"/>
          <ac:spMkLst>
            <pc:docMk/>
            <pc:sldMk cId="2768174384" sldId="294"/>
            <ac:spMk id="6" creationId="{0C329ED2-B9D8-5D41-D432-8B26BA078F7D}"/>
          </ac:spMkLst>
        </pc:spChg>
        <pc:spChg chg="add">
          <ac:chgData name="이 은찬" userId="7171d596-a1e6-43c2-b263-57fdfdab9399" providerId="ADAL" clId="{98786A76-56B7-4AB4-9BF0-66E6B814EC43}" dt="2026-10-04T07:03:30.273" v="6729"/>
          <ac:spMkLst>
            <pc:docMk/>
            <pc:sldMk cId="2768174384" sldId="294"/>
            <ac:spMk id="6" creationId="{43E11A85-5419-D217-10BD-6CF94C997B56}"/>
          </ac:spMkLst>
        </pc:spChg>
        <pc:spChg chg="mod">
          <ac:chgData name="이 은찬" userId="7171d596-a1e6-43c2-b263-57fdfdab9399" providerId="ADAL" clId="{98786A76-56B7-4AB4-9BF0-66E6B814EC43}" dt="2026-10-04T07:06:48.733" v="6822" actId="20577"/>
          <ac:spMkLst>
            <pc:docMk/>
            <pc:sldMk cId="2768174384" sldId="294"/>
            <ac:spMk id="9" creationId="{00000000-0000-0000-0000-000000000000}"/>
          </ac:spMkLst>
        </pc:spChg>
        <pc:spChg chg="add mod">
          <ac:chgData name="이 은찬" userId="7171d596-a1e6-43c2-b263-57fdfdab9399" providerId="ADAL" clId="{98786A76-56B7-4AB4-9BF0-66E6B814EC43}" dt="2026-10-04T09:33:15.983" v="7028" actId="404"/>
          <ac:spMkLst>
            <pc:docMk/>
            <pc:sldMk cId="2768174384" sldId="294"/>
            <ac:spMk id="10" creationId="{B2C8304D-C269-7A54-3212-3110C1198C02}"/>
          </ac:spMkLst>
        </pc:spChg>
        <pc:spChg chg="add mod">
          <ac:chgData name="이 은찬" userId="7171d596-a1e6-43c2-b263-57fdfdab9399" providerId="ADAL" clId="{98786A76-56B7-4AB4-9BF0-66E6B814EC43}" dt="2026-10-04T09:32:41.498" v="7026"/>
          <ac:spMkLst>
            <pc:docMk/>
            <pc:sldMk cId="2768174384" sldId="294"/>
            <ac:spMk id="11" creationId="{51A9059D-4275-26D2-DBDD-8F4081371335}"/>
          </ac:spMkLst>
        </pc:spChg>
        <pc:spChg chg="del mod">
          <ac:chgData name="이 은찬" userId="7171d596-a1e6-43c2-b263-57fdfdab9399" providerId="ADAL" clId="{98786A76-56B7-4AB4-9BF0-66E6B814EC43}" dt="2026-10-04T07:04:11.628" v="6741" actId="478"/>
          <ac:spMkLst>
            <pc:docMk/>
            <pc:sldMk cId="2768174384" sldId="294"/>
            <ac:spMk id="17" creationId="{0F69B248-1DA2-0830-8560-4D249201B6E7}"/>
          </ac:spMkLst>
        </pc:spChg>
        <pc:picChg chg="add mod">
          <ac:chgData name="이 은찬" userId="7171d596-a1e6-43c2-b263-57fdfdab9399" providerId="ADAL" clId="{98786A76-56B7-4AB4-9BF0-66E6B814EC43}" dt="2026-10-04T07:18:51.430" v="6967" actId="1076"/>
          <ac:picMkLst>
            <pc:docMk/>
            <pc:sldMk cId="2768174384" sldId="294"/>
            <ac:picMk id="4" creationId="{87B778CA-5D54-E73F-124F-DC6ED1A07E8C}"/>
          </ac:picMkLst>
        </pc:picChg>
        <pc:picChg chg="add mod modCrop">
          <ac:chgData name="이 은찬" userId="7171d596-a1e6-43c2-b263-57fdfdab9399" providerId="ADAL" clId="{98786A76-56B7-4AB4-9BF0-66E6B814EC43}" dt="2026-10-04T07:04:33.633" v="6769" actId="1076"/>
          <ac:picMkLst>
            <pc:docMk/>
            <pc:sldMk cId="2768174384" sldId="294"/>
            <ac:picMk id="7" creationId="{603AA0A2-58B2-BFFB-6CC3-3921AE198A0D}"/>
          </ac:picMkLst>
        </pc:picChg>
        <pc:picChg chg="del">
          <ac:chgData name="이 은찬" userId="7171d596-a1e6-43c2-b263-57fdfdab9399" providerId="ADAL" clId="{98786A76-56B7-4AB4-9BF0-66E6B814EC43}" dt="2026-10-04T06:59:45.399" v="6540" actId="478"/>
          <ac:picMkLst>
            <pc:docMk/>
            <pc:sldMk cId="2768174384" sldId="294"/>
            <ac:picMk id="11" creationId="{7CE3E1BB-D152-52CF-3944-94354C88F014}"/>
          </ac:picMkLst>
        </pc:picChg>
      </pc:sldChg>
      <pc:sldChg chg="addSp delSp modSp mod">
        <pc:chgData name="이 은찬" userId="7171d596-a1e6-43c2-b263-57fdfdab9399" providerId="ADAL" clId="{98786A76-56B7-4AB4-9BF0-66E6B814EC43}" dt="2026-10-24T07:43:19.209" v="7096" actId="1035"/>
        <pc:sldMkLst>
          <pc:docMk/>
          <pc:sldMk cId="3531049374" sldId="300"/>
        </pc:sldMkLst>
        <pc:spChg chg="mod">
          <ac:chgData name="이 은찬" userId="7171d596-a1e6-43c2-b263-57fdfdab9399" providerId="ADAL" clId="{98786A76-56B7-4AB4-9BF0-66E6B814EC43}" dt="2026-10-04T14:03:20.389" v="7048" actId="404"/>
          <ac:spMkLst>
            <pc:docMk/>
            <pc:sldMk cId="3531049374" sldId="300"/>
            <ac:spMk id="2" creationId="{00000000-0000-0000-0000-000000000000}"/>
          </ac:spMkLst>
        </pc:spChg>
        <pc:spChg chg="add mod">
          <ac:chgData name="이 은찬" userId="7171d596-a1e6-43c2-b263-57fdfdab9399" providerId="ADAL" clId="{98786A76-56B7-4AB4-9BF0-66E6B814EC43}" dt="2026-10-24T07:43:19.209" v="7096" actId="1035"/>
          <ac:spMkLst>
            <pc:docMk/>
            <pc:sldMk cId="3531049374" sldId="300"/>
            <ac:spMk id="4" creationId="{1C7143A5-7809-87E8-B908-87BA917E93C4}"/>
          </ac:spMkLst>
        </pc:spChg>
        <pc:spChg chg="del">
          <ac:chgData name="이 은찬" userId="7171d596-a1e6-43c2-b263-57fdfdab9399" providerId="ADAL" clId="{98786A76-56B7-4AB4-9BF0-66E6B814EC43}" dt="2026-10-04T03:47:02.721" v="125" actId="478"/>
          <ac:spMkLst>
            <pc:docMk/>
            <pc:sldMk cId="3531049374" sldId="300"/>
            <ac:spMk id="4" creationId="{77079039-266D-4F01-DD58-898AD18FF396}"/>
          </ac:spMkLst>
        </pc:spChg>
        <pc:spChg chg="add">
          <ac:chgData name="이 은찬" userId="7171d596-a1e6-43c2-b263-57fdfdab9399" providerId="ADAL" clId="{98786A76-56B7-4AB4-9BF0-66E6B814EC43}" dt="2026-10-04T03:48:05.714" v="135"/>
          <ac:spMkLst>
            <pc:docMk/>
            <pc:sldMk cId="3531049374" sldId="300"/>
            <ac:spMk id="6" creationId="{9404D81B-B12F-EE2B-DBAA-ED77925B2366}"/>
          </ac:spMkLst>
        </pc:spChg>
        <pc:spChg chg="add">
          <ac:chgData name="이 은찬" userId="7171d596-a1e6-43c2-b263-57fdfdab9399" providerId="ADAL" clId="{98786A76-56B7-4AB4-9BF0-66E6B814EC43}" dt="2026-10-04T03:56:34.832" v="138"/>
          <ac:spMkLst>
            <pc:docMk/>
            <pc:sldMk cId="3531049374" sldId="300"/>
            <ac:spMk id="10" creationId="{A6B73BC4-4609-0283-9CF9-B1EAAB1BE6D2}"/>
          </ac:spMkLst>
        </pc:spChg>
        <pc:spChg chg="mod">
          <ac:chgData name="이 은찬" userId="7171d596-a1e6-43c2-b263-57fdfdab9399" providerId="ADAL" clId="{98786A76-56B7-4AB4-9BF0-66E6B814EC43}" dt="2026-10-04T04:01:35.612" v="397" actId="20577"/>
          <ac:spMkLst>
            <pc:docMk/>
            <pc:sldMk cId="3531049374" sldId="300"/>
            <ac:spMk id="14" creationId="{D8E5F600-0999-9422-1C3C-8299F3CA9C9E}"/>
          </ac:spMkLst>
        </pc:spChg>
        <pc:spChg chg="add">
          <ac:chgData name="이 은찬" userId="7171d596-a1e6-43c2-b263-57fdfdab9399" providerId="ADAL" clId="{98786A76-56B7-4AB4-9BF0-66E6B814EC43}" dt="2026-10-04T03:58:28.634" v="146"/>
          <ac:spMkLst>
            <pc:docMk/>
            <pc:sldMk cId="3531049374" sldId="300"/>
            <ac:spMk id="18" creationId="{B80AC4CE-E5BD-6A98-CE33-0990CD29E8B2}"/>
          </ac:spMkLst>
        </pc:spChg>
        <pc:spChg chg="del">
          <ac:chgData name="이 은찬" userId="7171d596-a1e6-43c2-b263-57fdfdab9399" providerId="ADAL" clId="{98786A76-56B7-4AB4-9BF0-66E6B814EC43}" dt="2026-10-04T03:47:02.721" v="125" actId="478"/>
          <ac:spMkLst>
            <pc:docMk/>
            <pc:sldMk cId="3531049374" sldId="300"/>
            <ac:spMk id="22" creationId="{5723BE1C-A66D-C3F9-7004-E48C5D0B9708}"/>
          </ac:spMkLst>
        </pc:spChg>
        <pc:spChg chg="del">
          <ac:chgData name="이 은찬" userId="7171d596-a1e6-43c2-b263-57fdfdab9399" providerId="ADAL" clId="{98786A76-56B7-4AB4-9BF0-66E6B814EC43}" dt="2026-10-04T03:47:02.721" v="125" actId="478"/>
          <ac:spMkLst>
            <pc:docMk/>
            <pc:sldMk cId="3531049374" sldId="300"/>
            <ac:spMk id="23" creationId="{160AFA4A-78C1-2713-DE8E-5D067A54C601}"/>
          </ac:spMkLst>
        </pc:spChg>
        <pc:spChg chg="del">
          <ac:chgData name="이 은찬" userId="7171d596-a1e6-43c2-b263-57fdfdab9399" providerId="ADAL" clId="{98786A76-56B7-4AB4-9BF0-66E6B814EC43}" dt="2026-10-04T03:47:02.721" v="125" actId="478"/>
          <ac:spMkLst>
            <pc:docMk/>
            <pc:sldMk cId="3531049374" sldId="300"/>
            <ac:spMk id="24" creationId="{769BC45E-B464-40C9-4B95-B2B2B69C57CD}"/>
          </ac:spMkLst>
        </pc:spChg>
        <pc:spChg chg="del">
          <ac:chgData name="이 은찬" userId="7171d596-a1e6-43c2-b263-57fdfdab9399" providerId="ADAL" clId="{98786A76-56B7-4AB4-9BF0-66E6B814EC43}" dt="2026-10-04T03:47:02.721" v="125" actId="478"/>
          <ac:spMkLst>
            <pc:docMk/>
            <pc:sldMk cId="3531049374" sldId="300"/>
            <ac:spMk id="25" creationId="{92AD02CD-DBFC-D0DA-884A-8C6CE057AB43}"/>
          </ac:spMkLst>
        </pc:spChg>
        <pc:spChg chg="del">
          <ac:chgData name="이 은찬" userId="7171d596-a1e6-43c2-b263-57fdfdab9399" providerId="ADAL" clId="{98786A76-56B7-4AB4-9BF0-66E6B814EC43}" dt="2026-10-04T03:47:02.721" v="125" actId="478"/>
          <ac:spMkLst>
            <pc:docMk/>
            <pc:sldMk cId="3531049374" sldId="300"/>
            <ac:spMk id="26" creationId="{C44D4F6B-0EFC-4B4E-F7A5-05D574541FD3}"/>
          </ac:spMkLst>
        </pc:spChg>
        <pc:spChg chg="del">
          <ac:chgData name="이 은찬" userId="7171d596-a1e6-43c2-b263-57fdfdab9399" providerId="ADAL" clId="{98786A76-56B7-4AB4-9BF0-66E6B814EC43}" dt="2026-10-04T03:47:02.721" v="125" actId="478"/>
          <ac:spMkLst>
            <pc:docMk/>
            <pc:sldMk cId="3531049374" sldId="300"/>
            <ac:spMk id="27" creationId="{6269A05A-9FF3-3A2F-BE29-C0857A9FADD5}"/>
          </ac:spMkLst>
        </pc:spChg>
        <pc:spChg chg="add mod">
          <ac:chgData name="이 은찬" userId="7171d596-a1e6-43c2-b263-57fdfdab9399" providerId="ADAL" clId="{98786A76-56B7-4AB4-9BF0-66E6B814EC43}" dt="2026-10-04T04:03:50.917" v="644" actId="20577"/>
          <ac:spMkLst>
            <pc:docMk/>
            <pc:sldMk cId="3531049374" sldId="300"/>
            <ac:spMk id="28" creationId="{48889AFB-F925-3F2A-BDBF-72FDE639F8C4}"/>
          </ac:spMkLst>
        </pc:spChg>
        <pc:spChg chg="add mod">
          <ac:chgData name="이 은찬" userId="7171d596-a1e6-43c2-b263-57fdfdab9399" providerId="ADAL" clId="{98786A76-56B7-4AB4-9BF0-66E6B814EC43}" dt="2026-10-04T04:02:22.271" v="403"/>
          <ac:spMkLst>
            <pc:docMk/>
            <pc:sldMk cId="3531049374" sldId="300"/>
            <ac:spMk id="29" creationId="{EEDDC47D-7EED-8C8C-4CAD-93DCFCFDDB06}"/>
          </ac:spMkLst>
        </pc:spChg>
        <pc:spChg chg="add mod">
          <ac:chgData name="이 은찬" userId="7171d596-a1e6-43c2-b263-57fdfdab9399" providerId="ADAL" clId="{98786A76-56B7-4AB4-9BF0-66E6B814EC43}" dt="2026-10-04T04:02:25.164" v="405"/>
          <ac:spMkLst>
            <pc:docMk/>
            <pc:sldMk cId="3531049374" sldId="300"/>
            <ac:spMk id="30" creationId="{0ACEEDEB-56A8-C758-9823-4361D9E01551}"/>
          </ac:spMkLst>
        </pc:spChg>
        <pc:spChg chg="add mod">
          <ac:chgData name="이 은찬" userId="7171d596-a1e6-43c2-b263-57fdfdab9399" providerId="ADAL" clId="{98786A76-56B7-4AB4-9BF0-66E6B814EC43}" dt="2026-10-04T04:46:26.304" v="682" actId="208"/>
          <ac:spMkLst>
            <pc:docMk/>
            <pc:sldMk cId="3531049374" sldId="300"/>
            <ac:spMk id="33" creationId="{AA2FADD9-5EC5-A6DD-EB01-F33779659158}"/>
          </ac:spMkLst>
        </pc:spChg>
        <pc:spChg chg="add mod">
          <ac:chgData name="이 은찬" userId="7171d596-a1e6-43c2-b263-57fdfdab9399" providerId="ADAL" clId="{98786A76-56B7-4AB4-9BF0-66E6B814EC43}" dt="2026-10-04T04:47:45.323" v="781" actId="1076"/>
          <ac:spMkLst>
            <pc:docMk/>
            <pc:sldMk cId="3531049374" sldId="300"/>
            <ac:spMk id="34" creationId="{A51475A6-B34C-83F2-8A44-FEE4860C05CB}"/>
          </ac:spMkLst>
        </pc:spChg>
        <pc:spChg chg="add mod">
          <ac:chgData name="이 은찬" userId="7171d596-a1e6-43c2-b263-57fdfdab9399" providerId="ADAL" clId="{98786A76-56B7-4AB4-9BF0-66E6B814EC43}" dt="2026-10-04T04:47:50.006" v="782" actId="20577"/>
          <ac:spMkLst>
            <pc:docMk/>
            <pc:sldMk cId="3531049374" sldId="300"/>
            <ac:spMk id="35" creationId="{0E02BC80-E8E3-277C-7F3F-01CCD317FFE4}"/>
          </ac:spMkLst>
        </pc:spChg>
        <pc:picChg chg="add del">
          <ac:chgData name="이 은찬" userId="7171d596-a1e6-43c2-b263-57fdfdab9399" providerId="ADAL" clId="{98786A76-56B7-4AB4-9BF0-66E6B814EC43}" dt="2026-10-04T03:48:16.302" v="137" actId="478"/>
          <ac:picMkLst>
            <pc:docMk/>
            <pc:sldMk cId="3531049374" sldId="300"/>
            <ac:picMk id="8" creationId="{199E453D-0CB4-51CF-D89D-70E840F4FD37}"/>
          </ac:picMkLst>
        </pc:picChg>
        <pc:picChg chg="del">
          <ac:chgData name="이 은찬" userId="7171d596-a1e6-43c2-b263-57fdfdab9399" providerId="ADAL" clId="{98786A76-56B7-4AB4-9BF0-66E6B814EC43}" dt="2026-10-04T03:47:02.721" v="125" actId="478"/>
          <ac:picMkLst>
            <pc:docMk/>
            <pc:sldMk cId="3531049374" sldId="300"/>
            <ac:picMk id="11" creationId="{EF93FFD2-71AD-E085-0F8F-12DB4871E131}"/>
          </ac:picMkLst>
        </pc:picChg>
        <pc:picChg chg="add del mod">
          <ac:chgData name="이 은찬" userId="7171d596-a1e6-43c2-b263-57fdfdab9399" providerId="ADAL" clId="{98786A76-56B7-4AB4-9BF0-66E6B814EC43}" dt="2026-10-04T03:57:26.821" v="143" actId="478"/>
          <ac:picMkLst>
            <pc:docMk/>
            <pc:sldMk cId="3531049374" sldId="300"/>
            <ac:picMk id="12" creationId="{92B9C5E1-71B7-D28C-27A9-109296A312CF}"/>
          </ac:picMkLst>
        </pc:picChg>
        <pc:picChg chg="add mod modCrop">
          <ac:chgData name="이 은찬" userId="7171d596-a1e6-43c2-b263-57fdfdab9399" providerId="ADAL" clId="{98786A76-56B7-4AB4-9BF0-66E6B814EC43}" dt="2026-10-04T04:04:08.554" v="647" actId="1076"/>
          <ac:picMkLst>
            <pc:docMk/>
            <pc:sldMk cId="3531049374" sldId="300"/>
            <ac:picMk id="17" creationId="{7F1AE4EF-2C7D-EA71-EFE0-570298D6860B}"/>
          </ac:picMkLst>
        </pc:picChg>
        <pc:picChg chg="add mod">
          <ac:chgData name="이 은찬" userId="7171d596-a1e6-43c2-b263-57fdfdab9399" providerId="ADAL" clId="{98786A76-56B7-4AB4-9BF0-66E6B814EC43}" dt="2026-10-04T04:03:44.162" v="641" actId="14100"/>
          <ac:picMkLst>
            <pc:docMk/>
            <pc:sldMk cId="3531049374" sldId="300"/>
            <ac:picMk id="19" creationId="{56B85BE8-657C-79F2-CA25-EB58154C8A47}"/>
          </ac:picMkLst>
        </pc:picChg>
        <pc:picChg chg="add del mod">
          <ac:chgData name="이 은찬" userId="7171d596-a1e6-43c2-b263-57fdfdab9399" providerId="ADAL" clId="{98786A76-56B7-4AB4-9BF0-66E6B814EC43}" dt="2026-10-04T04:00:49.458" v="227" actId="478"/>
          <ac:picMkLst>
            <pc:docMk/>
            <pc:sldMk cId="3531049374" sldId="300"/>
            <ac:picMk id="20" creationId="{E020D222-834C-A4F2-3615-2BCA87871C27}"/>
          </ac:picMkLst>
        </pc:picChg>
        <pc:picChg chg="del">
          <ac:chgData name="이 은찬" userId="7171d596-a1e6-43c2-b263-57fdfdab9399" providerId="ADAL" clId="{98786A76-56B7-4AB4-9BF0-66E6B814EC43}" dt="2026-10-04T03:47:02.721" v="125" actId="478"/>
          <ac:picMkLst>
            <pc:docMk/>
            <pc:sldMk cId="3531049374" sldId="300"/>
            <ac:picMk id="21" creationId="{3023E0A9-9175-5DA3-6853-B68F4C4C9B50}"/>
          </ac:picMkLst>
        </pc:picChg>
        <pc:picChg chg="add mod modCrop">
          <ac:chgData name="이 은찬" userId="7171d596-a1e6-43c2-b263-57fdfdab9399" providerId="ADAL" clId="{98786A76-56B7-4AB4-9BF0-66E6B814EC43}" dt="2026-10-04T04:47:45.323" v="781" actId="1076"/>
          <ac:picMkLst>
            <pc:docMk/>
            <pc:sldMk cId="3531049374" sldId="300"/>
            <ac:picMk id="31" creationId="{BAF62F17-B69F-53F1-053A-0D9EED9CC459}"/>
          </ac:picMkLst>
        </pc:picChg>
        <pc:picChg chg="del">
          <ac:chgData name="이 은찬" userId="7171d596-a1e6-43c2-b263-57fdfdab9399" providerId="ADAL" clId="{98786A76-56B7-4AB4-9BF0-66E6B814EC43}" dt="2026-10-04T03:47:02.721" v="125" actId="478"/>
          <ac:picMkLst>
            <pc:docMk/>
            <pc:sldMk cId="3531049374" sldId="300"/>
            <ac:picMk id="32" creationId="{8F06015F-0C2A-88F1-C0CD-C64A6C173850}"/>
          </ac:picMkLst>
        </pc:picChg>
      </pc:sldChg>
      <pc:sldChg chg="addSp delSp modSp mod">
        <pc:chgData name="이 은찬" userId="7171d596-a1e6-43c2-b263-57fdfdab9399" providerId="ADAL" clId="{98786A76-56B7-4AB4-9BF0-66E6B814EC43}" dt="2026-10-24T07:45:40.854" v="7130" actId="1076"/>
        <pc:sldMkLst>
          <pc:docMk/>
          <pc:sldMk cId="1460867288" sldId="314"/>
        </pc:sldMkLst>
        <pc:spChg chg="add mod">
          <ac:chgData name="이 은찬" userId="7171d596-a1e6-43c2-b263-57fdfdab9399" providerId="ADAL" clId="{98786A76-56B7-4AB4-9BF0-66E6B814EC43}" dt="2026-10-24T07:45:40.854" v="7130" actId="1076"/>
          <ac:spMkLst>
            <pc:docMk/>
            <pc:sldMk cId="1460867288" sldId="314"/>
            <ac:spMk id="2" creationId="{77079039-266D-4F01-DD58-898AD18FF396}"/>
          </ac:spMkLst>
        </pc:spChg>
        <pc:spChg chg="add">
          <ac:chgData name="이 은찬" userId="7171d596-a1e6-43c2-b263-57fdfdab9399" providerId="ADAL" clId="{98786A76-56B7-4AB4-9BF0-66E6B814EC43}" dt="2026-10-04T06:58:07.257" v="6426"/>
          <ac:spMkLst>
            <pc:docMk/>
            <pc:sldMk cId="1460867288" sldId="314"/>
            <ac:spMk id="2" creationId="{A150FE14-FAD0-61C8-0E83-B0373C7D6AC6}"/>
          </ac:spMkLst>
        </pc:spChg>
        <pc:spChg chg="mod">
          <ac:chgData name="이 은찬" userId="7171d596-a1e6-43c2-b263-57fdfdab9399" providerId="ADAL" clId="{98786A76-56B7-4AB4-9BF0-66E6B814EC43}" dt="2026-10-04T06:53:43.489" v="6424" actId="20577"/>
          <ac:spMkLst>
            <pc:docMk/>
            <pc:sldMk cId="1460867288" sldId="314"/>
            <ac:spMk id="3" creationId="{9B7CF3A5-02F4-467E-1443-5C318ABEE8D7}"/>
          </ac:spMkLst>
        </pc:spChg>
        <pc:spChg chg="mod">
          <ac:chgData name="이 은찬" userId="7171d596-a1e6-43c2-b263-57fdfdab9399" providerId="ADAL" clId="{98786A76-56B7-4AB4-9BF0-66E6B814EC43}" dt="2026-10-04T07:06:44.607" v="6820" actId="20577"/>
          <ac:spMkLst>
            <pc:docMk/>
            <pc:sldMk cId="1460867288" sldId="314"/>
            <ac:spMk id="9" creationId="{00000000-0000-0000-0000-000000000000}"/>
          </ac:spMkLst>
        </pc:spChg>
        <pc:picChg chg="del">
          <ac:chgData name="이 은찬" userId="7171d596-a1e6-43c2-b263-57fdfdab9399" providerId="ADAL" clId="{98786A76-56B7-4AB4-9BF0-66E6B814EC43}" dt="2026-10-04T06:56:02.138" v="6425" actId="478"/>
          <ac:picMkLst>
            <pc:docMk/>
            <pc:sldMk cId="1460867288" sldId="314"/>
            <ac:picMk id="4" creationId="{B4286B15-C6EE-8096-2AEF-F2C84F2E60E8}"/>
          </ac:picMkLst>
        </pc:picChg>
        <pc:picChg chg="add mod">
          <ac:chgData name="이 은찬" userId="7171d596-a1e6-43c2-b263-57fdfdab9399" providerId="ADAL" clId="{98786A76-56B7-4AB4-9BF0-66E6B814EC43}" dt="2026-10-04T06:58:35.806" v="6435" actId="1076"/>
          <ac:picMkLst>
            <pc:docMk/>
            <pc:sldMk cId="1460867288" sldId="314"/>
            <ac:picMk id="5" creationId="{2A460AC9-193B-6026-48F7-693A00F7BDE1}"/>
          </ac:picMkLst>
        </pc:picChg>
      </pc:sldChg>
      <pc:sldChg chg="del">
        <pc:chgData name="이 은찬" userId="7171d596-a1e6-43c2-b263-57fdfdab9399" providerId="ADAL" clId="{98786A76-56B7-4AB4-9BF0-66E6B814EC43}" dt="2026-10-04T04:48:21.293" v="783" actId="47"/>
        <pc:sldMkLst>
          <pc:docMk/>
          <pc:sldMk cId="2186443197" sldId="315"/>
        </pc:sldMkLst>
      </pc:sldChg>
      <pc:sldChg chg="addSp delSp modSp mod">
        <pc:chgData name="이 은찬" userId="7171d596-a1e6-43c2-b263-57fdfdab9399" providerId="ADAL" clId="{98786A76-56B7-4AB4-9BF0-66E6B814EC43}" dt="2026-10-04T14:03:14.308" v="7045" actId="20577"/>
        <pc:sldMkLst>
          <pc:docMk/>
          <pc:sldMk cId="3376730143" sldId="318"/>
        </pc:sldMkLst>
        <pc:spChg chg="add del mod">
          <ac:chgData name="이 은찬" userId="7171d596-a1e6-43c2-b263-57fdfdab9399" providerId="ADAL" clId="{98786A76-56B7-4AB4-9BF0-66E6B814EC43}" dt="2026-10-04T04:49:44.529" v="791" actId="478"/>
          <ac:spMkLst>
            <pc:docMk/>
            <pc:sldMk cId="3376730143" sldId="318"/>
            <ac:spMk id="3" creationId="{0AC0B26B-8BE2-D50E-65F7-A182BEB746F5}"/>
          </ac:spMkLst>
        </pc:spChg>
        <pc:spChg chg="add del mod">
          <ac:chgData name="이 은찬" userId="7171d596-a1e6-43c2-b263-57fdfdab9399" providerId="ADAL" clId="{98786A76-56B7-4AB4-9BF0-66E6B814EC43}" dt="2026-10-04T14:03:14.308" v="7045" actId="20577"/>
          <ac:spMkLst>
            <pc:docMk/>
            <pc:sldMk cId="3376730143" sldId="318"/>
            <ac:spMk id="8" creationId="{00000000-0000-0000-0000-000000000000}"/>
          </ac:spMkLst>
        </pc:spChg>
        <pc:spChg chg="mod">
          <ac:chgData name="이 은찬" userId="7171d596-a1e6-43c2-b263-57fdfdab9399" providerId="ADAL" clId="{98786A76-56B7-4AB4-9BF0-66E6B814EC43}" dt="2026-10-04T04:48:36.869" v="785" actId="20577"/>
          <ac:spMkLst>
            <pc:docMk/>
            <pc:sldMk cId="3376730143" sldId="318"/>
            <ac:spMk id="9" creationId="{00000000-0000-0000-0000-000000000000}"/>
          </ac:spMkLst>
        </pc:spChg>
        <pc:spChg chg="mod">
          <ac:chgData name="이 은찬" userId="7171d596-a1e6-43c2-b263-57fdfdab9399" providerId="ADAL" clId="{98786A76-56B7-4AB4-9BF0-66E6B814EC43}" dt="2026-10-04T04:52:38.240" v="976" actId="20577"/>
          <ac:spMkLst>
            <pc:docMk/>
            <pc:sldMk cId="3376730143" sldId="318"/>
            <ac:spMk id="17" creationId="{6AA81ED1-26A0-BE04-123A-D90FBD087C5F}"/>
          </ac:spMkLst>
        </pc:spChg>
        <pc:spChg chg="mod">
          <ac:chgData name="이 은찬" userId="7171d596-a1e6-43c2-b263-57fdfdab9399" providerId="ADAL" clId="{98786A76-56B7-4AB4-9BF0-66E6B814EC43}" dt="2026-10-04T04:51:34.703" v="798" actId="20577"/>
          <ac:spMkLst>
            <pc:docMk/>
            <pc:sldMk cId="3376730143" sldId="318"/>
            <ac:spMk id="20" creationId="{0ABB07D5-671A-349F-3E33-43E4A43C640B}"/>
          </ac:spMkLst>
        </pc:spChg>
        <pc:spChg chg="mod">
          <ac:chgData name="이 은찬" userId="7171d596-a1e6-43c2-b263-57fdfdab9399" providerId="ADAL" clId="{98786A76-56B7-4AB4-9BF0-66E6B814EC43}" dt="2026-10-04T04:54:33.291" v="1223" actId="20577"/>
          <ac:spMkLst>
            <pc:docMk/>
            <pc:sldMk cId="3376730143" sldId="318"/>
            <ac:spMk id="24" creationId="{7310CEF6-4069-1AD0-B2EF-DEBCD2D600E6}"/>
          </ac:spMkLst>
        </pc:spChg>
        <pc:spChg chg="mod">
          <ac:chgData name="이 은찬" userId="7171d596-a1e6-43c2-b263-57fdfdab9399" providerId="ADAL" clId="{98786A76-56B7-4AB4-9BF0-66E6B814EC43}" dt="2026-10-04T04:53:46.201" v="1085" actId="20577"/>
          <ac:spMkLst>
            <pc:docMk/>
            <pc:sldMk cId="3376730143" sldId="318"/>
            <ac:spMk id="35" creationId="{8840E044-AA8B-5B9A-8791-3EF306D7051F}"/>
          </ac:spMkLst>
        </pc:spChg>
        <pc:spChg chg="mod">
          <ac:chgData name="이 은찬" userId="7171d596-a1e6-43c2-b263-57fdfdab9399" providerId="ADAL" clId="{98786A76-56B7-4AB4-9BF0-66E6B814EC43}" dt="2026-10-04T04:50:10.185" v="794"/>
          <ac:spMkLst>
            <pc:docMk/>
            <pc:sldMk cId="3376730143" sldId="318"/>
            <ac:spMk id="45" creationId="{EFB1EA19-0FBB-7E98-DB8B-E17B767248EA}"/>
          </ac:spMkLst>
        </pc:spChg>
      </pc:sldChg>
      <pc:sldChg chg="del">
        <pc:chgData name="이 은찬" userId="7171d596-a1e6-43c2-b263-57fdfdab9399" providerId="ADAL" clId="{98786A76-56B7-4AB4-9BF0-66E6B814EC43}" dt="2026-10-04T06:52:48.272" v="6329" actId="47"/>
        <pc:sldMkLst>
          <pc:docMk/>
          <pc:sldMk cId="1428185210" sldId="320"/>
        </pc:sldMkLst>
      </pc:sldChg>
      <pc:sldChg chg="del">
        <pc:chgData name="이 은찬" userId="7171d596-a1e6-43c2-b263-57fdfdab9399" providerId="ADAL" clId="{98786A76-56B7-4AB4-9BF0-66E6B814EC43}" dt="2026-10-04T06:52:49.358" v="6330" actId="47"/>
        <pc:sldMkLst>
          <pc:docMk/>
          <pc:sldMk cId="2162245801" sldId="321"/>
        </pc:sldMkLst>
      </pc:sldChg>
      <pc:sldChg chg="del">
        <pc:chgData name="이 은찬" userId="7171d596-a1e6-43c2-b263-57fdfdab9399" providerId="ADAL" clId="{98786A76-56B7-4AB4-9BF0-66E6B814EC43}" dt="2026-10-04T06:37:12.267" v="5838" actId="47"/>
        <pc:sldMkLst>
          <pc:docMk/>
          <pc:sldMk cId="3216845779" sldId="322"/>
        </pc:sldMkLst>
      </pc:sldChg>
      <pc:sldChg chg="del">
        <pc:chgData name="이 은찬" userId="7171d596-a1e6-43c2-b263-57fdfdab9399" providerId="ADAL" clId="{98786A76-56B7-4AB4-9BF0-66E6B814EC43}" dt="2026-10-04T06:37:12.866" v="5839" actId="47"/>
        <pc:sldMkLst>
          <pc:docMk/>
          <pc:sldMk cId="4092808104" sldId="323"/>
        </pc:sldMkLst>
      </pc:sldChg>
      <pc:sldChg chg="del">
        <pc:chgData name="이 은찬" userId="7171d596-a1e6-43c2-b263-57fdfdab9399" providerId="ADAL" clId="{98786A76-56B7-4AB4-9BF0-66E6B814EC43}" dt="2026-10-04T06:37:13.945" v="5840" actId="47"/>
        <pc:sldMkLst>
          <pc:docMk/>
          <pc:sldMk cId="1815655865" sldId="324"/>
        </pc:sldMkLst>
      </pc:sldChg>
      <pc:sldChg chg="del">
        <pc:chgData name="이 은찬" userId="7171d596-a1e6-43c2-b263-57fdfdab9399" providerId="ADAL" clId="{98786A76-56B7-4AB4-9BF0-66E6B814EC43}" dt="2026-10-04T06:37:14.702" v="5841" actId="47"/>
        <pc:sldMkLst>
          <pc:docMk/>
          <pc:sldMk cId="3453148315" sldId="325"/>
        </pc:sldMkLst>
      </pc:sldChg>
      <pc:sldChg chg="del">
        <pc:chgData name="이 은찬" userId="7171d596-a1e6-43c2-b263-57fdfdab9399" providerId="ADAL" clId="{98786A76-56B7-4AB4-9BF0-66E6B814EC43}" dt="2026-10-04T06:37:15.497" v="5842" actId="47"/>
        <pc:sldMkLst>
          <pc:docMk/>
          <pc:sldMk cId="2893566422" sldId="326"/>
        </pc:sldMkLst>
      </pc:sldChg>
      <pc:sldChg chg="del">
        <pc:chgData name="이 은찬" userId="7171d596-a1e6-43c2-b263-57fdfdab9399" providerId="ADAL" clId="{98786A76-56B7-4AB4-9BF0-66E6B814EC43}" dt="2026-10-04T06:37:16.067" v="5843" actId="47"/>
        <pc:sldMkLst>
          <pc:docMk/>
          <pc:sldMk cId="2249553786" sldId="327"/>
        </pc:sldMkLst>
      </pc:sldChg>
      <pc:sldChg chg="del">
        <pc:chgData name="이 은찬" userId="7171d596-a1e6-43c2-b263-57fdfdab9399" providerId="ADAL" clId="{98786A76-56B7-4AB4-9BF0-66E6B814EC43}" dt="2026-10-04T06:37:16.534" v="5844" actId="47"/>
        <pc:sldMkLst>
          <pc:docMk/>
          <pc:sldMk cId="3232403141" sldId="328"/>
        </pc:sldMkLst>
      </pc:sldChg>
      <pc:sldChg chg="addSp delSp modSp add mod">
        <pc:chgData name="이 은찬" userId="7171d596-a1e6-43c2-b263-57fdfdab9399" providerId="ADAL" clId="{98786A76-56B7-4AB4-9BF0-66E6B814EC43}" dt="2026-10-04T14:03:05.169" v="7042" actId="20577"/>
        <pc:sldMkLst>
          <pc:docMk/>
          <pc:sldMk cId="1961781337" sldId="329"/>
        </pc:sldMkLst>
        <pc:spChg chg="add mod">
          <ac:chgData name="이 은찬" userId="7171d596-a1e6-43c2-b263-57fdfdab9399" providerId="ADAL" clId="{98786A76-56B7-4AB4-9BF0-66E6B814EC43}" dt="2026-10-04T07:16:47.154" v="6958" actId="14100"/>
          <ac:spMkLst>
            <pc:docMk/>
            <pc:sldMk cId="1961781337" sldId="329"/>
            <ac:spMk id="2" creationId="{C8FEC49E-28E7-CF59-61E5-128E93E0D169}"/>
          </ac:spMkLst>
        </pc:spChg>
        <pc:spChg chg="del">
          <ac:chgData name="이 은찬" userId="7171d596-a1e6-43c2-b263-57fdfdab9399" providerId="ADAL" clId="{98786A76-56B7-4AB4-9BF0-66E6B814EC43}" dt="2026-10-04T04:57:01.145" v="1387" actId="478"/>
          <ac:spMkLst>
            <pc:docMk/>
            <pc:sldMk cId="1961781337" sldId="329"/>
            <ac:spMk id="7" creationId="{62D38A0D-E6A6-EE2F-2EA3-1A76CB45A9F7}"/>
          </ac:spMkLst>
        </pc:spChg>
        <pc:spChg chg="mod">
          <ac:chgData name="이 은찬" userId="7171d596-a1e6-43c2-b263-57fdfdab9399" providerId="ADAL" clId="{98786A76-56B7-4AB4-9BF0-66E6B814EC43}" dt="2026-10-04T14:03:05.169" v="7042" actId="20577"/>
          <ac:spMkLst>
            <pc:docMk/>
            <pc:sldMk cId="1961781337" sldId="329"/>
            <ac:spMk id="8" creationId="{00000000-0000-0000-0000-000000000000}"/>
          </ac:spMkLst>
        </pc:spChg>
        <pc:spChg chg="mod">
          <ac:chgData name="이 은찬" userId="7171d596-a1e6-43c2-b263-57fdfdab9399" providerId="ADAL" clId="{98786A76-56B7-4AB4-9BF0-66E6B814EC43}" dt="2026-10-04T07:05:20.548" v="6775" actId="20577"/>
          <ac:spMkLst>
            <pc:docMk/>
            <pc:sldMk cId="1961781337" sldId="329"/>
            <ac:spMk id="9" creationId="{00000000-0000-0000-0000-000000000000}"/>
          </ac:spMkLst>
        </pc:spChg>
        <pc:spChg chg="del">
          <ac:chgData name="이 은찬" userId="7171d596-a1e6-43c2-b263-57fdfdab9399" providerId="ADAL" clId="{98786A76-56B7-4AB4-9BF0-66E6B814EC43}" dt="2026-10-04T04:57:01.145" v="1387" actId="478"/>
          <ac:spMkLst>
            <pc:docMk/>
            <pc:sldMk cId="1961781337" sldId="329"/>
            <ac:spMk id="21" creationId="{DC5A2BE3-8C64-3655-57DE-4E664FA0A329}"/>
          </ac:spMkLst>
        </pc:spChg>
        <pc:spChg chg="add mod">
          <ac:chgData name="이 은찬" userId="7171d596-a1e6-43c2-b263-57fdfdab9399" providerId="ADAL" clId="{98786A76-56B7-4AB4-9BF0-66E6B814EC43}" dt="2026-10-04T07:14:13.538" v="6865" actId="20577"/>
          <ac:spMkLst>
            <pc:docMk/>
            <pc:sldMk cId="1961781337" sldId="329"/>
            <ac:spMk id="28" creationId="{19A8B190-90DB-5B4A-AB87-0C83D5B4E716}"/>
          </ac:spMkLst>
        </pc:spChg>
        <pc:spChg chg="add mod">
          <ac:chgData name="이 은찬" userId="7171d596-a1e6-43c2-b263-57fdfdab9399" providerId="ADAL" clId="{98786A76-56B7-4AB4-9BF0-66E6B814EC43}" dt="2026-10-04T07:16:34.532" v="6956" actId="1076"/>
          <ac:spMkLst>
            <pc:docMk/>
            <pc:sldMk cId="1961781337" sldId="329"/>
            <ac:spMk id="29" creationId="{92027CE7-417C-EFD6-C36F-25029F8312EB}"/>
          </ac:spMkLst>
        </pc:spChg>
        <pc:spChg chg="add mod">
          <ac:chgData name="이 은찬" userId="7171d596-a1e6-43c2-b263-57fdfdab9399" providerId="ADAL" clId="{98786A76-56B7-4AB4-9BF0-66E6B814EC43}" dt="2026-10-04T07:16:34.532" v="6956" actId="1076"/>
          <ac:spMkLst>
            <pc:docMk/>
            <pc:sldMk cId="1961781337" sldId="329"/>
            <ac:spMk id="30" creationId="{FF984C48-686D-9810-BC3D-AE59B2F1C8AE}"/>
          </ac:spMkLst>
        </pc:spChg>
        <pc:spChg chg="add mod">
          <ac:chgData name="이 은찬" userId="7171d596-a1e6-43c2-b263-57fdfdab9399" providerId="ADAL" clId="{98786A76-56B7-4AB4-9BF0-66E6B814EC43}" dt="2026-10-04T07:16:34.532" v="6956" actId="1076"/>
          <ac:spMkLst>
            <pc:docMk/>
            <pc:sldMk cId="1961781337" sldId="329"/>
            <ac:spMk id="31" creationId="{87953B94-DB19-F5D2-EA1F-B35B2C114E04}"/>
          </ac:spMkLst>
        </pc:spChg>
        <pc:spChg chg="del">
          <ac:chgData name="이 은찬" userId="7171d596-a1e6-43c2-b263-57fdfdab9399" providerId="ADAL" clId="{98786A76-56B7-4AB4-9BF0-66E6B814EC43}" dt="2026-10-04T04:57:01.145" v="1387" actId="478"/>
          <ac:spMkLst>
            <pc:docMk/>
            <pc:sldMk cId="1961781337" sldId="329"/>
            <ac:spMk id="32" creationId="{83CCC39E-77E7-FA1A-392A-8FF3B33945CF}"/>
          </ac:spMkLst>
        </pc:spChg>
        <pc:spChg chg="add mod">
          <ac:chgData name="이 은찬" userId="7171d596-a1e6-43c2-b263-57fdfdab9399" providerId="ADAL" clId="{98786A76-56B7-4AB4-9BF0-66E6B814EC43}" dt="2026-10-04T07:16:34.532" v="6956" actId="1076"/>
          <ac:spMkLst>
            <pc:docMk/>
            <pc:sldMk cId="1961781337" sldId="329"/>
            <ac:spMk id="38" creationId="{C8B01575-4151-D447-626A-915C1E090967}"/>
          </ac:spMkLst>
        </pc:spChg>
        <pc:spChg chg="add mod">
          <ac:chgData name="이 은찬" userId="7171d596-a1e6-43c2-b263-57fdfdab9399" providerId="ADAL" clId="{98786A76-56B7-4AB4-9BF0-66E6B814EC43}" dt="2026-10-04T07:16:34.532" v="6956" actId="1076"/>
          <ac:spMkLst>
            <pc:docMk/>
            <pc:sldMk cId="1961781337" sldId="329"/>
            <ac:spMk id="39" creationId="{66AE95DB-3562-D8FC-944F-6D23C43F9447}"/>
          </ac:spMkLst>
        </pc:spChg>
        <pc:spChg chg="mod">
          <ac:chgData name="이 은찬" userId="7171d596-a1e6-43c2-b263-57fdfdab9399" providerId="ADAL" clId="{98786A76-56B7-4AB4-9BF0-66E6B814EC43}" dt="2026-10-04T04:56:54.807" v="1386" actId="20577"/>
          <ac:spMkLst>
            <pc:docMk/>
            <pc:sldMk cId="1961781337" sldId="329"/>
            <ac:spMk id="45" creationId="{EFB1EA19-0FBB-7E98-DB8B-E17B767248EA}"/>
          </ac:spMkLst>
        </pc:spChg>
        <pc:spChg chg="mod">
          <ac:chgData name="이 은찬" userId="7171d596-a1e6-43c2-b263-57fdfdab9399" providerId="ADAL" clId="{98786A76-56B7-4AB4-9BF0-66E6B814EC43}" dt="2026-10-04T05:54:12.520" v="4314" actId="20577"/>
          <ac:spMkLst>
            <pc:docMk/>
            <pc:sldMk cId="1961781337" sldId="329"/>
            <ac:spMk id="47" creationId="{5D08A8A4-1970-D2BB-759C-BC22ACF21903}"/>
          </ac:spMkLst>
        </pc:spChg>
        <pc:grpChg chg="del">
          <ac:chgData name="이 은찬" userId="7171d596-a1e6-43c2-b263-57fdfdab9399" providerId="ADAL" clId="{98786A76-56B7-4AB4-9BF0-66E6B814EC43}" dt="2026-10-04T04:57:05.319" v="1388" actId="478"/>
          <ac:grpSpMkLst>
            <pc:docMk/>
            <pc:sldMk cId="1961781337" sldId="329"/>
            <ac:grpSpMk id="15" creationId="{7D5D5AEF-61E1-B817-43A1-4230D583FAD7}"/>
          </ac:grpSpMkLst>
        </pc:grpChg>
        <pc:grpChg chg="del">
          <ac:chgData name="이 은찬" userId="7171d596-a1e6-43c2-b263-57fdfdab9399" providerId="ADAL" clId="{98786A76-56B7-4AB4-9BF0-66E6B814EC43}" dt="2026-10-04T04:57:01.145" v="1387" actId="478"/>
          <ac:grpSpMkLst>
            <pc:docMk/>
            <pc:sldMk cId="1961781337" sldId="329"/>
            <ac:grpSpMk id="22" creationId="{1426E7F4-B5F6-435E-DE0F-23D57205E2D6}"/>
          </ac:grpSpMkLst>
        </pc:grpChg>
        <pc:grpChg chg="del">
          <ac:chgData name="이 은찬" userId="7171d596-a1e6-43c2-b263-57fdfdab9399" providerId="ADAL" clId="{98786A76-56B7-4AB4-9BF0-66E6B814EC43}" dt="2026-10-04T04:57:01.145" v="1387" actId="478"/>
          <ac:grpSpMkLst>
            <pc:docMk/>
            <pc:sldMk cId="1961781337" sldId="329"/>
            <ac:grpSpMk id="33" creationId="{42C50642-E74A-3E1D-5D79-994E555B4F13}"/>
          </ac:grpSpMkLst>
        </pc:grpChg>
        <pc:picChg chg="add del mod">
          <ac:chgData name="이 은찬" userId="7171d596-a1e6-43c2-b263-57fdfdab9399" providerId="ADAL" clId="{98786A76-56B7-4AB4-9BF0-66E6B814EC43}" dt="2026-10-04T05:20:27.803" v="1885" actId="478"/>
          <ac:picMkLst>
            <pc:docMk/>
            <pc:sldMk cId="1961781337" sldId="329"/>
            <ac:picMk id="3" creationId="{228963AA-963C-5EE0-2F94-71FC7AF017C2}"/>
          </ac:picMkLst>
        </pc:picChg>
        <pc:picChg chg="add del mod">
          <ac:chgData name="이 은찬" userId="7171d596-a1e6-43c2-b263-57fdfdab9399" providerId="ADAL" clId="{98786A76-56B7-4AB4-9BF0-66E6B814EC43}" dt="2026-10-04T05:20:28.689" v="1886" actId="478"/>
          <ac:picMkLst>
            <pc:docMk/>
            <pc:sldMk cId="1961781337" sldId="329"/>
            <ac:picMk id="5" creationId="{3D6C825A-F03E-02F4-DE93-7C339D34DEAE}"/>
          </ac:picMkLst>
        </pc:picChg>
        <pc:picChg chg="add del mod">
          <ac:chgData name="이 은찬" userId="7171d596-a1e6-43c2-b263-57fdfdab9399" providerId="ADAL" clId="{98786A76-56B7-4AB4-9BF0-66E6B814EC43}" dt="2026-10-04T05:28:37.892" v="2681" actId="478"/>
          <ac:picMkLst>
            <pc:docMk/>
            <pc:sldMk cId="1961781337" sldId="329"/>
            <ac:picMk id="11" creationId="{1B1264D4-E406-B5AC-5F81-8182F944D00A}"/>
          </ac:picMkLst>
        </pc:picChg>
        <pc:picChg chg="add del mod">
          <ac:chgData name="이 은찬" userId="7171d596-a1e6-43c2-b263-57fdfdab9399" providerId="ADAL" clId="{98786A76-56B7-4AB4-9BF0-66E6B814EC43}" dt="2026-10-04T05:28:37.080" v="2680" actId="478"/>
          <ac:picMkLst>
            <pc:docMk/>
            <pc:sldMk cId="1961781337" sldId="329"/>
            <ac:picMk id="14" creationId="{0B2FCB57-B10E-B936-4AC3-5E629BF08D65}"/>
          </ac:picMkLst>
        </pc:picChg>
        <pc:picChg chg="add mod modCrop">
          <ac:chgData name="이 은찬" userId="7171d596-a1e6-43c2-b263-57fdfdab9399" providerId="ADAL" clId="{98786A76-56B7-4AB4-9BF0-66E6B814EC43}" dt="2026-10-04T05:34:01.882" v="3256" actId="732"/>
          <ac:picMkLst>
            <pc:docMk/>
            <pc:sldMk cId="1961781337" sldId="329"/>
            <ac:picMk id="27" creationId="{98E4CD53-63CE-94DD-4316-D274C85283EE}"/>
          </ac:picMkLst>
        </pc:picChg>
      </pc:sldChg>
      <pc:sldChg chg="addSp delSp modSp add mod ord">
        <pc:chgData name="이 은찬" userId="7171d596-a1e6-43c2-b263-57fdfdab9399" providerId="ADAL" clId="{98786A76-56B7-4AB4-9BF0-66E6B814EC43}" dt="2026-10-24T07:44:10.411" v="7097" actId="207"/>
        <pc:sldMkLst>
          <pc:docMk/>
          <pc:sldMk cId="951548309" sldId="330"/>
        </pc:sldMkLst>
        <pc:spChg chg="add del">
          <ac:chgData name="이 은찬" userId="7171d596-a1e6-43c2-b263-57fdfdab9399" providerId="ADAL" clId="{98786A76-56B7-4AB4-9BF0-66E6B814EC43}" dt="2026-10-04T05:16:43.570" v="1424" actId="22"/>
          <ac:spMkLst>
            <pc:docMk/>
            <pc:sldMk cId="951548309" sldId="330"/>
            <ac:spMk id="6" creationId="{EE7910A6-2068-FA11-50EA-9EDCFF1327B4}"/>
          </ac:spMkLst>
        </pc:spChg>
        <pc:spChg chg="mod">
          <ac:chgData name="이 은찬" userId="7171d596-a1e6-43c2-b263-57fdfdab9399" providerId="ADAL" clId="{98786A76-56B7-4AB4-9BF0-66E6B814EC43}" dt="2026-10-04T14:03:08.256" v="7043" actId="20577"/>
          <ac:spMkLst>
            <pc:docMk/>
            <pc:sldMk cId="951548309" sldId="330"/>
            <ac:spMk id="8" creationId="{00000000-0000-0000-0000-000000000000}"/>
          </ac:spMkLst>
        </pc:spChg>
        <pc:spChg chg="mod">
          <ac:chgData name="이 은찬" userId="7171d596-a1e6-43c2-b263-57fdfdab9399" providerId="ADAL" clId="{98786A76-56B7-4AB4-9BF0-66E6B814EC43}" dt="2026-10-04T07:05:14.995" v="6773" actId="20577"/>
          <ac:spMkLst>
            <pc:docMk/>
            <pc:sldMk cId="951548309" sldId="330"/>
            <ac:spMk id="9" creationId="{00000000-0000-0000-0000-000000000000}"/>
          </ac:spMkLst>
        </pc:spChg>
        <pc:spChg chg="add del">
          <ac:chgData name="이 은찬" userId="7171d596-a1e6-43c2-b263-57fdfdab9399" providerId="ADAL" clId="{98786A76-56B7-4AB4-9BF0-66E6B814EC43}" dt="2026-10-04T05:16:44.911" v="1426" actId="22"/>
          <ac:spMkLst>
            <pc:docMk/>
            <pc:sldMk cId="951548309" sldId="330"/>
            <ac:spMk id="13" creationId="{94864B4C-A167-28F1-4217-A9426E659E21}"/>
          </ac:spMkLst>
        </pc:spChg>
        <pc:spChg chg="add mod">
          <ac:chgData name="이 은찬" userId="7171d596-a1e6-43c2-b263-57fdfdab9399" providerId="ADAL" clId="{98786A76-56B7-4AB4-9BF0-66E6B814EC43}" dt="2026-10-04T05:22:05.845" v="1997" actId="20577"/>
          <ac:spMkLst>
            <pc:docMk/>
            <pc:sldMk cId="951548309" sldId="330"/>
            <ac:spMk id="16" creationId="{A6B9979C-E4FF-620C-B08C-BB643A7DE75F}"/>
          </ac:spMkLst>
        </pc:spChg>
        <pc:spChg chg="add mod">
          <ac:chgData name="이 은찬" userId="7171d596-a1e6-43c2-b263-57fdfdab9399" providerId="ADAL" clId="{98786A76-56B7-4AB4-9BF0-66E6B814EC43}" dt="2026-10-24T07:44:10.411" v="7097" actId="207"/>
          <ac:spMkLst>
            <pc:docMk/>
            <pc:sldMk cId="951548309" sldId="330"/>
            <ac:spMk id="17" creationId="{F9BC1093-CA73-9806-08E3-13D196831A6D}"/>
          </ac:spMkLst>
        </pc:spChg>
        <pc:spChg chg="add mod">
          <ac:chgData name="이 은찬" userId="7171d596-a1e6-43c2-b263-57fdfdab9399" providerId="ADAL" clId="{98786A76-56B7-4AB4-9BF0-66E6B814EC43}" dt="2026-10-04T05:21:11.181" v="1900" actId="14100"/>
          <ac:spMkLst>
            <pc:docMk/>
            <pc:sldMk cId="951548309" sldId="330"/>
            <ac:spMk id="18" creationId="{FBF82BDF-564A-FB55-6BF8-A4DFE3A9B65E}"/>
          </ac:spMkLst>
        </pc:spChg>
        <pc:spChg chg="add mod">
          <ac:chgData name="이 은찬" userId="7171d596-a1e6-43c2-b263-57fdfdab9399" providerId="ADAL" clId="{98786A76-56B7-4AB4-9BF0-66E6B814EC43}" dt="2026-10-04T05:19:25.440" v="1716" actId="571"/>
          <ac:spMkLst>
            <pc:docMk/>
            <pc:sldMk cId="951548309" sldId="330"/>
            <ac:spMk id="19" creationId="{80CA39D9-5F20-82C3-2E1C-9A00CA8A699A}"/>
          </ac:spMkLst>
        </pc:spChg>
        <pc:spChg chg="add mod">
          <ac:chgData name="이 은찬" userId="7171d596-a1e6-43c2-b263-57fdfdab9399" providerId="ADAL" clId="{98786A76-56B7-4AB4-9BF0-66E6B814EC43}" dt="2026-10-04T05:19:25.440" v="1716" actId="571"/>
          <ac:spMkLst>
            <pc:docMk/>
            <pc:sldMk cId="951548309" sldId="330"/>
            <ac:spMk id="20" creationId="{5EAD8CC0-E624-9F39-C52B-97815FBF3AE1}"/>
          </ac:spMkLst>
        </pc:spChg>
        <pc:spChg chg="add mod">
          <ac:chgData name="이 은찬" userId="7171d596-a1e6-43c2-b263-57fdfdab9399" providerId="ADAL" clId="{98786A76-56B7-4AB4-9BF0-66E6B814EC43}" dt="2026-10-04T05:23:00.610" v="2008" actId="14100"/>
          <ac:spMkLst>
            <pc:docMk/>
            <pc:sldMk cId="951548309" sldId="330"/>
            <ac:spMk id="21" creationId="{6CCDA680-13C4-F832-3A38-217AEE93ABBD}"/>
          </ac:spMkLst>
        </pc:spChg>
        <pc:spChg chg="add mod">
          <ac:chgData name="이 은찬" userId="7171d596-a1e6-43c2-b263-57fdfdab9399" providerId="ADAL" clId="{98786A76-56B7-4AB4-9BF0-66E6B814EC43}" dt="2026-10-04T05:21:32.207" v="1908" actId="1037"/>
          <ac:spMkLst>
            <pc:docMk/>
            <pc:sldMk cId="951548309" sldId="330"/>
            <ac:spMk id="24" creationId="{97B656A7-9BD6-C90D-2A80-F1ABE1CF7FC3}"/>
          </ac:spMkLst>
        </pc:spChg>
        <pc:spChg chg="add mod">
          <ac:chgData name="이 은찬" userId="7171d596-a1e6-43c2-b263-57fdfdab9399" providerId="ADAL" clId="{98786A76-56B7-4AB4-9BF0-66E6B814EC43}" dt="2026-10-04T05:23:17.328" v="2020" actId="14100"/>
          <ac:spMkLst>
            <pc:docMk/>
            <pc:sldMk cId="951548309" sldId="330"/>
            <ac:spMk id="28" creationId="{0725FDD4-78A0-20B5-500D-F35EB6E22A31}"/>
          </ac:spMkLst>
        </pc:spChg>
        <pc:spChg chg="add mod">
          <ac:chgData name="이 은찬" userId="7171d596-a1e6-43c2-b263-57fdfdab9399" providerId="ADAL" clId="{98786A76-56B7-4AB4-9BF0-66E6B814EC43}" dt="2026-10-04T05:23:31.084" v="2027" actId="14100"/>
          <ac:spMkLst>
            <pc:docMk/>
            <pc:sldMk cId="951548309" sldId="330"/>
            <ac:spMk id="29" creationId="{48978F60-039B-55D3-D6FD-5B2DDC9906DD}"/>
          </ac:spMkLst>
        </pc:spChg>
        <pc:spChg chg="add mod">
          <ac:chgData name="이 은찬" userId="7171d596-a1e6-43c2-b263-57fdfdab9399" providerId="ADAL" clId="{98786A76-56B7-4AB4-9BF0-66E6B814EC43}" dt="2026-10-04T05:28:14.152" v="2659" actId="207"/>
          <ac:spMkLst>
            <pc:docMk/>
            <pc:sldMk cId="951548309" sldId="330"/>
            <ac:spMk id="34" creationId="{5AEE17AB-0FDC-5C1D-1AEE-83CABD06395A}"/>
          </ac:spMkLst>
        </pc:spChg>
        <pc:spChg chg="mod">
          <ac:chgData name="이 은찬" userId="7171d596-a1e6-43c2-b263-57fdfdab9399" providerId="ADAL" clId="{98786A76-56B7-4AB4-9BF0-66E6B814EC43}" dt="2026-10-04T05:32:38.718" v="3115" actId="20577"/>
          <ac:spMkLst>
            <pc:docMk/>
            <pc:sldMk cId="951548309" sldId="330"/>
            <ac:spMk id="47" creationId="{5D08A8A4-1970-D2BB-759C-BC22ACF21903}"/>
          </ac:spMkLst>
        </pc:spChg>
        <pc:picChg chg="add del mod">
          <ac:chgData name="이 은찬" userId="7171d596-a1e6-43c2-b263-57fdfdab9399" providerId="ADAL" clId="{98786A76-56B7-4AB4-9BF0-66E6B814EC43}" dt="2026-10-04T05:22:44.840" v="2003" actId="478"/>
          <ac:picMkLst>
            <pc:docMk/>
            <pc:sldMk cId="951548309" sldId="330"/>
            <ac:picMk id="2" creationId="{9FB30024-DAE3-1C4B-43F3-AFA9A66EE1E0}"/>
          </ac:picMkLst>
        </pc:picChg>
        <pc:picChg chg="del mod">
          <ac:chgData name="이 은찬" userId="7171d596-a1e6-43c2-b263-57fdfdab9399" providerId="ADAL" clId="{98786A76-56B7-4AB4-9BF0-66E6B814EC43}" dt="2026-10-04T05:20:58.354" v="1895" actId="478"/>
          <ac:picMkLst>
            <pc:docMk/>
            <pc:sldMk cId="951548309" sldId="330"/>
            <ac:picMk id="3" creationId="{228963AA-963C-5EE0-2F94-71FC7AF017C2}"/>
          </ac:picMkLst>
        </pc:picChg>
        <pc:picChg chg="del">
          <ac:chgData name="이 은찬" userId="7171d596-a1e6-43c2-b263-57fdfdab9399" providerId="ADAL" clId="{98786A76-56B7-4AB4-9BF0-66E6B814EC43}" dt="2026-10-04T05:15:26.506" v="1409" actId="478"/>
          <ac:picMkLst>
            <pc:docMk/>
            <pc:sldMk cId="951548309" sldId="330"/>
            <ac:picMk id="5" creationId="{3D6C825A-F03E-02F4-DE93-7C339D34DEAE}"/>
          </ac:picMkLst>
        </pc:picChg>
        <pc:picChg chg="del">
          <ac:chgData name="이 은찬" userId="7171d596-a1e6-43c2-b263-57fdfdab9399" providerId="ADAL" clId="{98786A76-56B7-4AB4-9BF0-66E6B814EC43}" dt="2026-10-04T05:15:24.790" v="1406" actId="478"/>
          <ac:picMkLst>
            <pc:docMk/>
            <pc:sldMk cId="951548309" sldId="330"/>
            <ac:picMk id="11" creationId="{1B1264D4-E406-B5AC-5F81-8182F944D00A}"/>
          </ac:picMkLst>
        </pc:picChg>
        <pc:picChg chg="del">
          <ac:chgData name="이 은찬" userId="7171d596-a1e6-43c2-b263-57fdfdab9399" providerId="ADAL" clId="{98786A76-56B7-4AB4-9BF0-66E6B814EC43}" dt="2026-10-04T05:15:25.368" v="1407" actId="478"/>
          <ac:picMkLst>
            <pc:docMk/>
            <pc:sldMk cId="951548309" sldId="330"/>
            <ac:picMk id="14" creationId="{0B2FCB57-B10E-B936-4AC3-5E629BF08D65}"/>
          </ac:picMkLst>
        </pc:picChg>
        <pc:picChg chg="add del mod">
          <ac:chgData name="이 은찬" userId="7171d596-a1e6-43c2-b263-57fdfdab9399" providerId="ADAL" clId="{98786A76-56B7-4AB4-9BF0-66E6B814EC43}" dt="2026-10-04T05:20:57.447" v="1894" actId="478"/>
          <ac:picMkLst>
            <pc:docMk/>
            <pc:sldMk cId="951548309" sldId="330"/>
            <ac:picMk id="22" creationId="{1A6103F0-AE90-6A59-331E-7082C3AC12EA}"/>
          </ac:picMkLst>
        </pc:picChg>
        <pc:picChg chg="add mod ord">
          <ac:chgData name="이 은찬" userId="7171d596-a1e6-43c2-b263-57fdfdab9399" providerId="ADAL" clId="{98786A76-56B7-4AB4-9BF0-66E6B814EC43}" dt="2026-10-04T05:21:16.682" v="1903" actId="1076"/>
          <ac:picMkLst>
            <pc:docMk/>
            <pc:sldMk cId="951548309" sldId="330"/>
            <ac:picMk id="23" creationId="{4E6DFDF1-1BDE-E506-2FD6-D9DE48CAD4A5}"/>
          </ac:picMkLst>
        </pc:picChg>
        <pc:picChg chg="add del mod">
          <ac:chgData name="이 은찬" userId="7171d596-a1e6-43c2-b263-57fdfdab9399" providerId="ADAL" clId="{98786A76-56B7-4AB4-9BF0-66E6B814EC43}" dt="2026-10-04T05:22:44.294" v="2002" actId="478"/>
          <ac:picMkLst>
            <pc:docMk/>
            <pc:sldMk cId="951548309" sldId="330"/>
            <ac:picMk id="25" creationId="{E13C331B-4712-4B27-DAC8-804165AF87FF}"/>
          </ac:picMkLst>
        </pc:picChg>
        <pc:picChg chg="add mod ord">
          <ac:chgData name="이 은찬" userId="7171d596-a1e6-43c2-b263-57fdfdab9399" providerId="ADAL" clId="{98786A76-56B7-4AB4-9BF0-66E6B814EC43}" dt="2026-10-04T05:23:24.345" v="2025" actId="1076"/>
          <ac:picMkLst>
            <pc:docMk/>
            <pc:sldMk cId="951548309" sldId="330"/>
            <ac:picMk id="26" creationId="{F068408A-0620-078B-4FD4-BC14203409F4}"/>
          </ac:picMkLst>
        </pc:picChg>
        <pc:picChg chg="del">
          <ac:chgData name="이 은찬" userId="7171d596-a1e6-43c2-b263-57fdfdab9399" providerId="ADAL" clId="{98786A76-56B7-4AB4-9BF0-66E6B814EC43}" dt="2026-10-04T05:15:25.958" v="1408" actId="478"/>
          <ac:picMkLst>
            <pc:docMk/>
            <pc:sldMk cId="951548309" sldId="330"/>
            <ac:picMk id="27" creationId="{98E4CD53-63CE-94DD-4316-D274C85283EE}"/>
          </ac:picMkLst>
        </pc:picChg>
        <pc:cxnChg chg="add mod">
          <ac:chgData name="이 은찬" userId="7171d596-a1e6-43c2-b263-57fdfdab9399" providerId="ADAL" clId="{98786A76-56B7-4AB4-9BF0-66E6B814EC43}" dt="2026-10-04T05:24:55.557" v="2240" actId="1582"/>
          <ac:cxnSpMkLst>
            <pc:docMk/>
            <pc:sldMk cId="951548309" sldId="330"/>
            <ac:cxnSpMk id="31" creationId="{EA4050F8-83EA-4AC5-7163-209D02E0098C}"/>
          </ac:cxnSpMkLst>
        </pc:cxnChg>
        <pc:cxnChg chg="add mod">
          <ac:chgData name="이 은찬" userId="7171d596-a1e6-43c2-b263-57fdfdab9399" providerId="ADAL" clId="{98786A76-56B7-4AB4-9BF0-66E6B814EC43}" dt="2026-10-04T05:25:04.393" v="2243" actId="14100"/>
          <ac:cxnSpMkLst>
            <pc:docMk/>
            <pc:sldMk cId="951548309" sldId="330"/>
            <ac:cxnSpMk id="32" creationId="{4E8176A7-13A1-1AC3-0537-C1BD2F7D95DD}"/>
          </ac:cxnSpMkLst>
        </pc:cxnChg>
      </pc:sldChg>
      <pc:sldChg chg="addSp delSp modSp add mod ord">
        <pc:chgData name="이 은찬" userId="7171d596-a1e6-43c2-b263-57fdfdab9399" providerId="ADAL" clId="{98786A76-56B7-4AB4-9BF0-66E6B814EC43}" dt="2026-10-24T07:44:19.496" v="7098" actId="207"/>
        <pc:sldMkLst>
          <pc:docMk/>
          <pc:sldMk cId="886181652" sldId="331"/>
        </pc:sldMkLst>
        <pc:spChg chg="mod">
          <ac:chgData name="이 은찬" userId="7171d596-a1e6-43c2-b263-57fdfdab9399" providerId="ADAL" clId="{98786A76-56B7-4AB4-9BF0-66E6B814EC43}" dt="2026-10-04T14:03:11.328" v="7044" actId="20577"/>
          <ac:spMkLst>
            <pc:docMk/>
            <pc:sldMk cId="886181652" sldId="331"/>
            <ac:spMk id="8" creationId="{00000000-0000-0000-0000-000000000000}"/>
          </ac:spMkLst>
        </pc:spChg>
        <pc:spChg chg="mod">
          <ac:chgData name="이 은찬" userId="7171d596-a1e6-43c2-b263-57fdfdab9399" providerId="ADAL" clId="{98786A76-56B7-4AB4-9BF0-66E6B814EC43}" dt="2026-10-04T07:05:09.297" v="6771" actId="20577"/>
          <ac:spMkLst>
            <pc:docMk/>
            <pc:sldMk cId="886181652" sldId="331"/>
            <ac:spMk id="9" creationId="{00000000-0000-0000-0000-000000000000}"/>
          </ac:spMkLst>
        </pc:spChg>
        <pc:spChg chg="mod">
          <ac:chgData name="이 은찬" userId="7171d596-a1e6-43c2-b263-57fdfdab9399" providerId="ADAL" clId="{98786A76-56B7-4AB4-9BF0-66E6B814EC43}" dt="2026-10-04T05:30:49.952" v="2933" actId="20577"/>
          <ac:spMkLst>
            <pc:docMk/>
            <pc:sldMk cId="886181652" sldId="331"/>
            <ac:spMk id="16" creationId="{A6B9979C-E4FF-620C-B08C-BB643A7DE75F}"/>
          </ac:spMkLst>
        </pc:spChg>
        <pc:spChg chg="mod">
          <ac:chgData name="이 은찬" userId="7171d596-a1e6-43c2-b263-57fdfdab9399" providerId="ADAL" clId="{98786A76-56B7-4AB4-9BF0-66E6B814EC43}" dt="2026-10-24T07:44:19.496" v="7098" actId="207"/>
          <ac:spMkLst>
            <pc:docMk/>
            <pc:sldMk cId="886181652" sldId="331"/>
            <ac:spMk id="17" creationId="{F9BC1093-CA73-9806-08E3-13D196831A6D}"/>
          </ac:spMkLst>
        </pc:spChg>
        <pc:spChg chg="mod">
          <ac:chgData name="이 은찬" userId="7171d596-a1e6-43c2-b263-57fdfdab9399" providerId="ADAL" clId="{98786A76-56B7-4AB4-9BF0-66E6B814EC43}" dt="2026-10-04T05:30:36.774" v="2870" actId="14100"/>
          <ac:spMkLst>
            <pc:docMk/>
            <pc:sldMk cId="886181652" sldId="331"/>
            <ac:spMk id="18" creationId="{FBF82BDF-564A-FB55-6BF8-A4DFE3A9B65E}"/>
          </ac:spMkLst>
        </pc:spChg>
        <pc:spChg chg="del">
          <ac:chgData name="이 은찬" userId="7171d596-a1e6-43c2-b263-57fdfdab9399" providerId="ADAL" clId="{98786A76-56B7-4AB4-9BF0-66E6B814EC43}" dt="2026-10-04T05:32:10.752" v="3097" actId="478"/>
          <ac:spMkLst>
            <pc:docMk/>
            <pc:sldMk cId="886181652" sldId="331"/>
            <ac:spMk id="21" creationId="{6CCDA680-13C4-F832-3A38-217AEE93ABBD}"/>
          </ac:spMkLst>
        </pc:spChg>
        <pc:spChg chg="del">
          <ac:chgData name="이 은찬" userId="7171d596-a1e6-43c2-b263-57fdfdab9399" providerId="ADAL" clId="{98786A76-56B7-4AB4-9BF0-66E6B814EC43}" dt="2026-10-04T05:30:39.857" v="2871" actId="478"/>
          <ac:spMkLst>
            <pc:docMk/>
            <pc:sldMk cId="886181652" sldId="331"/>
            <ac:spMk id="24" creationId="{97B656A7-9BD6-C90D-2A80-F1ABE1CF7FC3}"/>
          </ac:spMkLst>
        </pc:spChg>
        <pc:spChg chg="mod">
          <ac:chgData name="이 은찬" userId="7171d596-a1e6-43c2-b263-57fdfdab9399" providerId="ADAL" clId="{98786A76-56B7-4AB4-9BF0-66E6B814EC43}" dt="2026-10-04T05:32:30.914" v="3113" actId="1035"/>
          <ac:spMkLst>
            <pc:docMk/>
            <pc:sldMk cId="886181652" sldId="331"/>
            <ac:spMk id="28" creationId="{0725FDD4-78A0-20B5-500D-F35EB6E22A31}"/>
          </ac:spMkLst>
        </pc:spChg>
        <pc:spChg chg="del">
          <ac:chgData name="이 은찬" userId="7171d596-a1e6-43c2-b263-57fdfdab9399" providerId="ADAL" clId="{98786A76-56B7-4AB4-9BF0-66E6B814EC43}" dt="2026-10-04T05:32:08.759" v="3096" actId="478"/>
          <ac:spMkLst>
            <pc:docMk/>
            <pc:sldMk cId="886181652" sldId="331"/>
            <ac:spMk id="29" creationId="{48978F60-039B-55D3-D6FD-5B2DDC9906DD}"/>
          </ac:spMkLst>
        </pc:spChg>
        <pc:spChg chg="del">
          <ac:chgData name="이 은찬" userId="7171d596-a1e6-43c2-b263-57fdfdab9399" providerId="ADAL" clId="{98786A76-56B7-4AB4-9BF0-66E6B814EC43}" dt="2026-10-04T05:32:17.866" v="3101" actId="478"/>
          <ac:spMkLst>
            <pc:docMk/>
            <pc:sldMk cId="886181652" sldId="331"/>
            <ac:spMk id="34" creationId="{5AEE17AB-0FDC-5C1D-1AEE-83CABD06395A}"/>
          </ac:spMkLst>
        </pc:spChg>
        <pc:picChg chg="add del mod">
          <ac:chgData name="이 은찬" userId="7171d596-a1e6-43c2-b263-57fdfdab9399" providerId="ADAL" clId="{98786A76-56B7-4AB4-9BF0-66E6B814EC43}" dt="2026-10-04T05:30:21.846" v="2858" actId="478"/>
          <ac:picMkLst>
            <pc:docMk/>
            <pc:sldMk cId="886181652" sldId="331"/>
            <ac:picMk id="3" creationId="{C03A81DF-58EA-5EFA-D202-BA99D710F1B9}"/>
          </ac:picMkLst>
        </pc:picChg>
        <pc:picChg chg="add mod ord">
          <ac:chgData name="이 은찬" userId="7171d596-a1e6-43c2-b263-57fdfdab9399" providerId="ADAL" clId="{98786A76-56B7-4AB4-9BF0-66E6B814EC43}" dt="2026-10-04T05:30:26.564" v="2861" actId="167"/>
          <ac:picMkLst>
            <pc:docMk/>
            <pc:sldMk cId="886181652" sldId="331"/>
            <ac:picMk id="4" creationId="{60936C43-CB97-D745-4500-28CD89E6C4A0}"/>
          </ac:picMkLst>
        </pc:picChg>
        <pc:picChg chg="add del mod ord">
          <ac:chgData name="이 은찬" userId="7171d596-a1e6-43c2-b263-57fdfdab9399" providerId="ADAL" clId="{98786A76-56B7-4AB4-9BF0-66E6B814EC43}" dt="2026-10-04T05:32:14.426" v="3100" actId="478"/>
          <ac:picMkLst>
            <pc:docMk/>
            <pc:sldMk cId="886181652" sldId="331"/>
            <ac:picMk id="6" creationId="{3AA2E53E-E3F5-22EB-DD63-B5EDCC88B9DC}"/>
          </ac:picMkLst>
        </pc:picChg>
        <pc:picChg chg="del">
          <ac:chgData name="이 은찬" userId="7171d596-a1e6-43c2-b263-57fdfdab9399" providerId="ADAL" clId="{98786A76-56B7-4AB4-9BF0-66E6B814EC43}" dt="2026-10-04T05:30:22.402" v="2859" actId="478"/>
          <ac:picMkLst>
            <pc:docMk/>
            <pc:sldMk cId="886181652" sldId="331"/>
            <ac:picMk id="23" creationId="{4E6DFDF1-1BDE-E506-2FD6-D9DE48CAD4A5}"/>
          </ac:picMkLst>
        </pc:picChg>
        <pc:picChg chg="del">
          <ac:chgData name="이 은찬" userId="7171d596-a1e6-43c2-b263-57fdfdab9399" providerId="ADAL" clId="{98786A76-56B7-4AB4-9BF0-66E6B814EC43}" dt="2026-10-04T05:32:07.512" v="3095" actId="478"/>
          <ac:picMkLst>
            <pc:docMk/>
            <pc:sldMk cId="886181652" sldId="331"/>
            <ac:picMk id="26" creationId="{F068408A-0620-078B-4FD4-BC14203409F4}"/>
          </ac:picMkLst>
        </pc:picChg>
        <pc:cxnChg chg="del">
          <ac:chgData name="이 은찬" userId="7171d596-a1e6-43c2-b263-57fdfdab9399" providerId="ADAL" clId="{98786A76-56B7-4AB4-9BF0-66E6B814EC43}" dt="2026-10-04T05:32:11.849" v="3098" actId="478"/>
          <ac:cxnSpMkLst>
            <pc:docMk/>
            <pc:sldMk cId="886181652" sldId="331"/>
            <ac:cxnSpMk id="31" creationId="{EA4050F8-83EA-4AC5-7163-209D02E0098C}"/>
          </ac:cxnSpMkLst>
        </pc:cxnChg>
        <pc:cxnChg chg="del">
          <ac:chgData name="이 은찬" userId="7171d596-a1e6-43c2-b263-57fdfdab9399" providerId="ADAL" clId="{98786A76-56B7-4AB4-9BF0-66E6B814EC43}" dt="2026-10-04T05:32:19.523" v="3102" actId="478"/>
          <ac:cxnSpMkLst>
            <pc:docMk/>
            <pc:sldMk cId="886181652" sldId="331"/>
            <ac:cxnSpMk id="32" creationId="{4E8176A7-13A1-1AC3-0537-C1BD2F7D95DD}"/>
          </ac:cxnSpMkLst>
        </pc:cxnChg>
      </pc:sldChg>
      <pc:sldChg chg="addSp delSp modSp add mod">
        <pc:chgData name="이 은찬" userId="7171d596-a1e6-43c2-b263-57fdfdab9399" providerId="ADAL" clId="{98786A76-56B7-4AB4-9BF0-66E6B814EC43}" dt="2026-10-24T07:44:57.244" v="7128" actId="255"/>
        <pc:sldMkLst>
          <pc:docMk/>
          <pc:sldMk cId="3080775736" sldId="332"/>
        </pc:sldMkLst>
        <pc:spChg chg="add del">
          <ac:chgData name="이 은찬" userId="7171d596-a1e6-43c2-b263-57fdfdab9399" providerId="ADAL" clId="{98786A76-56B7-4AB4-9BF0-66E6B814EC43}" dt="2026-10-04T05:48:35.133" v="4058" actId="22"/>
          <ac:spMkLst>
            <pc:docMk/>
            <pc:sldMk cId="3080775736" sldId="332"/>
            <ac:spMk id="4" creationId="{B716D0B5-2B7F-46A9-B7BB-6E1DF0A1F379}"/>
          </ac:spMkLst>
        </pc:spChg>
        <pc:spChg chg="add del">
          <ac:chgData name="이 은찬" userId="7171d596-a1e6-43c2-b263-57fdfdab9399" providerId="ADAL" clId="{98786A76-56B7-4AB4-9BF0-66E6B814EC43}" dt="2026-10-04T05:48:37.314" v="4060" actId="22"/>
          <ac:spMkLst>
            <pc:docMk/>
            <pc:sldMk cId="3080775736" sldId="332"/>
            <ac:spMk id="6" creationId="{2B91F1C5-F113-A1E6-1C1F-CE88F1434CFC}"/>
          </ac:spMkLst>
        </pc:spChg>
        <pc:spChg chg="mod">
          <ac:chgData name="이 은찬" userId="7171d596-a1e6-43c2-b263-57fdfdab9399" providerId="ADAL" clId="{98786A76-56B7-4AB4-9BF0-66E6B814EC43}" dt="2026-10-04T14:03:02.142" v="7041" actId="20577"/>
          <ac:spMkLst>
            <pc:docMk/>
            <pc:sldMk cId="3080775736" sldId="332"/>
            <ac:spMk id="8" creationId="{00000000-0000-0000-0000-000000000000}"/>
          </ac:spMkLst>
        </pc:spChg>
        <pc:spChg chg="mod">
          <ac:chgData name="이 은찬" userId="7171d596-a1e6-43c2-b263-57fdfdab9399" providerId="ADAL" clId="{98786A76-56B7-4AB4-9BF0-66E6B814EC43}" dt="2026-10-04T07:06:21.447" v="6806" actId="20577"/>
          <ac:spMkLst>
            <pc:docMk/>
            <pc:sldMk cId="3080775736" sldId="332"/>
            <ac:spMk id="9" creationId="{00000000-0000-0000-0000-000000000000}"/>
          </ac:spMkLst>
        </pc:spChg>
        <pc:spChg chg="add del">
          <ac:chgData name="이 은찬" userId="7171d596-a1e6-43c2-b263-57fdfdab9399" providerId="ADAL" clId="{98786A76-56B7-4AB4-9BF0-66E6B814EC43}" dt="2026-10-04T05:48:39.732" v="4062" actId="478"/>
          <ac:spMkLst>
            <pc:docMk/>
            <pc:sldMk cId="3080775736" sldId="332"/>
            <ac:spMk id="11" creationId="{80DE007D-6555-EF84-85BA-F7A72FCB4C81}"/>
          </ac:spMkLst>
        </pc:spChg>
        <pc:spChg chg="add mod">
          <ac:chgData name="이 은찬" userId="7171d596-a1e6-43c2-b263-57fdfdab9399" providerId="ADAL" clId="{98786A76-56B7-4AB4-9BF0-66E6B814EC43}" dt="2026-10-04T05:53:46.262" v="4306"/>
          <ac:spMkLst>
            <pc:docMk/>
            <pc:sldMk cId="3080775736" sldId="332"/>
            <ac:spMk id="15" creationId="{892D5225-0456-487F-F421-D6652B32716E}"/>
          </ac:spMkLst>
        </pc:spChg>
        <pc:spChg chg="del">
          <ac:chgData name="이 은찬" userId="7171d596-a1e6-43c2-b263-57fdfdab9399" providerId="ADAL" clId="{98786A76-56B7-4AB4-9BF0-66E6B814EC43}" dt="2026-10-04T05:42:58.990" v="3901" actId="478"/>
          <ac:spMkLst>
            <pc:docMk/>
            <pc:sldMk cId="3080775736" sldId="332"/>
            <ac:spMk id="28" creationId="{19A8B190-90DB-5B4A-AB87-0C83D5B4E716}"/>
          </ac:spMkLst>
        </pc:spChg>
        <pc:spChg chg="del">
          <ac:chgData name="이 은찬" userId="7171d596-a1e6-43c2-b263-57fdfdab9399" providerId="ADAL" clId="{98786A76-56B7-4AB4-9BF0-66E6B814EC43}" dt="2026-10-04T05:42:58.990" v="3901" actId="478"/>
          <ac:spMkLst>
            <pc:docMk/>
            <pc:sldMk cId="3080775736" sldId="332"/>
            <ac:spMk id="29" creationId="{92027CE7-417C-EFD6-C36F-25029F8312EB}"/>
          </ac:spMkLst>
        </pc:spChg>
        <pc:spChg chg="del">
          <ac:chgData name="이 은찬" userId="7171d596-a1e6-43c2-b263-57fdfdab9399" providerId="ADAL" clId="{98786A76-56B7-4AB4-9BF0-66E6B814EC43}" dt="2026-10-04T05:42:58.990" v="3901" actId="478"/>
          <ac:spMkLst>
            <pc:docMk/>
            <pc:sldMk cId="3080775736" sldId="332"/>
            <ac:spMk id="30" creationId="{FF984C48-686D-9810-BC3D-AE59B2F1C8AE}"/>
          </ac:spMkLst>
        </pc:spChg>
        <pc:spChg chg="del">
          <ac:chgData name="이 은찬" userId="7171d596-a1e6-43c2-b263-57fdfdab9399" providerId="ADAL" clId="{98786A76-56B7-4AB4-9BF0-66E6B814EC43}" dt="2026-10-04T05:42:58.990" v="3901" actId="478"/>
          <ac:spMkLst>
            <pc:docMk/>
            <pc:sldMk cId="3080775736" sldId="332"/>
            <ac:spMk id="31" creationId="{87953B94-DB19-F5D2-EA1F-B35B2C114E04}"/>
          </ac:spMkLst>
        </pc:spChg>
        <pc:spChg chg="del">
          <ac:chgData name="이 은찬" userId="7171d596-a1e6-43c2-b263-57fdfdab9399" providerId="ADAL" clId="{98786A76-56B7-4AB4-9BF0-66E6B814EC43}" dt="2026-10-04T05:42:58.990" v="3901" actId="478"/>
          <ac:spMkLst>
            <pc:docMk/>
            <pc:sldMk cId="3080775736" sldId="332"/>
            <ac:spMk id="38" creationId="{C8B01575-4151-D447-626A-915C1E090967}"/>
          </ac:spMkLst>
        </pc:spChg>
        <pc:spChg chg="del">
          <ac:chgData name="이 은찬" userId="7171d596-a1e6-43c2-b263-57fdfdab9399" providerId="ADAL" clId="{98786A76-56B7-4AB4-9BF0-66E6B814EC43}" dt="2026-10-04T05:42:58.990" v="3901" actId="478"/>
          <ac:spMkLst>
            <pc:docMk/>
            <pc:sldMk cId="3080775736" sldId="332"/>
            <ac:spMk id="39" creationId="{66AE95DB-3562-D8FC-944F-6D23C43F9447}"/>
          </ac:spMkLst>
        </pc:spChg>
        <pc:spChg chg="mod">
          <ac:chgData name="이 은찬" userId="7171d596-a1e6-43c2-b263-57fdfdab9399" providerId="ADAL" clId="{98786A76-56B7-4AB4-9BF0-66E6B814EC43}" dt="2026-10-04T05:42:51.977" v="3900" actId="20577"/>
          <ac:spMkLst>
            <pc:docMk/>
            <pc:sldMk cId="3080775736" sldId="332"/>
            <ac:spMk id="45" creationId="{EFB1EA19-0FBB-7E98-DB8B-E17B767248EA}"/>
          </ac:spMkLst>
        </pc:spChg>
        <pc:spChg chg="mod">
          <ac:chgData name="이 은찬" userId="7171d596-a1e6-43c2-b263-57fdfdab9399" providerId="ADAL" clId="{98786A76-56B7-4AB4-9BF0-66E6B814EC43}" dt="2026-10-04T05:54:00.347" v="4308" actId="20577"/>
          <ac:spMkLst>
            <pc:docMk/>
            <pc:sldMk cId="3080775736" sldId="332"/>
            <ac:spMk id="47" creationId="{5D08A8A4-1970-D2BB-759C-BC22ACF21903}"/>
          </ac:spMkLst>
        </pc:spChg>
        <pc:graphicFrameChg chg="add mod modGraphic">
          <ac:chgData name="이 은찬" userId="7171d596-a1e6-43c2-b263-57fdfdab9399" providerId="ADAL" clId="{98786A76-56B7-4AB4-9BF0-66E6B814EC43}" dt="2026-10-24T07:44:57.244" v="7128" actId="255"/>
          <ac:graphicFrameMkLst>
            <pc:docMk/>
            <pc:sldMk cId="3080775736" sldId="332"/>
            <ac:graphicFrameMk id="2" creationId="{D07BD4BD-F05D-6F27-7691-D20EF31E9792}"/>
          </ac:graphicFrameMkLst>
        </pc:graphicFrameChg>
        <pc:picChg chg="add del mod">
          <ac:chgData name="이 은찬" userId="7171d596-a1e6-43c2-b263-57fdfdab9399" providerId="ADAL" clId="{98786A76-56B7-4AB4-9BF0-66E6B814EC43}" dt="2026-10-04T05:49:15.180" v="4070" actId="478"/>
          <ac:picMkLst>
            <pc:docMk/>
            <pc:sldMk cId="3080775736" sldId="332"/>
            <ac:picMk id="14" creationId="{63224BFB-33B6-39DC-9F73-88C6D6D4948B}"/>
          </ac:picMkLst>
        </pc:picChg>
        <pc:picChg chg="del">
          <ac:chgData name="이 은찬" userId="7171d596-a1e6-43c2-b263-57fdfdab9399" providerId="ADAL" clId="{98786A76-56B7-4AB4-9BF0-66E6B814EC43}" dt="2026-10-04T05:42:58.990" v="3901" actId="478"/>
          <ac:picMkLst>
            <pc:docMk/>
            <pc:sldMk cId="3080775736" sldId="332"/>
            <ac:picMk id="27" creationId="{98E4CD53-63CE-94DD-4316-D274C85283EE}"/>
          </ac:picMkLst>
        </pc:picChg>
      </pc:sldChg>
      <pc:sldChg chg="addSp delSp modSp add mod">
        <pc:chgData name="이 은찬" userId="7171d596-a1e6-43c2-b263-57fdfdab9399" providerId="ADAL" clId="{98786A76-56B7-4AB4-9BF0-66E6B814EC43}" dt="2026-10-04T14:02:59.390" v="7040" actId="20577"/>
        <pc:sldMkLst>
          <pc:docMk/>
          <pc:sldMk cId="1505131558" sldId="333"/>
        </pc:sldMkLst>
        <pc:spChg chg="add mod">
          <ac:chgData name="이 은찬" userId="7171d596-a1e6-43c2-b263-57fdfdab9399" providerId="ADAL" clId="{98786A76-56B7-4AB4-9BF0-66E6B814EC43}" dt="2026-10-04T06:14:30.577" v="5215" actId="207"/>
          <ac:spMkLst>
            <pc:docMk/>
            <pc:sldMk cId="1505131558" sldId="333"/>
            <ac:spMk id="2" creationId="{F3829BE7-8BC2-85DE-CF5A-21312436CF8E}"/>
          </ac:spMkLst>
        </pc:spChg>
        <pc:spChg chg="add del mod">
          <ac:chgData name="이 은찬" userId="7171d596-a1e6-43c2-b263-57fdfdab9399" providerId="ADAL" clId="{98786A76-56B7-4AB4-9BF0-66E6B814EC43}" dt="2026-10-04T06:08:05.247" v="5031" actId="478"/>
          <ac:spMkLst>
            <pc:docMk/>
            <pc:sldMk cId="1505131558" sldId="333"/>
            <ac:spMk id="3" creationId="{84180972-601E-9748-A91A-8D58E8F716AD}"/>
          </ac:spMkLst>
        </pc:spChg>
        <pc:spChg chg="add mod">
          <ac:chgData name="이 은찬" userId="7171d596-a1e6-43c2-b263-57fdfdab9399" providerId="ADAL" clId="{98786A76-56B7-4AB4-9BF0-66E6B814EC43}" dt="2026-10-04T09:33:29.918" v="7034" actId="1035"/>
          <ac:spMkLst>
            <pc:docMk/>
            <pc:sldMk cId="1505131558" sldId="333"/>
            <ac:spMk id="3" creationId="{F9306CBE-7BDC-1045-C50F-6AA55AF2287B}"/>
          </ac:spMkLst>
        </pc:spChg>
        <pc:spChg chg="add mod">
          <ac:chgData name="이 은찬" userId="7171d596-a1e6-43c2-b263-57fdfdab9399" providerId="ADAL" clId="{98786A76-56B7-4AB4-9BF0-66E6B814EC43}" dt="2026-10-04T05:59:06.653" v="4686"/>
          <ac:spMkLst>
            <pc:docMk/>
            <pc:sldMk cId="1505131558" sldId="333"/>
            <ac:spMk id="4" creationId="{C13D272E-3F74-1519-8E0B-BD091A0ACBD6}"/>
          </ac:spMkLst>
        </pc:spChg>
        <pc:spChg chg="add del mod">
          <ac:chgData name="이 은찬" userId="7171d596-a1e6-43c2-b263-57fdfdab9399" providerId="ADAL" clId="{98786A76-56B7-4AB4-9BF0-66E6B814EC43}" dt="2026-10-04T06:05:06.171" v="5006" actId="478"/>
          <ac:spMkLst>
            <pc:docMk/>
            <pc:sldMk cId="1505131558" sldId="333"/>
            <ac:spMk id="6" creationId="{28E8D244-589A-CAB8-C27A-A0B93C1E4162}"/>
          </ac:spMkLst>
        </pc:spChg>
        <pc:spChg chg="add mod">
          <ac:chgData name="이 은찬" userId="7171d596-a1e6-43c2-b263-57fdfdab9399" providerId="ADAL" clId="{98786A76-56B7-4AB4-9BF0-66E6B814EC43}" dt="2026-10-04T06:11:20.566" v="5160" actId="14100"/>
          <ac:spMkLst>
            <pc:docMk/>
            <pc:sldMk cId="1505131558" sldId="333"/>
            <ac:spMk id="7" creationId="{FB0629C5-E3A1-0FB8-FB79-4E4656D34179}"/>
          </ac:spMkLst>
        </pc:spChg>
        <pc:spChg chg="mod">
          <ac:chgData name="이 은찬" userId="7171d596-a1e6-43c2-b263-57fdfdab9399" providerId="ADAL" clId="{98786A76-56B7-4AB4-9BF0-66E6B814EC43}" dt="2026-10-04T14:02:59.390" v="7040" actId="20577"/>
          <ac:spMkLst>
            <pc:docMk/>
            <pc:sldMk cId="1505131558" sldId="333"/>
            <ac:spMk id="8" creationId="{00000000-0000-0000-0000-000000000000}"/>
          </ac:spMkLst>
        </pc:spChg>
        <pc:spChg chg="mod">
          <ac:chgData name="이 은찬" userId="7171d596-a1e6-43c2-b263-57fdfdab9399" providerId="ADAL" clId="{98786A76-56B7-4AB4-9BF0-66E6B814EC43}" dt="2026-10-04T07:06:25.680" v="6808" actId="20577"/>
          <ac:spMkLst>
            <pc:docMk/>
            <pc:sldMk cId="1505131558" sldId="333"/>
            <ac:spMk id="9" creationId="{00000000-0000-0000-0000-000000000000}"/>
          </ac:spMkLst>
        </pc:spChg>
        <pc:spChg chg="add del mod">
          <ac:chgData name="이 은찬" userId="7171d596-a1e6-43c2-b263-57fdfdab9399" providerId="ADAL" clId="{98786A76-56B7-4AB4-9BF0-66E6B814EC43}" dt="2026-10-04T06:03:09.181" v="4985" actId="478"/>
          <ac:spMkLst>
            <pc:docMk/>
            <pc:sldMk cId="1505131558" sldId="333"/>
            <ac:spMk id="11" creationId="{9F8772EC-046C-F2AA-3A3E-A328A9D0F75F}"/>
          </ac:spMkLst>
        </pc:spChg>
        <pc:spChg chg="add mod">
          <ac:chgData name="이 은찬" userId="7171d596-a1e6-43c2-b263-57fdfdab9399" providerId="ADAL" clId="{98786A76-56B7-4AB4-9BF0-66E6B814EC43}" dt="2026-10-04T06:15:45.053" v="5218" actId="207"/>
          <ac:spMkLst>
            <pc:docMk/>
            <pc:sldMk cId="1505131558" sldId="333"/>
            <ac:spMk id="13" creationId="{2ED6D52F-892F-3D5A-96A7-64FD45DE7A44}"/>
          </ac:spMkLst>
        </pc:spChg>
        <pc:spChg chg="add mod">
          <ac:chgData name="이 은찬" userId="7171d596-a1e6-43c2-b263-57fdfdab9399" providerId="ADAL" clId="{98786A76-56B7-4AB4-9BF0-66E6B814EC43}" dt="2026-10-04T06:13:31.575" v="5192" actId="20577"/>
          <ac:spMkLst>
            <pc:docMk/>
            <pc:sldMk cId="1505131558" sldId="333"/>
            <ac:spMk id="14" creationId="{02D22F49-91C4-4014-CD36-849ADB719236}"/>
          </ac:spMkLst>
        </pc:spChg>
        <pc:spChg chg="del">
          <ac:chgData name="이 은찬" userId="7171d596-a1e6-43c2-b263-57fdfdab9399" providerId="ADAL" clId="{98786A76-56B7-4AB4-9BF0-66E6B814EC43}" dt="2026-10-04T05:54:54.179" v="4326" actId="478"/>
          <ac:spMkLst>
            <pc:docMk/>
            <pc:sldMk cId="1505131558" sldId="333"/>
            <ac:spMk id="15" creationId="{892D5225-0456-487F-F421-D6652B32716E}"/>
          </ac:spMkLst>
        </pc:spChg>
        <pc:spChg chg="add mod">
          <ac:chgData name="이 은찬" userId="7171d596-a1e6-43c2-b263-57fdfdab9399" providerId="ADAL" clId="{98786A76-56B7-4AB4-9BF0-66E6B814EC43}" dt="2026-10-04T06:12:54.285" v="5186" actId="20577"/>
          <ac:spMkLst>
            <pc:docMk/>
            <pc:sldMk cId="1505131558" sldId="333"/>
            <ac:spMk id="16" creationId="{44951DC2-0C2A-BB22-39CF-5D95A5AEE145}"/>
          </ac:spMkLst>
        </pc:spChg>
        <pc:spChg chg="add mod">
          <ac:chgData name="이 은찬" userId="7171d596-a1e6-43c2-b263-57fdfdab9399" providerId="ADAL" clId="{98786A76-56B7-4AB4-9BF0-66E6B814EC43}" dt="2026-10-04T06:13:42.218" v="5196" actId="20577"/>
          <ac:spMkLst>
            <pc:docMk/>
            <pc:sldMk cId="1505131558" sldId="333"/>
            <ac:spMk id="17" creationId="{9FD3768E-A56C-81CB-5E48-5DF7AA74822E}"/>
          </ac:spMkLst>
        </pc:spChg>
        <pc:spChg chg="add mod">
          <ac:chgData name="이 은찬" userId="7171d596-a1e6-43c2-b263-57fdfdab9399" providerId="ADAL" clId="{98786A76-56B7-4AB4-9BF0-66E6B814EC43}" dt="2026-10-04T06:14:17.344" v="5214" actId="20577"/>
          <ac:spMkLst>
            <pc:docMk/>
            <pc:sldMk cId="1505131558" sldId="333"/>
            <ac:spMk id="18" creationId="{138CDB26-8E54-622B-20F6-356E24A2E238}"/>
          </ac:spMkLst>
        </pc:spChg>
        <pc:spChg chg="mod">
          <ac:chgData name="이 은찬" userId="7171d596-a1e6-43c2-b263-57fdfdab9399" providerId="ADAL" clId="{98786A76-56B7-4AB4-9BF0-66E6B814EC43}" dt="2026-10-04T06:16:28.365" v="5222" actId="20577"/>
          <ac:spMkLst>
            <pc:docMk/>
            <pc:sldMk cId="1505131558" sldId="333"/>
            <ac:spMk id="45" creationId="{EFB1EA19-0FBB-7E98-DB8B-E17B767248EA}"/>
          </ac:spMkLst>
        </pc:spChg>
        <pc:spChg chg="mod">
          <ac:chgData name="이 은찬" userId="7171d596-a1e6-43c2-b263-57fdfdab9399" providerId="ADAL" clId="{98786A76-56B7-4AB4-9BF0-66E6B814EC43}" dt="2026-10-04T05:56:00.780" v="4328" actId="20577"/>
          <ac:spMkLst>
            <pc:docMk/>
            <pc:sldMk cId="1505131558" sldId="333"/>
            <ac:spMk id="47" creationId="{5D08A8A4-1970-D2BB-759C-BC22ACF21903}"/>
          </ac:spMkLst>
        </pc:spChg>
        <pc:graphicFrameChg chg="del">
          <ac:chgData name="이 은찬" userId="7171d596-a1e6-43c2-b263-57fdfdab9399" providerId="ADAL" clId="{98786A76-56B7-4AB4-9BF0-66E6B814EC43}" dt="2026-10-04T05:54:54.179" v="4326" actId="478"/>
          <ac:graphicFrameMkLst>
            <pc:docMk/>
            <pc:sldMk cId="1505131558" sldId="333"/>
            <ac:graphicFrameMk id="2" creationId="{D07BD4BD-F05D-6F27-7691-D20EF31E9792}"/>
          </ac:graphicFrameMkLst>
        </pc:graphicFrameChg>
        <pc:picChg chg="add mod">
          <ac:chgData name="이 은찬" userId="7171d596-a1e6-43c2-b263-57fdfdab9399" providerId="ADAL" clId="{98786A76-56B7-4AB4-9BF0-66E6B814EC43}" dt="2026-10-04T06:11:26.325" v="5162" actId="14100"/>
          <ac:picMkLst>
            <pc:docMk/>
            <pc:sldMk cId="1505131558" sldId="333"/>
            <ac:picMk id="5" creationId="{050968BF-02B5-014D-35D7-F113491970A1}"/>
          </ac:picMkLst>
        </pc:picChg>
      </pc:sldChg>
      <pc:sldChg chg="addSp delSp modSp add mod">
        <pc:chgData name="이 은찬" userId="7171d596-a1e6-43c2-b263-57fdfdab9399" providerId="ADAL" clId="{98786A76-56B7-4AB4-9BF0-66E6B814EC43}" dt="2026-10-04T14:02:56.685" v="7039" actId="20577"/>
        <pc:sldMkLst>
          <pc:docMk/>
          <pc:sldMk cId="3912053599" sldId="334"/>
        </pc:sldMkLst>
        <pc:spChg chg="del">
          <ac:chgData name="이 은찬" userId="7171d596-a1e6-43c2-b263-57fdfdab9399" providerId="ADAL" clId="{98786A76-56B7-4AB4-9BF0-66E6B814EC43}" dt="2026-10-04T06:17:08.965" v="5321" actId="478"/>
          <ac:spMkLst>
            <pc:docMk/>
            <pc:sldMk cId="3912053599" sldId="334"/>
            <ac:spMk id="2" creationId="{F3829BE7-8BC2-85DE-CF5A-21312436CF8E}"/>
          </ac:spMkLst>
        </pc:spChg>
        <pc:spChg chg="add mod">
          <ac:chgData name="이 은찬" userId="7171d596-a1e6-43c2-b263-57fdfdab9399" providerId="ADAL" clId="{98786A76-56B7-4AB4-9BF0-66E6B814EC43}" dt="2026-10-04T06:25:38.238" v="5623" actId="1076"/>
          <ac:spMkLst>
            <pc:docMk/>
            <pc:sldMk cId="3912053599" sldId="334"/>
            <ac:spMk id="6" creationId="{8E2489EC-245B-8E3E-F047-91F66ADE1FE9}"/>
          </ac:spMkLst>
        </pc:spChg>
        <pc:spChg chg="del">
          <ac:chgData name="이 은찬" userId="7171d596-a1e6-43c2-b263-57fdfdab9399" providerId="ADAL" clId="{98786A76-56B7-4AB4-9BF0-66E6B814EC43}" dt="2026-10-04T06:17:08.965" v="5321" actId="478"/>
          <ac:spMkLst>
            <pc:docMk/>
            <pc:sldMk cId="3912053599" sldId="334"/>
            <ac:spMk id="7" creationId="{FB0629C5-E3A1-0FB8-FB79-4E4656D34179}"/>
          </ac:spMkLst>
        </pc:spChg>
        <pc:spChg chg="mod">
          <ac:chgData name="이 은찬" userId="7171d596-a1e6-43c2-b263-57fdfdab9399" providerId="ADAL" clId="{98786A76-56B7-4AB4-9BF0-66E6B814EC43}" dt="2026-10-04T14:02:56.685" v="7039" actId="20577"/>
          <ac:spMkLst>
            <pc:docMk/>
            <pc:sldMk cId="3912053599" sldId="334"/>
            <ac:spMk id="8" creationId="{00000000-0000-0000-0000-000000000000}"/>
          </ac:spMkLst>
        </pc:spChg>
        <pc:spChg chg="mod">
          <ac:chgData name="이 은찬" userId="7171d596-a1e6-43c2-b263-57fdfdab9399" providerId="ADAL" clId="{98786A76-56B7-4AB4-9BF0-66E6B814EC43}" dt="2026-10-04T07:06:29.688" v="6810" actId="20577"/>
          <ac:spMkLst>
            <pc:docMk/>
            <pc:sldMk cId="3912053599" sldId="334"/>
            <ac:spMk id="9" creationId="{00000000-0000-0000-0000-000000000000}"/>
          </ac:spMkLst>
        </pc:spChg>
        <pc:spChg chg="add mod">
          <ac:chgData name="이 은찬" userId="7171d596-a1e6-43c2-b263-57fdfdab9399" providerId="ADAL" clId="{98786A76-56B7-4AB4-9BF0-66E6B814EC43}" dt="2026-10-04T06:25:48.722" v="5625" actId="207"/>
          <ac:spMkLst>
            <pc:docMk/>
            <pc:sldMk cId="3912053599" sldId="334"/>
            <ac:spMk id="11" creationId="{FDF8C421-9427-523C-EEDC-81E28A478A85}"/>
          </ac:spMkLst>
        </pc:spChg>
        <pc:spChg chg="del">
          <ac:chgData name="이 은찬" userId="7171d596-a1e6-43c2-b263-57fdfdab9399" providerId="ADAL" clId="{98786A76-56B7-4AB4-9BF0-66E6B814EC43}" dt="2026-10-04T06:17:08.965" v="5321" actId="478"/>
          <ac:spMkLst>
            <pc:docMk/>
            <pc:sldMk cId="3912053599" sldId="334"/>
            <ac:spMk id="13" creationId="{2ED6D52F-892F-3D5A-96A7-64FD45DE7A44}"/>
          </ac:spMkLst>
        </pc:spChg>
        <pc:spChg chg="del">
          <ac:chgData name="이 은찬" userId="7171d596-a1e6-43c2-b263-57fdfdab9399" providerId="ADAL" clId="{98786A76-56B7-4AB4-9BF0-66E6B814EC43}" dt="2026-10-04T06:17:08.965" v="5321" actId="478"/>
          <ac:spMkLst>
            <pc:docMk/>
            <pc:sldMk cId="3912053599" sldId="334"/>
            <ac:spMk id="14" creationId="{02D22F49-91C4-4014-CD36-849ADB719236}"/>
          </ac:spMkLst>
        </pc:spChg>
        <pc:spChg chg="del">
          <ac:chgData name="이 은찬" userId="7171d596-a1e6-43c2-b263-57fdfdab9399" providerId="ADAL" clId="{98786A76-56B7-4AB4-9BF0-66E6B814EC43}" dt="2026-10-04T06:17:08.965" v="5321" actId="478"/>
          <ac:spMkLst>
            <pc:docMk/>
            <pc:sldMk cId="3912053599" sldId="334"/>
            <ac:spMk id="16" creationId="{44951DC2-0C2A-BB22-39CF-5D95A5AEE145}"/>
          </ac:spMkLst>
        </pc:spChg>
        <pc:spChg chg="del">
          <ac:chgData name="이 은찬" userId="7171d596-a1e6-43c2-b263-57fdfdab9399" providerId="ADAL" clId="{98786A76-56B7-4AB4-9BF0-66E6B814EC43}" dt="2026-10-04T06:17:08.965" v="5321" actId="478"/>
          <ac:spMkLst>
            <pc:docMk/>
            <pc:sldMk cId="3912053599" sldId="334"/>
            <ac:spMk id="17" creationId="{9FD3768E-A56C-81CB-5E48-5DF7AA74822E}"/>
          </ac:spMkLst>
        </pc:spChg>
        <pc:spChg chg="del">
          <ac:chgData name="이 은찬" userId="7171d596-a1e6-43c2-b263-57fdfdab9399" providerId="ADAL" clId="{98786A76-56B7-4AB4-9BF0-66E6B814EC43}" dt="2026-10-04T06:17:08.965" v="5321" actId="478"/>
          <ac:spMkLst>
            <pc:docMk/>
            <pc:sldMk cId="3912053599" sldId="334"/>
            <ac:spMk id="18" creationId="{138CDB26-8E54-622B-20F6-356E24A2E238}"/>
          </ac:spMkLst>
        </pc:spChg>
        <pc:spChg chg="add del">
          <ac:chgData name="이 은찬" userId="7171d596-a1e6-43c2-b263-57fdfdab9399" providerId="ADAL" clId="{98786A76-56B7-4AB4-9BF0-66E6B814EC43}" dt="2026-10-04T06:23:38.789" v="5601" actId="22"/>
          <ac:spMkLst>
            <pc:docMk/>
            <pc:sldMk cId="3912053599" sldId="334"/>
            <ac:spMk id="19" creationId="{4FA132CC-9D1D-ABB3-DF10-00FD4F61C7BE}"/>
          </ac:spMkLst>
        </pc:spChg>
        <pc:spChg chg="mod">
          <ac:chgData name="이 은찬" userId="7171d596-a1e6-43c2-b263-57fdfdab9399" providerId="ADAL" clId="{98786A76-56B7-4AB4-9BF0-66E6B814EC43}" dt="2026-10-04T06:23:51.318" v="5606" actId="20577"/>
          <ac:spMkLst>
            <pc:docMk/>
            <pc:sldMk cId="3912053599" sldId="334"/>
            <ac:spMk id="22" creationId="{C4D11F4E-F8F1-1AFA-87CD-14AE68326EED}"/>
          </ac:spMkLst>
        </pc:spChg>
        <pc:spChg chg="mod">
          <ac:chgData name="이 은찬" userId="7171d596-a1e6-43c2-b263-57fdfdab9399" providerId="ADAL" clId="{98786A76-56B7-4AB4-9BF0-66E6B814EC43}" dt="2026-10-04T06:23:40.860" v="5602"/>
          <ac:spMkLst>
            <pc:docMk/>
            <pc:sldMk cId="3912053599" sldId="334"/>
            <ac:spMk id="23" creationId="{0A343A2B-AD5F-B279-53B4-D1537014C5E4}"/>
          </ac:spMkLst>
        </pc:spChg>
        <pc:spChg chg="mod">
          <ac:chgData name="이 은찬" userId="7171d596-a1e6-43c2-b263-57fdfdab9399" providerId="ADAL" clId="{98786A76-56B7-4AB4-9BF0-66E6B814EC43}" dt="2026-10-04T06:24:30.608" v="5613" actId="20577"/>
          <ac:spMkLst>
            <pc:docMk/>
            <pc:sldMk cId="3912053599" sldId="334"/>
            <ac:spMk id="24" creationId="{298CA8B3-F787-47C4-636B-269385118914}"/>
          </ac:spMkLst>
        </pc:spChg>
        <pc:spChg chg="mod">
          <ac:chgData name="이 은찬" userId="7171d596-a1e6-43c2-b263-57fdfdab9399" providerId="ADAL" clId="{98786A76-56B7-4AB4-9BF0-66E6B814EC43}" dt="2026-10-04T06:23:55.951" v="5607" actId="20577"/>
          <ac:spMkLst>
            <pc:docMk/>
            <pc:sldMk cId="3912053599" sldId="334"/>
            <ac:spMk id="45" creationId="{EFB1EA19-0FBB-7E98-DB8B-E17B767248EA}"/>
          </ac:spMkLst>
        </pc:spChg>
        <pc:spChg chg="mod">
          <ac:chgData name="이 은찬" userId="7171d596-a1e6-43c2-b263-57fdfdab9399" providerId="ADAL" clId="{98786A76-56B7-4AB4-9BF0-66E6B814EC43}" dt="2026-10-04T06:16:41.251" v="5225" actId="20577"/>
          <ac:spMkLst>
            <pc:docMk/>
            <pc:sldMk cId="3912053599" sldId="334"/>
            <ac:spMk id="47" creationId="{5D08A8A4-1970-D2BB-759C-BC22ACF21903}"/>
          </ac:spMkLst>
        </pc:spChg>
        <pc:grpChg chg="add del mod">
          <ac:chgData name="이 은찬" userId="7171d596-a1e6-43c2-b263-57fdfdab9399" providerId="ADAL" clId="{98786A76-56B7-4AB4-9BF0-66E6B814EC43}" dt="2026-10-04T06:24:55.490" v="5621" actId="478"/>
          <ac:grpSpMkLst>
            <pc:docMk/>
            <pc:sldMk cId="3912053599" sldId="334"/>
            <ac:grpSpMk id="20" creationId="{E1272826-D394-DCD8-4EB5-BF01E9D9F6E1}"/>
          </ac:grpSpMkLst>
        </pc:grpChg>
        <pc:grpChg chg="mod">
          <ac:chgData name="이 은찬" userId="7171d596-a1e6-43c2-b263-57fdfdab9399" providerId="ADAL" clId="{98786A76-56B7-4AB4-9BF0-66E6B814EC43}" dt="2026-10-04T06:23:40.860" v="5602"/>
          <ac:grpSpMkLst>
            <pc:docMk/>
            <pc:sldMk cId="3912053599" sldId="334"/>
            <ac:grpSpMk id="21" creationId="{811ED4DC-7D3F-D754-80B4-54A417088AD6}"/>
          </ac:grpSpMkLst>
        </pc:grpChg>
        <pc:picChg chg="add mod">
          <ac:chgData name="이 은찬" userId="7171d596-a1e6-43c2-b263-57fdfdab9399" providerId="ADAL" clId="{98786A76-56B7-4AB4-9BF0-66E6B814EC43}" dt="2026-10-04T06:25:38.238" v="5623" actId="1076"/>
          <ac:picMkLst>
            <pc:docMk/>
            <pc:sldMk cId="3912053599" sldId="334"/>
            <ac:picMk id="3" creationId="{4565F157-BE4C-33F4-C2E3-B786ACFE59E0}"/>
          </ac:picMkLst>
        </pc:picChg>
        <pc:picChg chg="add mod">
          <ac:chgData name="이 은찬" userId="7171d596-a1e6-43c2-b263-57fdfdab9399" providerId="ADAL" clId="{98786A76-56B7-4AB4-9BF0-66E6B814EC43}" dt="2026-10-04T06:25:43.633" v="5624" actId="1076"/>
          <ac:picMkLst>
            <pc:docMk/>
            <pc:sldMk cId="3912053599" sldId="334"/>
            <ac:picMk id="4" creationId="{444B726C-DD71-B673-E1A0-8F4D0A0C4E90}"/>
          </ac:picMkLst>
        </pc:picChg>
        <pc:picChg chg="del">
          <ac:chgData name="이 은찬" userId="7171d596-a1e6-43c2-b263-57fdfdab9399" providerId="ADAL" clId="{98786A76-56B7-4AB4-9BF0-66E6B814EC43}" dt="2026-10-04T06:17:08.965" v="5321" actId="478"/>
          <ac:picMkLst>
            <pc:docMk/>
            <pc:sldMk cId="3912053599" sldId="334"/>
            <ac:picMk id="5" creationId="{050968BF-02B5-014D-35D7-F113491970A1}"/>
          </ac:picMkLst>
        </pc:picChg>
      </pc:sldChg>
      <pc:sldChg chg="addSp delSp modSp add mod">
        <pc:chgData name="이 은찬" userId="7171d596-a1e6-43c2-b263-57fdfdab9399" providerId="ADAL" clId="{98786A76-56B7-4AB4-9BF0-66E6B814EC43}" dt="2026-10-04T14:02:47.129" v="7037" actId="20577"/>
        <pc:sldMkLst>
          <pc:docMk/>
          <pc:sldMk cId="1459198422" sldId="335"/>
        </pc:sldMkLst>
        <pc:spChg chg="add del mod">
          <ac:chgData name="이 은찬" userId="7171d596-a1e6-43c2-b263-57fdfdab9399" providerId="ADAL" clId="{98786A76-56B7-4AB4-9BF0-66E6B814EC43}" dt="2026-10-04T06:39:54.077" v="5982" actId="478"/>
          <ac:spMkLst>
            <pc:docMk/>
            <pc:sldMk cId="1459198422" sldId="335"/>
            <ac:spMk id="2" creationId="{79D255B8-C2D6-6AA8-4BD6-69A1A8AA5E83}"/>
          </ac:spMkLst>
        </pc:spChg>
        <pc:spChg chg="add del mod">
          <ac:chgData name="이 은찬" userId="7171d596-a1e6-43c2-b263-57fdfdab9399" providerId="ADAL" clId="{98786A76-56B7-4AB4-9BF0-66E6B814EC43}" dt="2026-10-04T06:39:54.077" v="5982" actId="478"/>
          <ac:spMkLst>
            <pc:docMk/>
            <pc:sldMk cId="1459198422" sldId="335"/>
            <ac:spMk id="5" creationId="{AF898B19-6E0B-F5D8-E153-B7C23DEC9D1B}"/>
          </ac:spMkLst>
        </pc:spChg>
        <pc:spChg chg="del">
          <ac:chgData name="이 은찬" userId="7171d596-a1e6-43c2-b263-57fdfdab9399" providerId="ADAL" clId="{98786A76-56B7-4AB4-9BF0-66E6B814EC43}" dt="2026-10-04T06:24:51.074" v="5620" actId="478"/>
          <ac:spMkLst>
            <pc:docMk/>
            <pc:sldMk cId="1459198422" sldId="335"/>
            <ac:spMk id="6" creationId="{8E2489EC-245B-8E3E-F047-91F66ADE1FE9}"/>
          </ac:spMkLst>
        </pc:spChg>
        <pc:spChg chg="add del mod">
          <ac:chgData name="이 은찬" userId="7171d596-a1e6-43c2-b263-57fdfdab9399" providerId="ADAL" clId="{98786A76-56B7-4AB4-9BF0-66E6B814EC43}" dt="2026-10-04T06:39:54.077" v="5982" actId="478"/>
          <ac:spMkLst>
            <pc:docMk/>
            <pc:sldMk cId="1459198422" sldId="335"/>
            <ac:spMk id="7" creationId="{2AC05585-C33D-D4F0-C40A-732893B5956D}"/>
          </ac:spMkLst>
        </pc:spChg>
        <pc:spChg chg="mod">
          <ac:chgData name="이 은찬" userId="7171d596-a1e6-43c2-b263-57fdfdab9399" providerId="ADAL" clId="{98786A76-56B7-4AB4-9BF0-66E6B814EC43}" dt="2026-10-04T14:02:47.129" v="7037" actId="20577"/>
          <ac:spMkLst>
            <pc:docMk/>
            <pc:sldMk cId="1459198422" sldId="335"/>
            <ac:spMk id="8" creationId="{00000000-0000-0000-0000-000000000000}"/>
          </ac:spMkLst>
        </pc:spChg>
        <pc:spChg chg="mod">
          <ac:chgData name="이 은찬" userId="7171d596-a1e6-43c2-b263-57fdfdab9399" providerId="ADAL" clId="{98786A76-56B7-4AB4-9BF0-66E6B814EC43}" dt="2026-10-04T07:06:39.121" v="6816" actId="20577"/>
          <ac:spMkLst>
            <pc:docMk/>
            <pc:sldMk cId="1459198422" sldId="335"/>
            <ac:spMk id="9" creationId="{00000000-0000-0000-0000-000000000000}"/>
          </ac:spMkLst>
        </pc:spChg>
        <pc:spChg chg="del">
          <ac:chgData name="이 은찬" userId="7171d596-a1e6-43c2-b263-57fdfdab9399" providerId="ADAL" clId="{98786A76-56B7-4AB4-9BF0-66E6B814EC43}" dt="2026-10-04T06:24:51.074" v="5620" actId="478"/>
          <ac:spMkLst>
            <pc:docMk/>
            <pc:sldMk cId="1459198422" sldId="335"/>
            <ac:spMk id="11" creationId="{FDF8C421-9427-523C-EEDC-81E28A478A85}"/>
          </ac:spMkLst>
        </pc:spChg>
        <pc:spChg chg="add del mod">
          <ac:chgData name="이 은찬" userId="7171d596-a1e6-43c2-b263-57fdfdab9399" providerId="ADAL" clId="{98786A76-56B7-4AB4-9BF0-66E6B814EC43}" dt="2026-10-04T06:39:54.077" v="5982" actId="478"/>
          <ac:spMkLst>
            <pc:docMk/>
            <pc:sldMk cId="1459198422" sldId="335"/>
            <ac:spMk id="13" creationId="{F7AA6288-98F2-9E44-D0FF-11AE08CC957C}"/>
          </ac:spMkLst>
        </pc:spChg>
        <pc:spChg chg="add del mod">
          <ac:chgData name="이 은찬" userId="7171d596-a1e6-43c2-b263-57fdfdab9399" providerId="ADAL" clId="{98786A76-56B7-4AB4-9BF0-66E6B814EC43}" dt="2026-10-04T06:39:54.077" v="5982" actId="478"/>
          <ac:spMkLst>
            <pc:docMk/>
            <pc:sldMk cId="1459198422" sldId="335"/>
            <ac:spMk id="14" creationId="{D1D76905-2594-88C1-09E3-5531DAA02EA0}"/>
          </ac:spMkLst>
        </pc:spChg>
        <pc:spChg chg="add del mod">
          <ac:chgData name="이 은찬" userId="7171d596-a1e6-43c2-b263-57fdfdab9399" providerId="ADAL" clId="{98786A76-56B7-4AB4-9BF0-66E6B814EC43}" dt="2026-10-04T06:39:54.077" v="5982" actId="478"/>
          <ac:spMkLst>
            <pc:docMk/>
            <pc:sldMk cId="1459198422" sldId="335"/>
            <ac:spMk id="15" creationId="{10844C62-2B46-28F6-5385-0AC06E53E6E0}"/>
          </ac:spMkLst>
        </pc:spChg>
        <pc:spChg chg="add del mod">
          <ac:chgData name="이 은찬" userId="7171d596-a1e6-43c2-b263-57fdfdab9399" providerId="ADAL" clId="{98786A76-56B7-4AB4-9BF0-66E6B814EC43}" dt="2026-10-04T06:41:10.767" v="6010" actId="478"/>
          <ac:spMkLst>
            <pc:docMk/>
            <pc:sldMk cId="1459198422" sldId="335"/>
            <ac:spMk id="17" creationId="{850969A4-22BB-B213-2E8D-FEFD07CB1A95}"/>
          </ac:spMkLst>
        </pc:spChg>
        <pc:spChg chg="add mod topLvl">
          <ac:chgData name="이 은찬" userId="7171d596-a1e6-43c2-b263-57fdfdab9399" providerId="ADAL" clId="{98786A76-56B7-4AB4-9BF0-66E6B814EC43}" dt="2026-10-04T06:51:02.112" v="6251" actId="20577"/>
          <ac:spMkLst>
            <pc:docMk/>
            <pc:sldMk cId="1459198422" sldId="335"/>
            <ac:spMk id="18" creationId="{6476659D-634E-DAAA-2322-F1E7D191E540}"/>
          </ac:spMkLst>
        </pc:spChg>
        <pc:spChg chg="add mod topLvl">
          <ac:chgData name="이 은찬" userId="7171d596-a1e6-43c2-b263-57fdfdab9399" providerId="ADAL" clId="{98786A76-56B7-4AB4-9BF0-66E6B814EC43}" dt="2026-10-04T06:51:42.518" v="6299"/>
          <ac:spMkLst>
            <pc:docMk/>
            <pc:sldMk cId="1459198422" sldId="335"/>
            <ac:spMk id="19" creationId="{3762F947-6C1A-EF1E-BB03-E854F9831525}"/>
          </ac:spMkLst>
        </pc:spChg>
        <pc:spChg chg="add mod topLvl">
          <ac:chgData name="이 은찬" userId="7171d596-a1e6-43c2-b263-57fdfdab9399" providerId="ADAL" clId="{98786A76-56B7-4AB4-9BF0-66E6B814EC43}" dt="2026-10-04T06:51:34.188" v="6297" actId="20577"/>
          <ac:spMkLst>
            <pc:docMk/>
            <pc:sldMk cId="1459198422" sldId="335"/>
            <ac:spMk id="25" creationId="{4663B570-7790-AC53-F427-6082B1FA5243}"/>
          </ac:spMkLst>
        </pc:spChg>
        <pc:spChg chg="add mod topLvl">
          <ac:chgData name="이 은찬" userId="7171d596-a1e6-43c2-b263-57fdfdab9399" providerId="ADAL" clId="{98786A76-56B7-4AB4-9BF0-66E6B814EC43}" dt="2026-10-04T06:52:07.864" v="6328" actId="20577"/>
          <ac:spMkLst>
            <pc:docMk/>
            <pc:sldMk cId="1459198422" sldId="335"/>
            <ac:spMk id="26" creationId="{EE83567C-19CA-BE7E-D6DC-2534DE7EF4CB}"/>
          </ac:spMkLst>
        </pc:spChg>
        <pc:spChg chg="add mod topLvl">
          <ac:chgData name="이 은찬" userId="7171d596-a1e6-43c2-b263-57fdfdab9399" providerId="ADAL" clId="{98786A76-56B7-4AB4-9BF0-66E6B814EC43}" dt="2026-10-04T06:48:09.584" v="6239" actId="20577"/>
          <ac:spMkLst>
            <pc:docMk/>
            <pc:sldMk cId="1459198422" sldId="335"/>
            <ac:spMk id="27" creationId="{1C1CA112-E331-DA9D-9DC7-D34D52A280E8}"/>
          </ac:spMkLst>
        </pc:spChg>
        <pc:spChg chg="add mod topLvl">
          <ac:chgData name="이 은찬" userId="7171d596-a1e6-43c2-b263-57fdfdab9399" providerId="ADAL" clId="{98786A76-56B7-4AB4-9BF0-66E6B814EC43}" dt="2026-10-04T06:50:39.644" v="6243" actId="20577"/>
          <ac:spMkLst>
            <pc:docMk/>
            <pc:sldMk cId="1459198422" sldId="335"/>
            <ac:spMk id="28" creationId="{07A42F3D-69D7-C548-71AE-8E4AFA847B53}"/>
          </ac:spMkLst>
        </pc:spChg>
        <pc:spChg chg="add del mod">
          <ac:chgData name="이 은찬" userId="7171d596-a1e6-43c2-b263-57fdfdab9399" providerId="ADAL" clId="{98786A76-56B7-4AB4-9BF0-66E6B814EC43}" dt="2026-10-04T06:42:22.328" v="6019" actId="478"/>
          <ac:spMkLst>
            <pc:docMk/>
            <pc:sldMk cId="1459198422" sldId="335"/>
            <ac:spMk id="30" creationId="{9255BEA7-459E-4D23-C48E-A2DDF1768FA5}"/>
          </ac:spMkLst>
        </pc:spChg>
        <pc:spChg chg="add mod">
          <ac:chgData name="이 은찬" userId="7171d596-a1e6-43c2-b263-57fdfdab9399" providerId="ADAL" clId="{98786A76-56B7-4AB4-9BF0-66E6B814EC43}" dt="2026-10-04T06:45:00.913" v="6051" actId="14100"/>
          <ac:spMkLst>
            <pc:docMk/>
            <pc:sldMk cId="1459198422" sldId="335"/>
            <ac:spMk id="31" creationId="{F9FB47E5-9802-40D9-8790-23083C2DD756}"/>
          </ac:spMkLst>
        </pc:spChg>
        <pc:spChg chg="add mod">
          <ac:chgData name="이 은찬" userId="7171d596-a1e6-43c2-b263-57fdfdab9399" providerId="ADAL" clId="{98786A76-56B7-4AB4-9BF0-66E6B814EC43}" dt="2026-10-04T06:45:00.913" v="6051" actId="14100"/>
          <ac:spMkLst>
            <pc:docMk/>
            <pc:sldMk cId="1459198422" sldId="335"/>
            <ac:spMk id="32" creationId="{B2A2BD05-DB7E-4CA9-645F-776715EB295E}"/>
          </ac:spMkLst>
        </pc:spChg>
        <pc:spChg chg="add mod">
          <ac:chgData name="이 은찬" userId="7171d596-a1e6-43c2-b263-57fdfdab9399" providerId="ADAL" clId="{98786A76-56B7-4AB4-9BF0-66E6B814EC43}" dt="2026-10-04T06:45:00.913" v="6051" actId="14100"/>
          <ac:spMkLst>
            <pc:docMk/>
            <pc:sldMk cId="1459198422" sldId="335"/>
            <ac:spMk id="33" creationId="{64B107BD-B605-21DB-30FF-4C9D5A0751B9}"/>
          </ac:spMkLst>
        </pc:spChg>
        <pc:spChg chg="add mod">
          <ac:chgData name="이 은찬" userId="7171d596-a1e6-43c2-b263-57fdfdab9399" providerId="ADAL" clId="{98786A76-56B7-4AB4-9BF0-66E6B814EC43}" dt="2026-10-04T06:45:00.913" v="6051" actId="14100"/>
          <ac:spMkLst>
            <pc:docMk/>
            <pc:sldMk cId="1459198422" sldId="335"/>
            <ac:spMk id="34" creationId="{8F56FCD0-A5DF-1E33-E8AC-539231E9FD0E}"/>
          </ac:spMkLst>
        </pc:spChg>
        <pc:spChg chg="add mod">
          <ac:chgData name="이 은찬" userId="7171d596-a1e6-43c2-b263-57fdfdab9399" providerId="ADAL" clId="{98786A76-56B7-4AB4-9BF0-66E6B814EC43}" dt="2026-10-04T06:45:00.913" v="6051" actId="14100"/>
          <ac:spMkLst>
            <pc:docMk/>
            <pc:sldMk cId="1459198422" sldId="335"/>
            <ac:spMk id="35" creationId="{EFBAB3F3-16FF-694F-CB3C-2FEEF4E28BC4}"/>
          </ac:spMkLst>
        </pc:spChg>
        <pc:spChg chg="add mod">
          <ac:chgData name="이 은찬" userId="7171d596-a1e6-43c2-b263-57fdfdab9399" providerId="ADAL" clId="{98786A76-56B7-4AB4-9BF0-66E6B814EC43}" dt="2026-10-04T06:45:00.913" v="6051" actId="14100"/>
          <ac:spMkLst>
            <pc:docMk/>
            <pc:sldMk cId="1459198422" sldId="335"/>
            <ac:spMk id="36" creationId="{E104473F-A878-FFD9-2D03-1FEE6C8905A2}"/>
          </ac:spMkLst>
        </pc:spChg>
        <pc:spChg chg="mod">
          <ac:chgData name="이 은찬" userId="7171d596-a1e6-43c2-b263-57fdfdab9399" providerId="ADAL" clId="{98786A76-56B7-4AB4-9BF0-66E6B814EC43}" dt="2026-10-04T06:40:11.938" v="6000" actId="20577"/>
          <ac:spMkLst>
            <pc:docMk/>
            <pc:sldMk cId="1459198422" sldId="335"/>
            <ac:spMk id="45" creationId="{EFB1EA19-0FBB-7E98-DB8B-E17B767248EA}"/>
          </ac:spMkLst>
        </pc:spChg>
        <pc:spChg chg="mod">
          <ac:chgData name="이 은찬" userId="7171d596-a1e6-43c2-b263-57fdfdab9399" providerId="ADAL" clId="{98786A76-56B7-4AB4-9BF0-66E6B814EC43}" dt="2026-10-04T06:39:39.623" v="5981" actId="20577"/>
          <ac:spMkLst>
            <pc:docMk/>
            <pc:sldMk cId="1459198422" sldId="335"/>
            <ac:spMk id="47" creationId="{5D08A8A4-1970-D2BB-759C-BC22ACF21903}"/>
          </ac:spMkLst>
        </pc:spChg>
        <pc:grpChg chg="del">
          <ac:chgData name="이 은찬" userId="7171d596-a1e6-43c2-b263-57fdfdab9399" providerId="ADAL" clId="{98786A76-56B7-4AB4-9BF0-66E6B814EC43}" dt="2026-10-04T06:24:51.074" v="5620" actId="478"/>
          <ac:grpSpMkLst>
            <pc:docMk/>
            <pc:sldMk cId="1459198422" sldId="335"/>
            <ac:grpSpMk id="20" creationId="{E1272826-D394-DCD8-4EB5-BF01E9D9F6E1}"/>
          </ac:grpSpMkLst>
        </pc:grpChg>
        <pc:grpChg chg="add del mod">
          <ac:chgData name="이 은찬" userId="7171d596-a1e6-43c2-b263-57fdfdab9399" providerId="ADAL" clId="{98786A76-56B7-4AB4-9BF0-66E6B814EC43}" dt="2026-10-04T06:42:01.421" v="6016" actId="165"/>
          <ac:grpSpMkLst>
            <pc:docMk/>
            <pc:sldMk cId="1459198422" sldId="335"/>
            <ac:grpSpMk id="29" creationId="{59E00CA7-BA5B-F99D-A033-19923B61F8AA}"/>
          </ac:grpSpMkLst>
        </pc:grpChg>
        <pc:picChg chg="del">
          <ac:chgData name="이 은찬" userId="7171d596-a1e6-43c2-b263-57fdfdab9399" providerId="ADAL" clId="{98786A76-56B7-4AB4-9BF0-66E6B814EC43}" dt="2026-10-04T06:24:51.074" v="5620" actId="478"/>
          <ac:picMkLst>
            <pc:docMk/>
            <pc:sldMk cId="1459198422" sldId="335"/>
            <ac:picMk id="3" creationId="{4565F157-BE4C-33F4-C2E3-B786ACFE59E0}"/>
          </ac:picMkLst>
        </pc:picChg>
        <pc:picChg chg="del">
          <ac:chgData name="이 은찬" userId="7171d596-a1e6-43c2-b263-57fdfdab9399" providerId="ADAL" clId="{98786A76-56B7-4AB4-9BF0-66E6B814EC43}" dt="2026-10-04T06:24:51.074" v="5620" actId="478"/>
          <ac:picMkLst>
            <pc:docMk/>
            <pc:sldMk cId="1459198422" sldId="335"/>
            <ac:picMk id="4" creationId="{444B726C-DD71-B673-E1A0-8F4D0A0C4E90}"/>
          </ac:picMkLst>
        </pc:picChg>
      </pc:sldChg>
      <pc:sldChg chg="addSp modSp add mod ord">
        <pc:chgData name="이 은찬" userId="7171d596-a1e6-43c2-b263-57fdfdab9399" providerId="ADAL" clId="{98786A76-56B7-4AB4-9BF0-66E6B814EC43}" dt="2026-10-04T14:02:52.771" v="7038" actId="20577"/>
        <pc:sldMkLst>
          <pc:docMk/>
          <pc:sldMk cId="3324909588" sldId="336"/>
        </pc:sldMkLst>
        <pc:spChg chg="mod">
          <ac:chgData name="이 은찬" userId="7171d596-a1e6-43c2-b263-57fdfdab9399" providerId="ADAL" clId="{98786A76-56B7-4AB4-9BF0-66E6B814EC43}" dt="2026-10-04T07:20:06.665" v="6997" actId="1076"/>
          <ac:spMkLst>
            <pc:docMk/>
            <pc:sldMk cId="3324909588" sldId="336"/>
            <ac:spMk id="2" creationId="{79D255B8-C2D6-6AA8-4BD6-69A1A8AA5E83}"/>
          </ac:spMkLst>
        </pc:spChg>
        <pc:spChg chg="add mod">
          <ac:chgData name="이 은찬" userId="7171d596-a1e6-43c2-b263-57fdfdab9399" providerId="ADAL" clId="{98786A76-56B7-4AB4-9BF0-66E6B814EC43}" dt="2026-10-04T07:21:53.560" v="7024" actId="122"/>
          <ac:spMkLst>
            <pc:docMk/>
            <pc:sldMk cId="3324909588" sldId="336"/>
            <ac:spMk id="3" creationId="{E66D7661-0B75-5B67-3E13-B6F5DC024437}"/>
          </ac:spMkLst>
        </pc:spChg>
        <pc:spChg chg="mod">
          <ac:chgData name="이 은찬" userId="7171d596-a1e6-43c2-b263-57fdfdab9399" providerId="ADAL" clId="{98786A76-56B7-4AB4-9BF0-66E6B814EC43}" dt="2026-10-04T07:19:54.773" v="6985" actId="14100"/>
          <ac:spMkLst>
            <pc:docMk/>
            <pc:sldMk cId="3324909588" sldId="336"/>
            <ac:spMk id="5" creationId="{AF898B19-6E0B-F5D8-E153-B7C23DEC9D1B}"/>
          </ac:spMkLst>
        </pc:spChg>
        <pc:spChg chg="mod">
          <ac:chgData name="이 은찬" userId="7171d596-a1e6-43c2-b263-57fdfdab9399" providerId="ADAL" clId="{98786A76-56B7-4AB4-9BF0-66E6B814EC43}" dt="2026-10-04T07:20:01.675" v="6996" actId="1036"/>
          <ac:spMkLst>
            <pc:docMk/>
            <pc:sldMk cId="3324909588" sldId="336"/>
            <ac:spMk id="7" creationId="{2AC05585-C33D-D4F0-C40A-732893B5956D}"/>
          </ac:spMkLst>
        </pc:spChg>
        <pc:spChg chg="mod">
          <ac:chgData name="이 은찬" userId="7171d596-a1e6-43c2-b263-57fdfdab9399" providerId="ADAL" clId="{98786A76-56B7-4AB4-9BF0-66E6B814EC43}" dt="2026-10-04T14:02:52.771" v="7038" actId="20577"/>
          <ac:spMkLst>
            <pc:docMk/>
            <pc:sldMk cId="3324909588" sldId="336"/>
            <ac:spMk id="8" creationId="{00000000-0000-0000-0000-000000000000}"/>
          </ac:spMkLst>
        </pc:spChg>
        <pc:spChg chg="mod">
          <ac:chgData name="이 은찬" userId="7171d596-a1e6-43c2-b263-57fdfdab9399" providerId="ADAL" clId="{98786A76-56B7-4AB4-9BF0-66E6B814EC43}" dt="2026-10-04T07:06:33.758" v="6812" actId="20577"/>
          <ac:spMkLst>
            <pc:docMk/>
            <pc:sldMk cId="3324909588" sldId="336"/>
            <ac:spMk id="9" creationId="{00000000-0000-0000-0000-000000000000}"/>
          </ac:spMkLst>
        </pc:spChg>
        <pc:spChg chg="mod">
          <ac:chgData name="이 은찬" userId="7171d596-a1e6-43c2-b263-57fdfdab9399" providerId="ADAL" clId="{98786A76-56B7-4AB4-9BF0-66E6B814EC43}" dt="2026-10-04T07:20:20.886" v="7000" actId="14100"/>
          <ac:spMkLst>
            <pc:docMk/>
            <pc:sldMk cId="3324909588" sldId="336"/>
            <ac:spMk id="13" creationId="{F7AA6288-98F2-9E44-D0FF-11AE08CC957C}"/>
          </ac:spMkLst>
        </pc:spChg>
        <pc:spChg chg="mod">
          <ac:chgData name="이 은찬" userId="7171d596-a1e6-43c2-b263-57fdfdab9399" providerId="ADAL" clId="{98786A76-56B7-4AB4-9BF0-66E6B814EC43}" dt="2026-10-04T07:20:20.886" v="7000" actId="14100"/>
          <ac:spMkLst>
            <pc:docMk/>
            <pc:sldMk cId="3324909588" sldId="336"/>
            <ac:spMk id="14" creationId="{D1D76905-2594-88C1-09E3-5531DAA02EA0}"/>
          </ac:spMkLst>
        </pc:spChg>
        <pc:spChg chg="mod">
          <ac:chgData name="이 은찬" userId="7171d596-a1e6-43c2-b263-57fdfdab9399" providerId="ADAL" clId="{98786A76-56B7-4AB4-9BF0-66E6B814EC43}" dt="2026-10-04T07:20:20.886" v="7000" actId="14100"/>
          <ac:spMkLst>
            <pc:docMk/>
            <pc:sldMk cId="3324909588" sldId="336"/>
            <ac:spMk id="15" creationId="{10844C62-2B46-28F6-5385-0AC06E53E6E0}"/>
          </ac:spMkLst>
        </pc:spChg>
        <pc:spChg chg="mod">
          <ac:chgData name="이 은찬" userId="7171d596-a1e6-43c2-b263-57fdfdab9399" providerId="ADAL" clId="{98786A76-56B7-4AB4-9BF0-66E6B814EC43}" dt="2026-10-04T06:38:50.660" v="5853" actId="20577"/>
          <ac:spMkLst>
            <pc:docMk/>
            <pc:sldMk cId="3324909588" sldId="336"/>
            <ac:spMk id="47" creationId="{5D08A8A4-1970-D2BB-759C-BC22ACF21903}"/>
          </ac:spMkLst>
        </pc:spChg>
      </pc:sldChg>
    </pc:docChg>
  </pc:docChgLst>
  <pc:docChgLst>
    <pc:chgData name="이 은찬" userId="7171d596-a1e6-43c2-b263-57fdfdab9399" providerId="ADAL" clId="{7241B469-6F7B-4CDE-BA0B-9A3409BB4834}"/>
    <pc:docChg chg="undo redo custSel addSld delSld modSld sldOrd">
      <pc:chgData name="이 은찬" userId="7171d596-a1e6-43c2-b263-57fdfdab9399" providerId="ADAL" clId="{7241B469-6F7B-4CDE-BA0B-9A3409BB4834}" dt="2026-10-03T09:15:58.179" v="5361" actId="47"/>
      <pc:docMkLst>
        <pc:docMk/>
      </pc:docMkLst>
      <pc:sldChg chg="modSp mod">
        <pc:chgData name="이 은찬" userId="7171d596-a1e6-43c2-b263-57fdfdab9399" providerId="ADAL" clId="{7241B469-6F7B-4CDE-BA0B-9A3409BB4834}" dt="2026-10-03T07:00:36.186" v="11"/>
        <pc:sldMkLst>
          <pc:docMk/>
          <pc:sldMk cId="2746174679" sldId="264"/>
        </pc:sldMkLst>
        <pc:spChg chg="mod">
          <ac:chgData name="이 은찬" userId="7171d596-a1e6-43c2-b263-57fdfdab9399" providerId="ADAL" clId="{7241B469-6F7B-4CDE-BA0B-9A3409BB4834}" dt="2026-10-03T07:00:36.186" v="11"/>
          <ac:spMkLst>
            <pc:docMk/>
            <pc:sldMk cId="2746174679" sldId="264"/>
            <ac:spMk id="4" creationId="{FA334E57-535E-D53B-C8AD-17A1D28241E4}"/>
          </ac:spMkLst>
        </pc:spChg>
        <pc:spChg chg="mod">
          <ac:chgData name="이 은찬" userId="7171d596-a1e6-43c2-b263-57fdfdab9399" providerId="ADAL" clId="{7241B469-6F7B-4CDE-BA0B-9A3409BB4834}" dt="2026-10-03T07:00:07.924" v="1" actId="20577"/>
          <ac:spMkLst>
            <pc:docMk/>
            <pc:sldMk cId="2746174679" sldId="264"/>
            <ac:spMk id="8" creationId="{8A85E423-5130-678A-F2A2-6017CB42FB8E}"/>
          </ac:spMkLst>
        </pc:spChg>
        <pc:spChg chg="mod">
          <ac:chgData name="이 은찬" userId="7171d596-a1e6-43c2-b263-57fdfdab9399" providerId="ADAL" clId="{7241B469-6F7B-4CDE-BA0B-9A3409BB4834}" dt="2026-10-03T07:00:21.198" v="8" actId="20577"/>
          <ac:spMkLst>
            <pc:docMk/>
            <pc:sldMk cId="2746174679" sldId="264"/>
            <ac:spMk id="32" creationId="{00000000-0000-0000-0000-000000000000}"/>
          </ac:spMkLst>
        </pc:spChg>
      </pc:sldChg>
      <pc:sldChg chg="modSp mod">
        <pc:chgData name="이 은찬" userId="7171d596-a1e6-43c2-b263-57fdfdab9399" providerId="ADAL" clId="{7241B469-6F7B-4CDE-BA0B-9A3409BB4834}" dt="2026-10-03T07:28:49.824" v="1945" actId="404"/>
        <pc:sldMkLst>
          <pc:docMk/>
          <pc:sldMk cId="1828356913" sldId="265"/>
        </pc:sldMkLst>
        <pc:spChg chg="mod">
          <ac:chgData name="이 은찬" userId="7171d596-a1e6-43c2-b263-57fdfdab9399" providerId="ADAL" clId="{7241B469-6F7B-4CDE-BA0B-9A3409BB4834}" dt="2026-10-03T07:28:49.824" v="1945" actId="404"/>
          <ac:spMkLst>
            <pc:docMk/>
            <pc:sldMk cId="1828356913" sldId="265"/>
            <ac:spMk id="3" creationId="{A0A52C7F-80DB-1F40-2637-9FB6949E0EB8}"/>
          </ac:spMkLst>
        </pc:spChg>
      </pc:sldChg>
      <pc:sldChg chg="addSp delSp modSp mod">
        <pc:chgData name="이 은찬" userId="7171d596-a1e6-43c2-b263-57fdfdab9399" providerId="ADAL" clId="{7241B469-6F7B-4CDE-BA0B-9A3409BB4834}" dt="2026-10-03T09:09:47.561" v="5179" actId="20577"/>
        <pc:sldMkLst>
          <pc:docMk/>
          <pc:sldMk cId="4246831794" sldId="266"/>
        </pc:sldMkLst>
        <pc:spChg chg="mod">
          <ac:chgData name="이 은찬" userId="7171d596-a1e6-43c2-b263-57fdfdab9399" providerId="ADAL" clId="{7241B469-6F7B-4CDE-BA0B-9A3409BB4834}" dt="2026-10-03T07:06:58.297" v="75" actId="20577"/>
          <ac:spMkLst>
            <pc:docMk/>
            <pc:sldMk cId="4246831794" sldId="266"/>
            <ac:spMk id="2" creationId="{00000000-0000-0000-0000-000000000000}"/>
          </ac:spMkLst>
        </pc:spChg>
        <pc:spChg chg="add mod">
          <ac:chgData name="이 은찬" userId="7171d596-a1e6-43c2-b263-57fdfdab9399" providerId="ADAL" clId="{7241B469-6F7B-4CDE-BA0B-9A3409BB4834}" dt="2026-10-03T09:09:47.561" v="5179" actId="20577"/>
          <ac:spMkLst>
            <pc:docMk/>
            <pc:sldMk cId="4246831794" sldId="266"/>
            <ac:spMk id="4" creationId="{478E83B3-0D1F-8C33-185D-0525C56788A8}"/>
          </ac:spMkLst>
        </pc:spChg>
        <pc:spChg chg="del">
          <ac:chgData name="이 은찬" userId="7171d596-a1e6-43c2-b263-57fdfdab9399" providerId="ADAL" clId="{7241B469-6F7B-4CDE-BA0B-9A3409BB4834}" dt="2026-10-03T07:17:35.813" v="1564" actId="478"/>
          <ac:spMkLst>
            <pc:docMk/>
            <pc:sldMk cId="4246831794" sldId="266"/>
            <ac:spMk id="10" creationId="{694512E4-038C-FE6D-478A-6D746473F87C}"/>
          </ac:spMkLst>
        </pc:spChg>
        <pc:spChg chg="mod">
          <ac:chgData name="이 은찬" userId="7171d596-a1e6-43c2-b263-57fdfdab9399" providerId="ADAL" clId="{7241B469-6F7B-4CDE-BA0B-9A3409BB4834}" dt="2026-10-03T07:20:54.281" v="1667" actId="1036"/>
          <ac:spMkLst>
            <pc:docMk/>
            <pc:sldMk cId="4246831794" sldId="266"/>
            <ac:spMk id="11" creationId="{633A60DF-EA79-DF55-16FD-AB2777B25155}"/>
          </ac:spMkLst>
        </pc:spChg>
        <pc:spChg chg="del">
          <ac:chgData name="이 은찬" userId="7171d596-a1e6-43c2-b263-57fdfdab9399" providerId="ADAL" clId="{7241B469-6F7B-4CDE-BA0B-9A3409BB4834}" dt="2026-10-03T07:08:12.423" v="221" actId="478"/>
          <ac:spMkLst>
            <pc:docMk/>
            <pc:sldMk cId="4246831794" sldId="266"/>
            <ac:spMk id="12" creationId="{46F7658C-5ACD-DB48-86C2-E2D6DBC41B78}"/>
          </ac:spMkLst>
        </pc:spChg>
        <pc:spChg chg="del">
          <ac:chgData name="이 은찬" userId="7171d596-a1e6-43c2-b263-57fdfdab9399" providerId="ADAL" clId="{7241B469-6F7B-4CDE-BA0B-9A3409BB4834}" dt="2026-10-03T07:08:15.456" v="223" actId="478"/>
          <ac:spMkLst>
            <pc:docMk/>
            <pc:sldMk cId="4246831794" sldId="266"/>
            <ac:spMk id="13" creationId="{A76FD4A6-26AA-DACE-945D-2E02C7D2DC37}"/>
          </ac:spMkLst>
        </pc:spChg>
        <pc:spChg chg="mod">
          <ac:chgData name="이 은찬" userId="7171d596-a1e6-43c2-b263-57fdfdab9399" providerId="ADAL" clId="{7241B469-6F7B-4CDE-BA0B-9A3409BB4834}" dt="2026-10-03T07:22:37.523" v="1680"/>
          <ac:spMkLst>
            <pc:docMk/>
            <pc:sldMk cId="4246831794" sldId="266"/>
            <ac:spMk id="14" creationId="{D8E5F600-0999-9422-1C3C-8299F3CA9C9E}"/>
          </ac:spMkLst>
        </pc:spChg>
        <pc:spChg chg="mod">
          <ac:chgData name="이 은찬" userId="7171d596-a1e6-43c2-b263-57fdfdab9399" providerId="ADAL" clId="{7241B469-6F7B-4CDE-BA0B-9A3409BB4834}" dt="2026-10-03T07:22:30.299" v="1678"/>
          <ac:spMkLst>
            <pc:docMk/>
            <pc:sldMk cId="4246831794" sldId="266"/>
            <ac:spMk id="15" creationId="{802D531F-43CC-7F30-8933-8AAB320D51A2}"/>
          </ac:spMkLst>
        </pc:spChg>
        <pc:spChg chg="mod">
          <ac:chgData name="이 은찬" userId="7171d596-a1e6-43c2-b263-57fdfdab9399" providerId="ADAL" clId="{7241B469-6F7B-4CDE-BA0B-9A3409BB4834}" dt="2026-10-03T07:22:44.511" v="1684" actId="20577"/>
          <ac:spMkLst>
            <pc:docMk/>
            <pc:sldMk cId="4246831794" sldId="266"/>
            <ac:spMk id="16" creationId="{0B5149CE-8166-C52B-D92D-BCEAFFE97638}"/>
          </ac:spMkLst>
        </pc:spChg>
        <pc:spChg chg="del mod topLvl">
          <ac:chgData name="이 은찬" userId="7171d596-a1e6-43c2-b263-57fdfdab9399" providerId="ADAL" clId="{7241B469-6F7B-4CDE-BA0B-9A3409BB4834}" dt="2026-10-03T07:22:40.485" v="1681" actId="478"/>
          <ac:spMkLst>
            <pc:docMk/>
            <pc:sldMk cId="4246831794" sldId="266"/>
            <ac:spMk id="41" creationId="{00000000-0000-0000-0000-000000000000}"/>
          </ac:spMkLst>
        </pc:spChg>
        <pc:grpChg chg="add mod">
          <ac:chgData name="이 은찬" userId="7171d596-a1e6-43c2-b263-57fdfdab9399" providerId="ADAL" clId="{7241B469-6F7B-4CDE-BA0B-9A3409BB4834}" dt="2026-10-03T07:22:30.299" v="1678"/>
          <ac:grpSpMkLst>
            <pc:docMk/>
            <pc:sldMk cId="4246831794" sldId="266"/>
            <ac:grpSpMk id="5" creationId="{19DEC6DB-55AF-F13D-AB47-7ACAA1371AFE}"/>
          </ac:grpSpMkLst>
        </pc:grpChg>
        <pc:grpChg chg="mod">
          <ac:chgData name="이 은찬" userId="7171d596-a1e6-43c2-b263-57fdfdab9399" providerId="ADAL" clId="{7241B469-6F7B-4CDE-BA0B-9A3409BB4834}" dt="2026-10-03T07:22:30.299" v="1678"/>
          <ac:grpSpMkLst>
            <pc:docMk/>
            <pc:sldMk cId="4246831794" sldId="266"/>
            <ac:grpSpMk id="7" creationId="{5A9F6678-988E-B4AE-864D-F4CFE5D8592F}"/>
          </ac:grpSpMkLst>
        </pc:grpChg>
        <pc:grpChg chg="del mod">
          <ac:chgData name="이 은찬" userId="7171d596-a1e6-43c2-b263-57fdfdab9399" providerId="ADAL" clId="{7241B469-6F7B-4CDE-BA0B-9A3409BB4834}" dt="2026-10-03T07:22:40.485" v="1681" actId="478"/>
          <ac:grpSpMkLst>
            <pc:docMk/>
            <pc:sldMk cId="4246831794" sldId="266"/>
            <ac:grpSpMk id="35" creationId="{00000000-0000-0000-0000-000000000000}"/>
          </ac:grpSpMkLst>
        </pc:grpChg>
        <pc:grpChg chg="del topLvl">
          <ac:chgData name="이 은찬" userId="7171d596-a1e6-43c2-b263-57fdfdab9399" providerId="ADAL" clId="{7241B469-6F7B-4CDE-BA0B-9A3409BB4834}" dt="2026-10-03T07:22:41.992" v="1682" actId="478"/>
          <ac:grpSpMkLst>
            <pc:docMk/>
            <pc:sldMk cId="4246831794" sldId="266"/>
            <ac:grpSpMk id="36" creationId="{00000000-0000-0000-0000-000000000000}"/>
          </ac:grpSpMkLst>
        </pc:grpChg>
        <pc:picChg chg="del">
          <ac:chgData name="이 은찬" userId="7171d596-a1e6-43c2-b263-57fdfdab9399" providerId="ADAL" clId="{7241B469-6F7B-4CDE-BA0B-9A3409BB4834}" dt="2026-10-03T07:08:11.726" v="220" actId="478"/>
          <ac:picMkLst>
            <pc:docMk/>
            <pc:sldMk cId="4246831794" sldId="266"/>
            <ac:picMk id="6" creationId="{25BD36E0-EFC0-CE4C-9351-BBC1FA87EEB6}"/>
          </ac:picMkLst>
        </pc:picChg>
        <pc:picChg chg="del">
          <ac:chgData name="이 은찬" userId="7171d596-a1e6-43c2-b263-57fdfdab9399" providerId="ADAL" clId="{7241B469-6F7B-4CDE-BA0B-9A3409BB4834}" dt="2026-10-03T07:08:13.123" v="222" actId="478"/>
          <ac:picMkLst>
            <pc:docMk/>
            <pc:sldMk cId="4246831794" sldId="266"/>
            <ac:picMk id="8" creationId="{CECE14DE-457C-9229-F57C-CFBD788E1D5A}"/>
          </ac:picMkLst>
        </pc:picChg>
      </pc:sldChg>
      <pc:sldChg chg="del">
        <pc:chgData name="이 은찬" userId="7171d596-a1e6-43c2-b263-57fdfdab9399" providerId="ADAL" clId="{7241B469-6F7B-4CDE-BA0B-9A3409BB4834}" dt="2026-10-03T08:25:10.919" v="4441" actId="47"/>
        <pc:sldMkLst>
          <pc:docMk/>
          <pc:sldMk cId="3974363792" sldId="269"/>
        </pc:sldMkLst>
      </pc:sldChg>
      <pc:sldChg chg="addSp delSp modSp mod">
        <pc:chgData name="이 은찬" userId="7171d596-a1e6-43c2-b263-57fdfdab9399" providerId="ADAL" clId="{7241B469-6F7B-4CDE-BA0B-9A3409BB4834}" dt="2026-10-03T09:00:09.736" v="5152" actId="478"/>
        <pc:sldMkLst>
          <pc:docMk/>
          <pc:sldMk cId="1468056876" sldId="272"/>
        </pc:sldMkLst>
        <pc:spChg chg="add del mod">
          <ac:chgData name="이 은찬" userId="7171d596-a1e6-43c2-b263-57fdfdab9399" providerId="ADAL" clId="{7241B469-6F7B-4CDE-BA0B-9A3409BB4834}" dt="2026-10-03T08:44:46.666" v="5068"/>
          <ac:spMkLst>
            <pc:docMk/>
            <pc:sldMk cId="1468056876" sldId="272"/>
            <ac:spMk id="4" creationId="{55C09AAD-FA2D-23EA-F9F7-42DEE0A4407D}"/>
          </ac:spMkLst>
        </pc:spChg>
        <pc:spChg chg="add del mod">
          <ac:chgData name="이 은찬" userId="7171d596-a1e6-43c2-b263-57fdfdab9399" providerId="ADAL" clId="{7241B469-6F7B-4CDE-BA0B-9A3409BB4834}" dt="2026-10-03T09:00:09.736" v="5152" actId="478"/>
          <ac:spMkLst>
            <pc:docMk/>
            <pc:sldMk cId="1468056876" sldId="272"/>
            <ac:spMk id="4" creationId="{C7D41E55-A915-1D32-6AB5-F8BC9358A3A0}"/>
          </ac:spMkLst>
        </pc:spChg>
        <pc:spChg chg="mod">
          <ac:chgData name="이 은찬" userId="7171d596-a1e6-43c2-b263-57fdfdab9399" providerId="ADAL" clId="{7241B469-6F7B-4CDE-BA0B-9A3409BB4834}" dt="2026-10-03T08:45:17.769" v="5077" actId="20577"/>
          <ac:spMkLst>
            <pc:docMk/>
            <pc:sldMk cId="1468056876" sldId="272"/>
            <ac:spMk id="6" creationId="{702A533B-750F-D3DA-05E5-BF140579B77C}"/>
          </ac:spMkLst>
        </pc:spChg>
        <pc:spChg chg="mod">
          <ac:chgData name="이 은찬" userId="7171d596-a1e6-43c2-b263-57fdfdab9399" providerId="ADAL" clId="{7241B469-6F7B-4CDE-BA0B-9A3409BB4834}" dt="2026-10-03T07:30:00.418" v="1958" actId="20577"/>
          <ac:spMkLst>
            <pc:docMk/>
            <pc:sldMk cId="1468056876" sldId="272"/>
            <ac:spMk id="7" creationId="{BA6F16A0-9C58-E2C5-EAC6-285D5992B700}"/>
          </ac:spMkLst>
        </pc:spChg>
        <pc:spChg chg="mod">
          <ac:chgData name="이 은찬" userId="7171d596-a1e6-43c2-b263-57fdfdab9399" providerId="ADAL" clId="{7241B469-6F7B-4CDE-BA0B-9A3409BB4834}" dt="2026-10-03T08:44:48.245" v="5069" actId="20577"/>
          <ac:spMkLst>
            <pc:docMk/>
            <pc:sldMk cId="1468056876" sldId="272"/>
            <ac:spMk id="8" creationId="{3168F200-C15A-7DEE-8B3B-0700DE64E854}"/>
          </ac:spMkLst>
        </pc:spChg>
        <pc:spChg chg="mod">
          <ac:chgData name="이 은찬" userId="7171d596-a1e6-43c2-b263-57fdfdab9399" providerId="ADAL" clId="{7241B469-6F7B-4CDE-BA0B-9A3409BB4834}" dt="2026-10-03T07:29:56.384" v="1956" actId="20577"/>
          <ac:spMkLst>
            <pc:docMk/>
            <pc:sldMk cId="1468056876" sldId="272"/>
            <ac:spMk id="9" creationId="{DFD1A338-1A2E-A94C-E877-B5FD7BF6AB01}"/>
          </ac:spMkLst>
        </pc:spChg>
        <pc:spChg chg="add del mod">
          <ac:chgData name="이 은찬" userId="7171d596-a1e6-43c2-b263-57fdfdab9399" providerId="ADAL" clId="{7241B469-6F7B-4CDE-BA0B-9A3409BB4834}" dt="2026-10-03T09:00:09.736" v="5152" actId="478"/>
          <ac:spMkLst>
            <pc:docMk/>
            <pc:sldMk cId="1468056876" sldId="272"/>
            <ac:spMk id="12" creationId="{5105013E-ABE1-E804-2E7D-5DEA72B8EF65}"/>
          </ac:spMkLst>
        </pc:spChg>
        <pc:spChg chg="add del mod">
          <ac:chgData name="이 은찬" userId="7171d596-a1e6-43c2-b263-57fdfdab9399" providerId="ADAL" clId="{7241B469-6F7B-4CDE-BA0B-9A3409BB4834}" dt="2026-10-03T08:44:46.665" v="5066" actId="478"/>
          <ac:spMkLst>
            <pc:docMk/>
            <pc:sldMk cId="1468056876" sldId="272"/>
            <ac:spMk id="12" creationId="{9A978394-D2D4-41C7-84F9-67F8A79444E0}"/>
          </ac:spMkLst>
        </pc:spChg>
        <pc:spChg chg="add mod">
          <ac:chgData name="이 은찬" userId="7171d596-a1e6-43c2-b263-57fdfdab9399" providerId="ADAL" clId="{7241B469-6F7B-4CDE-BA0B-9A3409BB4834}" dt="2026-10-03T08:57:36.421" v="5138" actId="1076"/>
          <ac:spMkLst>
            <pc:docMk/>
            <pc:sldMk cId="1468056876" sldId="272"/>
            <ac:spMk id="13" creationId="{BCBE663F-AB66-987B-788C-BDE88A1A63DE}"/>
          </ac:spMkLst>
        </pc:spChg>
        <pc:spChg chg="add del mod">
          <ac:chgData name="이 은찬" userId="7171d596-a1e6-43c2-b263-57fdfdab9399" providerId="ADAL" clId="{7241B469-6F7B-4CDE-BA0B-9A3409BB4834}" dt="2026-10-03T08:45:16.266" v="5076" actId="478"/>
          <ac:spMkLst>
            <pc:docMk/>
            <pc:sldMk cId="1468056876" sldId="272"/>
            <ac:spMk id="14" creationId="{680AE590-B272-7FE2-0B7B-C52F044C6EF9}"/>
          </ac:spMkLst>
        </pc:spChg>
        <pc:spChg chg="add del mod">
          <ac:chgData name="이 은찬" userId="7171d596-a1e6-43c2-b263-57fdfdab9399" providerId="ADAL" clId="{7241B469-6F7B-4CDE-BA0B-9A3409BB4834}" dt="2026-10-03T09:00:09.736" v="5152" actId="478"/>
          <ac:spMkLst>
            <pc:docMk/>
            <pc:sldMk cId="1468056876" sldId="272"/>
            <ac:spMk id="14" creationId="{6B3F4E44-A7CA-4445-4589-99307B6279FE}"/>
          </ac:spMkLst>
        </pc:spChg>
        <pc:spChg chg="add mod">
          <ac:chgData name="이 은찬" userId="7171d596-a1e6-43c2-b263-57fdfdab9399" providerId="ADAL" clId="{7241B469-6F7B-4CDE-BA0B-9A3409BB4834}" dt="2026-10-03T08:49:42.192" v="5084" actId="2711"/>
          <ac:spMkLst>
            <pc:docMk/>
            <pc:sldMk cId="1468056876" sldId="272"/>
            <ac:spMk id="15" creationId="{E4E756B1-0891-8E2A-9AEB-7A1365E162E8}"/>
          </ac:spMkLst>
        </pc:spChg>
        <pc:spChg chg="add del mod">
          <ac:chgData name="이 은찬" userId="7171d596-a1e6-43c2-b263-57fdfdab9399" providerId="ADAL" clId="{7241B469-6F7B-4CDE-BA0B-9A3409BB4834}" dt="2026-10-03T09:00:09.736" v="5152" actId="478"/>
          <ac:spMkLst>
            <pc:docMk/>
            <pc:sldMk cId="1468056876" sldId="272"/>
            <ac:spMk id="17" creationId="{6886E065-ED7D-3B6B-B5BD-579AA6CCBCFB}"/>
          </ac:spMkLst>
        </pc:spChg>
        <pc:spChg chg="add del mod">
          <ac:chgData name="이 은찬" userId="7171d596-a1e6-43c2-b263-57fdfdab9399" providerId="ADAL" clId="{7241B469-6F7B-4CDE-BA0B-9A3409BB4834}" dt="2026-10-03T09:00:09.736" v="5152" actId="478"/>
          <ac:spMkLst>
            <pc:docMk/>
            <pc:sldMk cId="1468056876" sldId="272"/>
            <ac:spMk id="18" creationId="{AF073304-AB72-9A38-7D71-288E0DD1C285}"/>
          </ac:spMkLst>
        </pc:spChg>
        <pc:spChg chg="add del mod">
          <ac:chgData name="이 은찬" userId="7171d596-a1e6-43c2-b263-57fdfdab9399" providerId="ADAL" clId="{7241B469-6F7B-4CDE-BA0B-9A3409BB4834}" dt="2026-10-03T09:00:09.736" v="5152" actId="478"/>
          <ac:spMkLst>
            <pc:docMk/>
            <pc:sldMk cId="1468056876" sldId="272"/>
            <ac:spMk id="19" creationId="{006E7B1E-376F-BAB7-A921-D8F12B54AA02}"/>
          </ac:spMkLst>
        </pc:spChg>
        <pc:spChg chg="add del mod">
          <ac:chgData name="이 은찬" userId="7171d596-a1e6-43c2-b263-57fdfdab9399" providerId="ADAL" clId="{7241B469-6F7B-4CDE-BA0B-9A3409BB4834}" dt="2026-10-03T09:00:09.736" v="5152" actId="478"/>
          <ac:spMkLst>
            <pc:docMk/>
            <pc:sldMk cId="1468056876" sldId="272"/>
            <ac:spMk id="20" creationId="{CB866997-C98A-5077-19A9-07BB05027366}"/>
          </ac:spMkLst>
        </pc:spChg>
        <pc:spChg chg="add del mod">
          <ac:chgData name="이 은찬" userId="7171d596-a1e6-43c2-b263-57fdfdab9399" providerId="ADAL" clId="{7241B469-6F7B-4CDE-BA0B-9A3409BB4834}" dt="2026-10-03T09:00:09.736" v="5152" actId="478"/>
          <ac:spMkLst>
            <pc:docMk/>
            <pc:sldMk cId="1468056876" sldId="272"/>
            <ac:spMk id="21" creationId="{779C2245-03C8-3FEF-925F-76B2487E08A1}"/>
          </ac:spMkLst>
        </pc:spChg>
        <pc:grpChg chg="mod">
          <ac:chgData name="이 은찬" userId="7171d596-a1e6-43c2-b263-57fdfdab9399" providerId="ADAL" clId="{7241B469-6F7B-4CDE-BA0B-9A3409BB4834}" dt="2026-10-03T08:47:18.364" v="5079" actId="164"/>
          <ac:grpSpMkLst>
            <pc:docMk/>
            <pc:sldMk cId="1468056876" sldId="272"/>
            <ac:grpSpMk id="2" creationId="{DAE63B14-E732-26C8-79E1-2768CEF592C9}"/>
          </ac:grpSpMkLst>
        </pc:grpChg>
        <pc:grpChg chg="add mod">
          <ac:chgData name="이 은찬" userId="7171d596-a1e6-43c2-b263-57fdfdab9399" providerId="ADAL" clId="{7241B469-6F7B-4CDE-BA0B-9A3409BB4834}" dt="2026-10-03T08:47:18.364" v="5079" actId="164"/>
          <ac:grpSpMkLst>
            <pc:docMk/>
            <pc:sldMk cId="1468056876" sldId="272"/>
            <ac:grpSpMk id="16" creationId="{B289915A-2A60-08F2-7A82-411A80B14F98}"/>
          </ac:grpSpMkLst>
        </pc:grpChg>
      </pc:sldChg>
      <pc:sldChg chg="del">
        <pc:chgData name="이 은찬" userId="7171d596-a1e6-43c2-b263-57fdfdab9399" providerId="ADAL" clId="{7241B469-6F7B-4CDE-BA0B-9A3409BB4834}" dt="2026-10-03T08:25:03.460" v="4436" actId="47"/>
        <pc:sldMkLst>
          <pc:docMk/>
          <pc:sldMk cId="2003696341" sldId="274"/>
        </pc:sldMkLst>
      </pc:sldChg>
      <pc:sldChg chg="del">
        <pc:chgData name="이 은찬" userId="7171d596-a1e6-43c2-b263-57fdfdab9399" providerId="ADAL" clId="{7241B469-6F7B-4CDE-BA0B-9A3409BB4834}" dt="2026-10-03T08:25:05.479" v="4437" actId="47"/>
        <pc:sldMkLst>
          <pc:docMk/>
          <pc:sldMk cId="1598805440" sldId="275"/>
        </pc:sldMkLst>
      </pc:sldChg>
      <pc:sldChg chg="del">
        <pc:chgData name="이 은찬" userId="7171d596-a1e6-43c2-b263-57fdfdab9399" providerId="ADAL" clId="{7241B469-6F7B-4CDE-BA0B-9A3409BB4834}" dt="2026-10-03T08:25:06.436" v="4438" actId="47"/>
        <pc:sldMkLst>
          <pc:docMk/>
          <pc:sldMk cId="1625460004" sldId="276"/>
        </pc:sldMkLst>
      </pc:sldChg>
      <pc:sldChg chg="del">
        <pc:chgData name="이 은찬" userId="7171d596-a1e6-43c2-b263-57fdfdab9399" providerId="ADAL" clId="{7241B469-6F7B-4CDE-BA0B-9A3409BB4834}" dt="2026-10-03T08:25:08.937" v="4439" actId="47"/>
        <pc:sldMkLst>
          <pc:docMk/>
          <pc:sldMk cId="959801221" sldId="277"/>
        </pc:sldMkLst>
      </pc:sldChg>
      <pc:sldChg chg="modSp del mod">
        <pc:chgData name="이 은찬" userId="7171d596-a1e6-43c2-b263-57fdfdab9399" providerId="ADAL" clId="{7241B469-6F7B-4CDE-BA0B-9A3409BB4834}" dt="2026-10-03T08:25:09.906" v="4440" actId="47"/>
        <pc:sldMkLst>
          <pc:docMk/>
          <pc:sldMk cId="2725197688" sldId="278"/>
        </pc:sldMkLst>
        <pc:spChg chg="mod">
          <ac:chgData name="이 은찬" userId="7171d596-a1e6-43c2-b263-57fdfdab9399" providerId="ADAL" clId="{7241B469-6F7B-4CDE-BA0B-9A3409BB4834}" dt="2026-10-03T08:09:10.737" v="3703" actId="20577"/>
          <ac:spMkLst>
            <pc:docMk/>
            <pc:sldMk cId="2725197688" sldId="278"/>
            <ac:spMk id="19" creationId="{D63D451C-63B7-BFAB-B19B-06A2620A96C3}"/>
          </ac:spMkLst>
        </pc:spChg>
      </pc:sldChg>
      <pc:sldChg chg="addSp delSp modSp mod">
        <pc:chgData name="이 은찬" userId="7171d596-a1e6-43c2-b263-57fdfdab9399" providerId="ADAL" clId="{7241B469-6F7B-4CDE-BA0B-9A3409BB4834}" dt="2026-10-03T09:13:22.903" v="5337" actId="403"/>
        <pc:sldMkLst>
          <pc:docMk/>
          <pc:sldMk cId="1345329290" sldId="279"/>
        </pc:sldMkLst>
        <pc:spChg chg="del">
          <ac:chgData name="이 은찬" userId="7171d596-a1e6-43c2-b263-57fdfdab9399" providerId="ADAL" clId="{7241B469-6F7B-4CDE-BA0B-9A3409BB4834}" dt="2026-10-03T08:25:17.632" v="4443" actId="478"/>
          <ac:spMkLst>
            <pc:docMk/>
            <pc:sldMk cId="1345329290" sldId="279"/>
            <ac:spMk id="2" creationId="{BD2BA96E-A503-E600-DCB9-64F97FC65F5D}"/>
          </ac:spMkLst>
        </pc:spChg>
        <pc:spChg chg="del">
          <ac:chgData name="이 은찬" userId="7171d596-a1e6-43c2-b263-57fdfdab9399" providerId="ADAL" clId="{7241B469-6F7B-4CDE-BA0B-9A3409BB4834}" dt="2026-10-03T08:25:16.255" v="4442" actId="478"/>
          <ac:spMkLst>
            <pc:docMk/>
            <pc:sldMk cId="1345329290" sldId="279"/>
            <ac:spMk id="3" creationId="{9B7CF3A5-02F4-467E-1443-5C318ABEE8D7}"/>
          </ac:spMkLst>
        </pc:spChg>
        <pc:spChg chg="add del mod">
          <ac:chgData name="이 은찬" userId="7171d596-a1e6-43c2-b263-57fdfdab9399" providerId="ADAL" clId="{7241B469-6F7B-4CDE-BA0B-9A3409BB4834}" dt="2026-10-03T08:28:08.113" v="4512" actId="478"/>
          <ac:spMkLst>
            <pc:docMk/>
            <pc:sldMk cId="1345329290" sldId="279"/>
            <ac:spMk id="7" creationId="{76E82426-8FDC-D3EF-D5C3-80F4D9965133}"/>
          </ac:spMkLst>
        </pc:spChg>
        <pc:spChg chg="add mod">
          <ac:chgData name="이 은찬" userId="7171d596-a1e6-43c2-b263-57fdfdab9399" providerId="ADAL" clId="{7241B469-6F7B-4CDE-BA0B-9A3409BB4834}" dt="2026-10-03T09:12:19.086" v="5239" actId="20577"/>
          <ac:spMkLst>
            <pc:docMk/>
            <pc:sldMk cId="1345329290" sldId="279"/>
            <ac:spMk id="10" creationId="{C231D0AA-C26C-6CCB-FE71-71436D46BD06}"/>
          </ac:spMkLst>
        </pc:spChg>
        <pc:spChg chg="add mod">
          <ac:chgData name="이 은찬" userId="7171d596-a1e6-43c2-b263-57fdfdab9399" providerId="ADAL" clId="{7241B469-6F7B-4CDE-BA0B-9A3409BB4834}" dt="2026-10-03T09:12:25.823" v="5251" actId="20577"/>
          <ac:spMkLst>
            <pc:docMk/>
            <pc:sldMk cId="1345329290" sldId="279"/>
            <ac:spMk id="11" creationId="{5361EBCF-3402-89A5-B038-0FB2DA9D60C5}"/>
          </ac:spMkLst>
        </pc:spChg>
        <pc:spChg chg="del">
          <ac:chgData name="이 은찬" userId="7171d596-a1e6-43c2-b263-57fdfdab9399" providerId="ADAL" clId="{7241B469-6F7B-4CDE-BA0B-9A3409BB4834}" dt="2026-10-03T08:25:26.346" v="4445" actId="478"/>
          <ac:spMkLst>
            <pc:docMk/>
            <pc:sldMk cId="1345329290" sldId="279"/>
            <ac:spMk id="17" creationId="{0F69B248-1DA2-0830-8560-4D249201B6E7}"/>
          </ac:spMkLst>
        </pc:spChg>
        <pc:graphicFrameChg chg="add del">
          <ac:chgData name="이 은찬" userId="7171d596-a1e6-43c2-b263-57fdfdab9399" providerId="ADAL" clId="{7241B469-6F7B-4CDE-BA0B-9A3409BB4834}" dt="2026-10-03T08:25:39.985" v="4447" actId="478"/>
          <ac:graphicFrameMkLst>
            <pc:docMk/>
            <pc:sldMk cId="1345329290" sldId="279"/>
            <ac:graphicFrameMk id="4" creationId="{13B93D44-5412-A5EE-548F-00CC9C29B41B}"/>
          </ac:graphicFrameMkLst>
        </pc:graphicFrameChg>
        <pc:graphicFrameChg chg="add del mod modGraphic">
          <ac:chgData name="이 은찬" userId="7171d596-a1e6-43c2-b263-57fdfdab9399" providerId="ADAL" clId="{7241B469-6F7B-4CDE-BA0B-9A3409BB4834}" dt="2026-10-03T08:27:18.738" v="4493" actId="478"/>
          <ac:graphicFrameMkLst>
            <pc:docMk/>
            <pc:sldMk cId="1345329290" sldId="279"/>
            <ac:graphicFrameMk id="5" creationId="{94E783C5-3C2E-08A2-D71E-E54AD5078624}"/>
          </ac:graphicFrameMkLst>
        </pc:graphicFrameChg>
        <pc:graphicFrameChg chg="add mod modGraphic">
          <ac:chgData name="이 은찬" userId="7171d596-a1e6-43c2-b263-57fdfdab9399" providerId="ADAL" clId="{7241B469-6F7B-4CDE-BA0B-9A3409BB4834}" dt="2026-10-03T09:13:22.903" v="5337" actId="403"/>
          <ac:graphicFrameMkLst>
            <pc:docMk/>
            <pc:sldMk cId="1345329290" sldId="279"/>
            <ac:graphicFrameMk id="12" creationId="{937E6E89-82DA-F3BF-6D52-95B6C8277C5A}"/>
          </ac:graphicFrameMkLst>
        </pc:graphicFrameChg>
        <pc:picChg chg="del">
          <ac:chgData name="이 은찬" userId="7171d596-a1e6-43c2-b263-57fdfdab9399" providerId="ADAL" clId="{7241B469-6F7B-4CDE-BA0B-9A3409BB4834}" dt="2026-10-03T08:25:18.649" v="4444" actId="478"/>
          <ac:picMkLst>
            <pc:docMk/>
            <pc:sldMk cId="1345329290" sldId="279"/>
            <ac:picMk id="6" creationId="{6520D954-91D7-A924-485A-EE52AEC0CE35}"/>
          </ac:picMkLst>
        </pc:picChg>
      </pc:sldChg>
      <pc:sldChg chg="addSp delSp modSp mod">
        <pc:chgData name="이 은찬" userId="7171d596-a1e6-43c2-b263-57fdfdab9399" providerId="ADAL" clId="{7241B469-6F7B-4CDE-BA0B-9A3409BB4834}" dt="2026-10-03T09:02:58.857" v="5168" actId="1037"/>
        <pc:sldMkLst>
          <pc:docMk/>
          <pc:sldMk cId="0" sldId="283"/>
        </pc:sldMkLst>
        <pc:spChg chg="mod">
          <ac:chgData name="이 은찬" userId="7171d596-a1e6-43c2-b263-57fdfdab9399" providerId="ADAL" clId="{7241B469-6F7B-4CDE-BA0B-9A3409BB4834}" dt="2026-10-03T07:04:46.288" v="27" actId="20577"/>
          <ac:spMkLst>
            <pc:docMk/>
            <pc:sldMk cId="0" sldId="283"/>
            <ac:spMk id="4" creationId="{BBE7FE75-2E23-0C91-04F6-0F3CC49ED665}"/>
          </ac:spMkLst>
        </pc:spChg>
        <pc:spChg chg="add mod">
          <ac:chgData name="이 은찬" userId="7171d596-a1e6-43c2-b263-57fdfdab9399" providerId="ADAL" clId="{7241B469-6F7B-4CDE-BA0B-9A3409BB4834}" dt="2026-10-03T08:56:13.150" v="5131" actId="207"/>
          <ac:spMkLst>
            <pc:docMk/>
            <pc:sldMk cId="0" sldId="283"/>
            <ac:spMk id="5" creationId="{A9987F09-2E70-65FA-07B9-57FDBAFFED31}"/>
          </ac:spMkLst>
        </pc:spChg>
        <pc:spChg chg="add mod">
          <ac:chgData name="이 은찬" userId="7171d596-a1e6-43c2-b263-57fdfdab9399" providerId="ADAL" clId="{7241B469-6F7B-4CDE-BA0B-9A3409BB4834}" dt="2026-10-03T08:42:53.917" v="5016"/>
          <ac:spMkLst>
            <pc:docMk/>
            <pc:sldMk cId="0" sldId="283"/>
            <ac:spMk id="5" creationId="{B41D3082-1DD3-9522-80BD-9BE6836D673F}"/>
          </ac:spMkLst>
        </pc:spChg>
        <pc:spChg chg="add del mod">
          <ac:chgData name="이 은찬" userId="7171d596-a1e6-43c2-b263-57fdfdab9399" providerId="ADAL" clId="{7241B469-6F7B-4CDE-BA0B-9A3409BB4834}" dt="2026-10-03T08:54:20.496" v="5118" actId="478"/>
          <ac:spMkLst>
            <pc:docMk/>
            <pc:sldMk cId="0" sldId="283"/>
            <ac:spMk id="5" creationId="{E75C1FF8-5892-105F-5CB0-FFD770340729}"/>
          </ac:spMkLst>
        </pc:spChg>
        <pc:spChg chg="add del mod">
          <ac:chgData name="이 은찬" userId="7171d596-a1e6-43c2-b263-57fdfdab9399" providerId="ADAL" clId="{7241B469-6F7B-4CDE-BA0B-9A3409BB4834}" dt="2026-10-03T08:56:57.598" v="5133" actId="478"/>
          <ac:spMkLst>
            <pc:docMk/>
            <pc:sldMk cId="0" sldId="283"/>
            <ac:spMk id="6" creationId="{32C671F2-5A8E-3916-22B2-B37168E53305}"/>
          </ac:spMkLst>
        </pc:spChg>
        <pc:spChg chg="add del mod">
          <ac:chgData name="이 은찬" userId="7171d596-a1e6-43c2-b263-57fdfdab9399" providerId="ADAL" clId="{7241B469-6F7B-4CDE-BA0B-9A3409BB4834}" dt="2026-10-03T08:52:18.337" v="5097" actId="478"/>
          <ac:spMkLst>
            <pc:docMk/>
            <pc:sldMk cId="0" sldId="283"/>
            <ac:spMk id="7" creationId="{6E8DA2D8-2B47-F700-7DA7-C759BD78633F}"/>
          </ac:spMkLst>
        </pc:spChg>
        <pc:spChg chg="add del mod">
          <ac:chgData name="이 은찬" userId="7171d596-a1e6-43c2-b263-57fdfdab9399" providerId="ADAL" clId="{7241B469-6F7B-4CDE-BA0B-9A3409BB4834}" dt="2026-10-03T08:56:54.957" v="5132" actId="478"/>
          <ac:spMkLst>
            <pc:docMk/>
            <pc:sldMk cId="0" sldId="283"/>
            <ac:spMk id="7" creationId="{A863EC95-62C3-49AF-C74B-D9DC952C194B}"/>
          </ac:spMkLst>
        </pc:spChg>
        <pc:spChg chg="add del mod">
          <ac:chgData name="이 은찬" userId="7171d596-a1e6-43c2-b263-57fdfdab9399" providerId="ADAL" clId="{7241B469-6F7B-4CDE-BA0B-9A3409BB4834}" dt="2026-10-03T08:56:59.199" v="5134" actId="478"/>
          <ac:spMkLst>
            <pc:docMk/>
            <pc:sldMk cId="0" sldId="283"/>
            <ac:spMk id="10" creationId="{7EABEB03-982F-535E-8D1C-2714E7B2C89B}"/>
          </ac:spMkLst>
        </pc:spChg>
        <pc:spChg chg="add mod">
          <ac:chgData name="이 은찬" userId="7171d596-a1e6-43c2-b263-57fdfdab9399" providerId="ADAL" clId="{7241B469-6F7B-4CDE-BA0B-9A3409BB4834}" dt="2026-10-03T08:43:24.580" v="5025"/>
          <ac:spMkLst>
            <pc:docMk/>
            <pc:sldMk cId="0" sldId="283"/>
            <ac:spMk id="10" creationId="{9968808B-5468-B01C-3312-2F448554ED55}"/>
          </ac:spMkLst>
        </pc:spChg>
        <pc:spChg chg="add del mod">
          <ac:chgData name="이 은찬" userId="7171d596-a1e6-43c2-b263-57fdfdab9399" providerId="ADAL" clId="{7241B469-6F7B-4CDE-BA0B-9A3409BB4834}" dt="2026-10-03T08:43:43.458" v="5031" actId="478"/>
          <ac:spMkLst>
            <pc:docMk/>
            <pc:sldMk cId="0" sldId="283"/>
            <ac:spMk id="14" creationId="{4E70CAFA-9C14-52E6-7DCF-C43C0F4CD00E}"/>
          </ac:spMkLst>
        </pc:spChg>
        <pc:spChg chg="del mod">
          <ac:chgData name="이 은찬" userId="7171d596-a1e6-43c2-b263-57fdfdab9399" providerId="ADAL" clId="{7241B469-6F7B-4CDE-BA0B-9A3409BB4834}" dt="2026-10-03T08:42:47.946" v="5015" actId="478"/>
          <ac:spMkLst>
            <pc:docMk/>
            <pc:sldMk cId="0" sldId="283"/>
            <ac:spMk id="20" creationId="{120C9BE9-BE65-9E95-A06F-21B7C5C04DB8}"/>
          </ac:spMkLst>
        </pc:spChg>
        <pc:spChg chg="mod">
          <ac:chgData name="이 은찬" userId="7171d596-a1e6-43c2-b263-57fdfdab9399" providerId="ADAL" clId="{7241B469-6F7B-4CDE-BA0B-9A3409BB4834}" dt="2026-10-03T07:06:07.430" v="29"/>
          <ac:spMkLst>
            <pc:docMk/>
            <pc:sldMk cId="0" sldId="283"/>
            <ac:spMk id="25" creationId="{923CEA3C-687A-33A9-F268-DAD19E2A567F}"/>
          </ac:spMkLst>
        </pc:spChg>
        <pc:spChg chg="mod">
          <ac:chgData name="이 은찬" userId="7171d596-a1e6-43c2-b263-57fdfdab9399" providerId="ADAL" clId="{7241B469-6F7B-4CDE-BA0B-9A3409BB4834}" dt="2026-10-03T07:01:26.080" v="15" actId="207"/>
          <ac:spMkLst>
            <pc:docMk/>
            <pc:sldMk cId="0" sldId="283"/>
            <ac:spMk id="100" creationId="{00000000-0000-0000-0000-000000000000}"/>
          </ac:spMkLst>
        </pc:spChg>
        <pc:spChg chg="mod">
          <ac:chgData name="이 은찬" userId="7171d596-a1e6-43c2-b263-57fdfdab9399" providerId="ADAL" clId="{7241B469-6F7B-4CDE-BA0B-9A3409BB4834}" dt="2026-10-03T07:01:15.275" v="14" actId="207"/>
          <ac:spMkLst>
            <pc:docMk/>
            <pc:sldMk cId="0" sldId="283"/>
            <ac:spMk id="102" creationId="{00000000-0000-0000-0000-000000000000}"/>
          </ac:spMkLst>
        </pc:spChg>
        <pc:graphicFrameChg chg="add mod">
          <ac:chgData name="이 은찬" userId="7171d596-a1e6-43c2-b263-57fdfdab9399" providerId="ADAL" clId="{7241B469-6F7B-4CDE-BA0B-9A3409BB4834}" dt="2026-10-03T07:05:58.097" v="28"/>
          <ac:graphicFrameMkLst>
            <pc:docMk/>
            <pc:sldMk cId="0" sldId="283"/>
            <ac:graphicFrameMk id="5" creationId="{4882AD80-BF5B-F8EE-5DCA-3AA9E74F3976}"/>
          </ac:graphicFrameMkLst>
        </pc:graphicFrameChg>
        <pc:picChg chg="add">
          <ac:chgData name="이 은찬" userId="7171d596-a1e6-43c2-b263-57fdfdab9399" providerId="ADAL" clId="{7241B469-6F7B-4CDE-BA0B-9A3409BB4834}" dt="2026-10-03T08:42:57.101" v="5017"/>
          <ac:picMkLst>
            <pc:docMk/>
            <pc:sldMk cId="0" sldId="283"/>
            <ac:picMk id="6" creationId="{1A7444A6-4F08-C05C-9C42-60BB586AEEF0}"/>
          </ac:picMkLst>
        </pc:picChg>
        <pc:picChg chg="add mod">
          <ac:chgData name="이 은찬" userId="7171d596-a1e6-43c2-b263-57fdfdab9399" providerId="ADAL" clId="{7241B469-6F7B-4CDE-BA0B-9A3409BB4834}" dt="2026-10-03T09:02:58.857" v="5168" actId="1037"/>
          <ac:picMkLst>
            <pc:docMk/>
            <pc:sldMk cId="0" sldId="283"/>
            <ac:picMk id="6" creationId="{D620B125-0917-DD17-B88E-E3B771C4D5D6}"/>
          </ac:picMkLst>
        </pc:picChg>
        <pc:picChg chg="mod">
          <ac:chgData name="이 은찬" userId="7171d596-a1e6-43c2-b263-57fdfdab9399" providerId="ADAL" clId="{7241B469-6F7B-4CDE-BA0B-9A3409BB4834}" dt="2026-10-03T09:02:24.612" v="5153"/>
          <ac:picMkLst>
            <pc:docMk/>
            <pc:sldMk cId="0" sldId="283"/>
            <ac:picMk id="11" creationId="{2A45240A-967E-5DDE-85B9-0E3683CD25C6}"/>
          </ac:picMkLst>
        </pc:picChg>
        <pc:picChg chg="add del mod">
          <ac:chgData name="이 은찬" userId="7171d596-a1e6-43c2-b263-57fdfdab9399" providerId="ADAL" clId="{7241B469-6F7B-4CDE-BA0B-9A3409BB4834}" dt="2026-10-03T08:43:29.837" v="5028" actId="478"/>
          <ac:picMkLst>
            <pc:docMk/>
            <pc:sldMk cId="0" sldId="283"/>
            <ac:picMk id="12" creationId="{901D4341-1A6D-B8A9-77ED-4EB7D4056B5B}"/>
          </ac:picMkLst>
        </pc:picChg>
        <pc:picChg chg="mod">
          <ac:chgData name="이 은찬" userId="7171d596-a1e6-43c2-b263-57fdfdab9399" providerId="ADAL" clId="{7241B469-6F7B-4CDE-BA0B-9A3409BB4834}" dt="2026-10-03T09:02:30.193" v="5154"/>
          <ac:picMkLst>
            <pc:docMk/>
            <pc:sldMk cId="0" sldId="283"/>
            <ac:picMk id="13" creationId="{D8F4C225-D12B-793F-5AE4-A66C69E36502}"/>
          </ac:picMkLst>
        </pc:picChg>
        <pc:picChg chg="del">
          <ac:chgData name="이 은찬" userId="7171d596-a1e6-43c2-b263-57fdfdab9399" providerId="ADAL" clId="{7241B469-6F7B-4CDE-BA0B-9A3409BB4834}" dt="2026-10-03T09:02:51.131" v="5160" actId="478"/>
          <ac:picMkLst>
            <pc:docMk/>
            <pc:sldMk cId="0" sldId="283"/>
            <ac:picMk id="24" creationId="{54612EE2-C4E5-CDEB-D56A-F0917584DCA1}"/>
          </ac:picMkLst>
        </pc:picChg>
      </pc:sldChg>
      <pc:sldChg chg="addSp delSp modSp mod ord">
        <pc:chgData name="이 은찬" userId="7171d596-a1e6-43c2-b263-57fdfdab9399" providerId="ADAL" clId="{7241B469-6F7B-4CDE-BA0B-9A3409BB4834}" dt="2026-10-03T08:03:37.712" v="3585" actId="1076"/>
        <pc:sldMkLst>
          <pc:docMk/>
          <pc:sldMk cId="618715306" sldId="284"/>
        </pc:sldMkLst>
        <pc:spChg chg="mod">
          <ac:chgData name="이 은찬" userId="7171d596-a1e6-43c2-b263-57fdfdab9399" providerId="ADAL" clId="{7241B469-6F7B-4CDE-BA0B-9A3409BB4834}" dt="2026-10-03T07:42:11.519" v="2218" actId="14100"/>
          <ac:spMkLst>
            <pc:docMk/>
            <pc:sldMk cId="618715306" sldId="284"/>
            <ac:spMk id="2" creationId="{1DE9954C-656C-69AC-B8FF-E6C9FF3B88A7}"/>
          </ac:spMkLst>
        </pc:spChg>
        <pc:spChg chg="mod">
          <ac:chgData name="이 은찬" userId="7171d596-a1e6-43c2-b263-57fdfdab9399" providerId="ADAL" clId="{7241B469-6F7B-4CDE-BA0B-9A3409BB4834}" dt="2026-10-03T07:42:07.485" v="2217"/>
          <ac:spMkLst>
            <pc:docMk/>
            <pc:sldMk cId="618715306" sldId="284"/>
            <ac:spMk id="5" creationId="{2DC5C4EB-7AE5-B4FD-194C-DDF27C085C94}"/>
          </ac:spMkLst>
        </pc:spChg>
        <pc:spChg chg="mod">
          <ac:chgData name="이 은찬" userId="7171d596-a1e6-43c2-b263-57fdfdab9399" providerId="ADAL" clId="{7241B469-6F7B-4CDE-BA0B-9A3409BB4834}" dt="2026-10-03T07:41:13.381" v="2198" actId="122"/>
          <ac:spMkLst>
            <pc:docMk/>
            <pc:sldMk cId="618715306" sldId="284"/>
            <ac:spMk id="7" creationId="{DA34C7EF-0F64-884C-3D4B-C76658C680EB}"/>
          </ac:spMkLst>
        </pc:spChg>
        <pc:spChg chg="mod">
          <ac:chgData name="이 은찬" userId="7171d596-a1e6-43c2-b263-57fdfdab9399" providerId="ADAL" clId="{7241B469-6F7B-4CDE-BA0B-9A3409BB4834}" dt="2026-10-03T07:32:50.445" v="2060" actId="404"/>
          <ac:spMkLst>
            <pc:docMk/>
            <pc:sldMk cId="618715306" sldId="284"/>
            <ac:spMk id="8" creationId="{00000000-0000-0000-0000-000000000000}"/>
          </ac:spMkLst>
        </pc:spChg>
        <pc:spChg chg="add">
          <ac:chgData name="이 은찬" userId="7171d596-a1e6-43c2-b263-57fdfdab9399" providerId="ADAL" clId="{7241B469-6F7B-4CDE-BA0B-9A3409BB4834}" dt="2026-10-03T07:40:33.513" v="2185"/>
          <ac:spMkLst>
            <pc:docMk/>
            <pc:sldMk cId="618715306" sldId="284"/>
            <ac:spMk id="13" creationId="{0F92AD32-B7A8-9B08-3F92-1324D1BEB716}"/>
          </ac:spMkLst>
        </pc:spChg>
        <pc:spChg chg="add">
          <ac:chgData name="이 은찬" userId="7171d596-a1e6-43c2-b263-57fdfdab9399" providerId="ADAL" clId="{7241B469-6F7B-4CDE-BA0B-9A3409BB4834}" dt="2026-10-03T07:40:37.048" v="2188"/>
          <ac:spMkLst>
            <pc:docMk/>
            <pc:sldMk cId="618715306" sldId="284"/>
            <ac:spMk id="14" creationId="{49D5DDC5-87CB-523E-4BD8-6C4BC03FE157}"/>
          </ac:spMkLst>
        </pc:spChg>
        <pc:spChg chg="add mod">
          <ac:chgData name="이 은찬" userId="7171d596-a1e6-43c2-b263-57fdfdab9399" providerId="ADAL" clId="{7241B469-6F7B-4CDE-BA0B-9A3409BB4834}" dt="2026-10-03T08:03:37.712" v="3585" actId="1076"/>
          <ac:spMkLst>
            <pc:docMk/>
            <pc:sldMk cId="618715306" sldId="284"/>
            <ac:spMk id="16" creationId="{6C7F6546-C896-5922-01AC-93D350DE19FF}"/>
          </ac:spMkLst>
        </pc:spChg>
        <pc:spChg chg="del">
          <ac:chgData name="이 은찬" userId="7171d596-a1e6-43c2-b263-57fdfdab9399" providerId="ADAL" clId="{7241B469-6F7B-4CDE-BA0B-9A3409BB4834}" dt="2026-10-03T07:40:24.106" v="2182" actId="478"/>
          <ac:spMkLst>
            <pc:docMk/>
            <pc:sldMk cId="618715306" sldId="284"/>
            <ac:spMk id="26" creationId="{502A89E0-D6EE-374D-D206-973D234B1F7F}"/>
          </ac:spMkLst>
        </pc:spChg>
        <pc:spChg chg="mod">
          <ac:chgData name="이 은찬" userId="7171d596-a1e6-43c2-b263-57fdfdab9399" providerId="ADAL" clId="{7241B469-6F7B-4CDE-BA0B-9A3409BB4834}" dt="2026-10-03T07:38:29.775" v="2090"/>
          <ac:spMkLst>
            <pc:docMk/>
            <pc:sldMk cId="618715306" sldId="284"/>
            <ac:spMk id="29" creationId="{A62A6DE8-A1F9-6F73-ACB6-86786FD63B50}"/>
          </ac:spMkLst>
        </pc:spChg>
        <pc:grpChg chg="mod">
          <ac:chgData name="이 은찬" userId="7171d596-a1e6-43c2-b263-57fdfdab9399" providerId="ADAL" clId="{7241B469-6F7B-4CDE-BA0B-9A3409BB4834}" dt="2026-10-03T07:41:43.573" v="2207" actId="1076"/>
          <ac:grpSpMkLst>
            <pc:docMk/>
            <pc:sldMk cId="618715306" sldId="284"/>
            <ac:grpSpMk id="3" creationId="{547A2D70-E0C5-A0A3-3226-42C785AB5962}"/>
          </ac:grpSpMkLst>
        </pc:grpChg>
        <pc:grpChg chg="del">
          <ac:chgData name="이 은찬" userId="7171d596-a1e6-43c2-b263-57fdfdab9399" providerId="ADAL" clId="{7241B469-6F7B-4CDE-BA0B-9A3409BB4834}" dt="2026-10-03T07:40:24.106" v="2182" actId="478"/>
          <ac:grpSpMkLst>
            <pc:docMk/>
            <pc:sldMk cId="618715306" sldId="284"/>
            <ac:grpSpMk id="11" creationId="{99100149-24AC-4898-3D53-A24FB6379F7F}"/>
          </ac:grpSpMkLst>
        </pc:grpChg>
        <pc:picChg chg="add mod">
          <ac:chgData name="이 은찬" userId="7171d596-a1e6-43c2-b263-57fdfdab9399" providerId="ADAL" clId="{7241B469-6F7B-4CDE-BA0B-9A3409BB4834}" dt="2026-10-03T07:41:40.206" v="2206" actId="1076"/>
          <ac:picMkLst>
            <pc:docMk/>
            <pc:sldMk cId="618715306" sldId="284"/>
            <ac:picMk id="15" creationId="{9960478C-DBB1-98EC-B755-3BB7124CC62B}"/>
          </ac:picMkLst>
        </pc:picChg>
      </pc:sldChg>
      <pc:sldChg chg="addSp delSp modSp add mod">
        <pc:chgData name="이 은찬" userId="7171d596-a1e6-43c2-b263-57fdfdab9399" providerId="ADAL" clId="{7241B469-6F7B-4CDE-BA0B-9A3409BB4834}" dt="2026-10-03T09:13:33.654" v="5339" actId="20577"/>
        <pc:sldMkLst>
          <pc:docMk/>
          <pc:sldMk cId="2542867423" sldId="285"/>
        </pc:sldMkLst>
        <pc:spChg chg="del">
          <ac:chgData name="이 은찬" userId="7171d596-a1e6-43c2-b263-57fdfdab9399" providerId="ADAL" clId="{7241B469-6F7B-4CDE-BA0B-9A3409BB4834}" dt="2026-10-03T07:22:14.638" v="1675" actId="478"/>
          <ac:spMkLst>
            <pc:docMk/>
            <pc:sldMk cId="2542867423" sldId="285"/>
            <ac:spMk id="4" creationId="{478E83B3-0D1F-8C33-185D-0525C56788A8}"/>
          </ac:spMkLst>
        </pc:spChg>
        <pc:spChg chg="add mod">
          <ac:chgData name="이 은찬" userId="7171d596-a1e6-43c2-b263-57fdfdab9399" providerId="ADAL" clId="{7241B469-6F7B-4CDE-BA0B-9A3409BB4834}" dt="2026-10-03T07:22:52.455" v="1686"/>
          <ac:spMkLst>
            <pc:docMk/>
            <pc:sldMk cId="2542867423" sldId="285"/>
            <ac:spMk id="5" creationId="{8B81B696-2CDE-8130-2687-A4C3ADD3D11E}"/>
          </ac:spMkLst>
        </pc:spChg>
        <pc:spChg chg="mod">
          <ac:chgData name="이 은찬" userId="7171d596-a1e6-43c2-b263-57fdfdab9399" providerId="ADAL" clId="{7241B469-6F7B-4CDE-BA0B-9A3409BB4834}" dt="2026-10-03T07:23:30.792" v="1770" actId="20577"/>
          <ac:spMkLst>
            <pc:docMk/>
            <pc:sldMk cId="2542867423" sldId="285"/>
            <ac:spMk id="8" creationId="{D2FE1098-9DAF-0D94-C28D-10A06631B409}"/>
          </ac:spMkLst>
        </pc:spChg>
        <pc:spChg chg="mod">
          <ac:chgData name="이 은찬" userId="7171d596-a1e6-43c2-b263-57fdfdab9399" providerId="ADAL" clId="{7241B469-6F7B-4CDE-BA0B-9A3409BB4834}" dt="2026-10-03T09:13:33.654" v="5339" actId="20577"/>
          <ac:spMkLst>
            <pc:docMk/>
            <pc:sldMk cId="2542867423" sldId="285"/>
            <ac:spMk id="9" creationId="{00000000-0000-0000-0000-000000000000}"/>
          </ac:spMkLst>
        </pc:spChg>
        <pc:spChg chg="mod">
          <ac:chgData name="이 은찬" userId="7171d596-a1e6-43c2-b263-57fdfdab9399" providerId="ADAL" clId="{7241B469-6F7B-4CDE-BA0B-9A3409BB4834}" dt="2026-10-03T07:22:57.018" v="1687"/>
          <ac:spMkLst>
            <pc:docMk/>
            <pc:sldMk cId="2542867423" sldId="285"/>
            <ac:spMk id="10" creationId="{480B3C5E-6F47-60DB-E817-0FC713039238}"/>
          </ac:spMkLst>
        </pc:spChg>
        <pc:spChg chg="del mod">
          <ac:chgData name="이 은찬" userId="7171d596-a1e6-43c2-b263-57fdfdab9399" providerId="ADAL" clId="{7241B469-6F7B-4CDE-BA0B-9A3409BB4834}" dt="2026-10-03T07:22:12.964" v="1674" actId="478"/>
          <ac:spMkLst>
            <pc:docMk/>
            <pc:sldMk cId="2542867423" sldId="285"/>
            <ac:spMk id="11" creationId="{633A60DF-EA79-DF55-16FD-AB2777B25155}"/>
          </ac:spMkLst>
        </pc:spChg>
        <pc:spChg chg="mod">
          <ac:chgData name="이 은찬" userId="7171d596-a1e6-43c2-b263-57fdfdab9399" providerId="ADAL" clId="{7241B469-6F7B-4CDE-BA0B-9A3409BB4834}" dt="2026-10-03T07:23:00.414" v="1689" actId="20577"/>
          <ac:spMkLst>
            <pc:docMk/>
            <pc:sldMk cId="2542867423" sldId="285"/>
            <ac:spMk id="12" creationId="{9CEB0B74-7463-D531-0128-E0D1F1128BBD}"/>
          </ac:spMkLst>
        </pc:spChg>
        <pc:spChg chg="mod">
          <ac:chgData name="이 은찬" userId="7171d596-a1e6-43c2-b263-57fdfdab9399" providerId="ADAL" clId="{7241B469-6F7B-4CDE-BA0B-9A3409BB4834}" dt="2026-10-03T07:24:33.011" v="1937" actId="20577"/>
          <ac:spMkLst>
            <pc:docMk/>
            <pc:sldMk cId="2542867423" sldId="285"/>
            <ac:spMk id="15" creationId="{52B232AB-782A-E03B-BBD8-4153C5D6AE50}"/>
          </ac:spMkLst>
        </pc:spChg>
        <pc:spChg chg="mod">
          <ac:chgData name="이 은찬" userId="7171d596-a1e6-43c2-b263-57fdfdab9399" providerId="ADAL" clId="{7241B469-6F7B-4CDE-BA0B-9A3409BB4834}" dt="2026-10-03T07:23:40.006" v="1771"/>
          <ac:spMkLst>
            <pc:docMk/>
            <pc:sldMk cId="2542867423" sldId="285"/>
            <ac:spMk id="16" creationId="{134810D0-EF6A-0590-A932-DA42A1F209A3}"/>
          </ac:spMkLst>
        </pc:spChg>
        <pc:spChg chg="mod">
          <ac:chgData name="이 은찬" userId="7171d596-a1e6-43c2-b263-57fdfdab9399" providerId="ADAL" clId="{7241B469-6F7B-4CDE-BA0B-9A3409BB4834}" dt="2026-10-03T07:24:37.870" v="1939" actId="20577"/>
          <ac:spMkLst>
            <pc:docMk/>
            <pc:sldMk cId="2542867423" sldId="285"/>
            <ac:spMk id="17" creationId="{9B62FE55-C8FC-33C5-582B-3E04FA40933D}"/>
          </ac:spMkLst>
        </pc:spChg>
        <pc:spChg chg="add">
          <ac:chgData name="이 은찬" userId="7171d596-a1e6-43c2-b263-57fdfdab9399" providerId="ADAL" clId="{7241B469-6F7B-4CDE-BA0B-9A3409BB4834}" dt="2026-10-03T07:30:29.501" v="1961"/>
          <ac:spMkLst>
            <pc:docMk/>
            <pc:sldMk cId="2542867423" sldId="285"/>
            <ac:spMk id="18" creationId="{9C5A61FD-4C4E-F963-D597-F687B552E290}"/>
          </ac:spMkLst>
        </pc:spChg>
        <pc:spChg chg="add mod">
          <ac:chgData name="이 은찬" userId="7171d596-a1e6-43c2-b263-57fdfdab9399" providerId="ADAL" clId="{7241B469-6F7B-4CDE-BA0B-9A3409BB4834}" dt="2026-10-03T07:31:45.380" v="1980" actId="1036"/>
          <ac:spMkLst>
            <pc:docMk/>
            <pc:sldMk cId="2542867423" sldId="285"/>
            <ac:spMk id="20" creationId="{F56A777F-7CF6-C065-04B4-0CD14A4E15A0}"/>
          </ac:spMkLst>
        </pc:spChg>
        <pc:spChg chg="mod">
          <ac:chgData name="이 은찬" userId="7171d596-a1e6-43c2-b263-57fdfdab9399" providerId="ADAL" clId="{7241B469-6F7B-4CDE-BA0B-9A3409BB4834}" dt="2026-10-03T07:22:17.367" v="1677" actId="20577"/>
          <ac:spMkLst>
            <pc:docMk/>
            <pc:sldMk cId="2542867423" sldId="285"/>
            <ac:spMk id="43" creationId="{00000000-0000-0000-0000-000000000000}"/>
          </ac:spMkLst>
        </pc:spChg>
        <pc:grpChg chg="add mod">
          <ac:chgData name="이 은찬" userId="7171d596-a1e6-43c2-b263-57fdfdab9399" providerId="ADAL" clId="{7241B469-6F7B-4CDE-BA0B-9A3409BB4834}" dt="2026-10-03T07:22:57.018" v="1687"/>
          <ac:grpSpMkLst>
            <pc:docMk/>
            <pc:sldMk cId="2542867423" sldId="285"/>
            <ac:grpSpMk id="6" creationId="{1202E18C-84BE-9D4F-A4A3-86B570955472}"/>
          </ac:grpSpMkLst>
        </pc:grpChg>
        <pc:grpChg chg="mod">
          <ac:chgData name="이 은찬" userId="7171d596-a1e6-43c2-b263-57fdfdab9399" providerId="ADAL" clId="{7241B469-6F7B-4CDE-BA0B-9A3409BB4834}" dt="2026-10-03T07:22:57.018" v="1687"/>
          <ac:grpSpMkLst>
            <pc:docMk/>
            <pc:sldMk cId="2542867423" sldId="285"/>
            <ac:grpSpMk id="7" creationId="{C9927A06-A043-9347-1EC2-32FCA7292888}"/>
          </ac:grpSpMkLst>
        </pc:grpChg>
        <pc:grpChg chg="add mod">
          <ac:chgData name="이 은찬" userId="7171d596-a1e6-43c2-b263-57fdfdab9399" providerId="ADAL" clId="{7241B469-6F7B-4CDE-BA0B-9A3409BB4834}" dt="2026-10-03T07:23:43.903" v="1772" actId="1076"/>
          <ac:grpSpMkLst>
            <pc:docMk/>
            <pc:sldMk cId="2542867423" sldId="285"/>
            <ac:grpSpMk id="13" creationId="{DF21E437-1C4D-5153-93E9-87E1A0AD2823}"/>
          </ac:grpSpMkLst>
        </pc:grpChg>
        <pc:grpChg chg="mod">
          <ac:chgData name="이 은찬" userId="7171d596-a1e6-43c2-b263-57fdfdab9399" providerId="ADAL" clId="{7241B469-6F7B-4CDE-BA0B-9A3409BB4834}" dt="2026-10-03T07:23:40.006" v="1771"/>
          <ac:grpSpMkLst>
            <pc:docMk/>
            <pc:sldMk cId="2542867423" sldId="285"/>
            <ac:grpSpMk id="14" creationId="{C5A1C694-ACC7-7E0A-9014-0DC00023AA61}"/>
          </ac:grpSpMkLst>
        </pc:grpChg>
        <pc:grpChg chg="del">
          <ac:chgData name="이 은찬" userId="7171d596-a1e6-43c2-b263-57fdfdab9399" providerId="ADAL" clId="{7241B469-6F7B-4CDE-BA0B-9A3409BB4834}" dt="2026-10-03T07:22:51.572" v="1685" actId="478"/>
          <ac:grpSpMkLst>
            <pc:docMk/>
            <pc:sldMk cId="2542867423" sldId="285"/>
            <ac:grpSpMk id="35" creationId="{00000000-0000-0000-0000-000000000000}"/>
          </ac:grpSpMkLst>
        </pc:grpChg>
        <pc:picChg chg="add mod">
          <ac:chgData name="이 은찬" userId="7171d596-a1e6-43c2-b263-57fdfdab9399" providerId="ADAL" clId="{7241B469-6F7B-4CDE-BA0B-9A3409BB4834}" dt="2026-10-03T07:31:45.380" v="1980" actId="1036"/>
          <ac:picMkLst>
            <pc:docMk/>
            <pc:sldMk cId="2542867423" sldId="285"/>
            <ac:picMk id="19" creationId="{73D17123-2774-8117-DD01-72E880557B45}"/>
          </ac:picMkLst>
        </pc:picChg>
      </pc:sldChg>
      <pc:sldChg chg="addSp delSp modSp add mod">
        <pc:chgData name="이 은찬" userId="7171d596-a1e6-43c2-b263-57fdfdab9399" providerId="ADAL" clId="{7241B469-6F7B-4CDE-BA0B-9A3409BB4834}" dt="2026-10-03T07:47:01.320" v="2398" actId="14100"/>
        <pc:sldMkLst>
          <pc:docMk/>
          <pc:sldMk cId="3473696529" sldId="286"/>
        </pc:sldMkLst>
        <pc:spChg chg="mod">
          <ac:chgData name="이 은찬" userId="7171d596-a1e6-43c2-b263-57fdfdab9399" providerId="ADAL" clId="{7241B469-6F7B-4CDE-BA0B-9A3409BB4834}" dt="2026-10-03T07:35:40.982" v="2081" actId="404"/>
          <ac:spMkLst>
            <pc:docMk/>
            <pc:sldMk cId="3473696529" sldId="286"/>
            <ac:spMk id="2" creationId="{00000000-0000-0000-0000-000000000000}"/>
          </ac:spMkLst>
        </pc:spChg>
        <pc:spChg chg="del">
          <ac:chgData name="이 은찬" userId="7171d596-a1e6-43c2-b263-57fdfdab9399" providerId="ADAL" clId="{7241B469-6F7B-4CDE-BA0B-9A3409BB4834}" dt="2026-10-03T07:35:22.800" v="2076" actId="478"/>
          <ac:spMkLst>
            <pc:docMk/>
            <pc:sldMk cId="3473696529" sldId="286"/>
            <ac:spMk id="4" creationId="{6AC4BE56-2517-14EB-2368-E703864108EB}"/>
          </ac:spMkLst>
        </pc:spChg>
        <pc:spChg chg="add">
          <ac:chgData name="이 은찬" userId="7171d596-a1e6-43c2-b263-57fdfdab9399" providerId="ADAL" clId="{7241B469-6F7B-4CDE-BA0B-9A3409BB4834}" dt="2026-10-03T07:37:10.832" v="2083"/>
          <ac:spMkLst>
            <pc:docMk/>
            <pc:sldMk cId="3473696529" sldId="286"/>
            <ac:spMk id="5" creationId="{D1B296EB-AD1A-23F4-6A32-ED1F5365DB57}"/>
          </ac:spMkLst>
        </pc:spChg>
        <pc:spChg chg="add">
          <ac:chgData name="이 은찬" userId="7171d596-a1e6-43c2-b263-57fdfdab9399" providerId="ADAL" clId="{7241B469-6F7B-4CDE-BA0B-9A3409BB4834}" dt="2026-10-03T07:46:25.132" v="2389"/>
          <ac:spMkLst>
            <pc:docMk/>
            <pc:sldMk cId="3473696529" sldId="286"/>
            <ac:spMk id="7" creationId="{9CC5B59B-E5D9-84C3-3AE9-AE8394FA788A}"/>
          </ac:spMkLst>
        </pc:spChg>
        <pc:spChg chg="del">
          <ac:chgData name="이 은찬" userId="7171d596-a1e6-43c2-b263-57fdfdab9399" providerId="ADAL" clId="{7241B469-6F7B-4CDE-BA0B-9A3409BB4834}" dt="2026-10-03T07:35:20.940" v="2075" actId="478"/>
          <ac:spMkLst>
            <pc:docMk/>
            <pc:sldMk cId="3473696529" sldId="286"/>
            <ac:spMk id="11" creationId="{85C1EBB4-E1E7-1D50-20DE-C572F9829AF7}"/>
          </ac:spMkLst>
        </pc:spChg>
        <pc:spChg chg="mod">
          <ac:chgData name="이 은찬" userId="7171d596-a1e6-43c2-b263-57fdfdab9399" providerId="ADAL" clId="{7241B469-6F7B-4CDE-BA0B-9A3409BB4834}" dt="2026-10-03T07:43:11.605" v="2388" actId="20577"/>
          <ac:spMkLst>
            <pc:docMk/>
            <pc:sldMk cId="3473696529" sldId="286"/>
            <ac:spMk id="31" creationId="{C1E058C1-8AAF-AE76-7C38-254B98CD19BD}"/>
          </ac:spMkLst>
        </pc:spChg>
        <pc:spChg chg="mod">
          <ac:chgData name="이 은찬" userId="7171d596-a1e6-43c2-b263-57fdfdab9399" providerId="ADAL" clId="{7241B469-6F7B-4CDE-BA0B-9A3409BB4834}" dt="2026-10-03T07:42:25.601" v="2220" actId="20577"/>
          <ac:spMkLst>
            <pc:docMk/>
            <pc:sldMk cId="3473696529" sldId="286"/>
            <ac:spMk id="33" creationId="{8EDF2654-BE01-EF84-31E7-1DC08914F93A}"/>
          </ac:spMkLst>
        </pc:spChg>
        <pc:picChg chg="add del mod">
          <ac:chgData name="이 은찬" userId="7171d596-a1e6-43c2-b263-57fdfdab9399" providerId="ADAL" clId="{7241B469-6F7B-4CDE-BA0B-9A3409BB4834}" dt="2026-10-03T07:37:19.783" v="2087" actId="478"/>
          <ac:picMkLst>
            <pc:docMk/>
            <pc:sldMk cId="3473696529" sldId="286"/>
            <ac:picMk id="6" creationId="{0B96A8B9-D506-7F46-94AD-EF6B6019E52B}"/>
          </ac:picMkLst>
        </pc:picChg>
        <pc:picChg chg="add mod">
          <ac:chgData name="이 은찬" userId="7171d596-a1e6-43c2-b263-57fdfdab9399" providerId="ADAL" clId="{7241B469-6F7B-4CDE-BA0B-9A3409BB4834}" dt="2026-10-03T07:47:01.320" v="2398" actId="14100"/>
          <ac:picMkLst>
            <pc:docMk/>
            <pc:sldMk cId="3473696529" sldId="286"/>
            <ac:picMk id="8" creationId="{F90D7201-BFEC-E569-F631-231A2EDD68D8}"/>
          </ac:picMkLst>
        </pc:picChg>
        <pc:picChg chg="del">
          <ac:chgData name="이 은찬" userId="7171d596-a1e6-43c2-b263-57fdfdab9399" providerId="ADAL" clId="{7241B469-6F7B-4CDE-BA0B-9A3409BB4834}" dt="2026-10-03T07:35:44.910" v="2082" actId="478"/>
          <ac:picMkLst>
            <pc:docMk/>
            <pc:sldMk cId="3473696529" sldId="286"/>
            <ac:picMk id="24" creationId="{02E54112-1E19-CCC0-E200-0A28C9059A07}"/>
          </ac:picMkLst>
        </pc:picChg>
      </pc:sldChg>
      <pc:sldChg chg="addSp delSp modSp add del mod">
        <pc:chgData name="이 은찬" userId="7171d596-a1e6-43c2-b263-57fdfdab9399" providerId="ADAL" clId="{7241B469-6F7B-4CDE-BA0B-9A3409BB4834}" dt="2026-10-03T08:25:02.455" v="4435" actId="47"/>
        <pc:sldMkLst>
          <pc:docMk/>
          <pc:sldMk cId="2874319167" sldId="287"/>
        </pc:sldMkLst>
        <pc:spChg chg="add mod">
          <ac:chgData name="이 은찬" userId="7171d596-a1e6-43c2-b263-57fdfdab9399" providerId="ADAL" clId="{7241B469-6F7B-4CDE-BA0B-9A3409BB4834}" dt="2026-10-03T07:49:30.323" v="2499" actId="1076"/>
          <ac:spMkLst>
            <pc:docMk/>
            <pc:sldMk cId="2874319167" sldId="287"/>
            <ac:spMk id="4" creationId="{4F3BC764-DC7C-150A-5DE2-D162981C6FDD}"/>
          </ac:spMkLst>
        </pc:spChg>
        <pc:spChg chg="add mod">
          <ac:chgData name="이 은찬" userId="7171d596-a1e6-43c2-b263-57fdfdab9399" providerId="ADAL" clId="{7241B469-6F7B-4CDE-BA0B-9A3409BB4834}" dt="2026-10-03T07:49:30.323" v="2499" actId="1076"/>
          <ac:spMkLst>
            <pc:docMk/>
            <pc:sldMk cId="2874319167" sldId="287"/>
            <ac:spMk id="5" creationId="{E979C7FB-EA94-102E-F121-31F24F567D22}"/>
          </ac:spMkLst>
        </pc:spChg>
        <pc:spChg chg="mod">
          <ac:chgData name="이 은찬" userId="7171d596-a1e6-43c2-b263-57fdfdab9399" providerId="ADAL" clId="{7241B469-6F7B-4CDE-BA0B-9A3409BB4834}" dt="2026-10-03T07:49:02.098" v="2497" actId="20577"/>
          <ac:spMkLst>
            <pc:docMk/>
            <pc:sldMk cId="2874319167" sldId="287"/>
            <ac:spMk id="31" creationId="{C1E058C1-8AAF-AE76-7C38-254B98CD19BD}"/>
          </ac:spMkLst>
        </pc:spChg>
        <pc:spChg chg="mod">
          <ac:chgData name="이 은찬" userId="7171d596-a1e6-43c2-b263-57fdfdab9399" providerId="ADAL" clId="{7241B469-6F7B-4CDE-BA0B-9A3409BB4834}" dt="2026-10-03T07:48:26.358" v="2402" actId="20577"/>
          <ac:spMkLst>
            <pc:docMk/>
            <pc:sldMk cId="2874319167" sldId="287"/>
            <ac:spMk id="33" creationId="{8EDF2654-BE01-EF84-31E7-1DC08914F93A}"/>
          </ac:spMkLst>
        </pc:spChg>
        <pc:picChg chg="del">
          <ac:chgData name="이 은찬" userId="7171d596-a1e6-43c2-b263-57fdfdab9399" providerId="ADAL" clId="{7241B469-6F7B-4CDE-BA0B-9A3409BB4834}" dt="2026-10-03T07:48:22.654" v="2400" actId="478"/>
          <ac:picMkLst>
            <pc:docMk/>
            <pc:sldMk cId="2874319167" sldId="287"/>
            <ac:picMk id="8" creationId="{F90D7201-BFEC-E569-F631-231A2EDD68D8}"/>
          </ac:picMkLst>
        </pc:picChg>
      </pc:sldChg>
      <pc:sldChg chg="addSp delSp modSp add mod">
        <pc:chgData name="이 은찬" userId="7171d596-a1e6-43c2-b263-57fdfdab9399" providerId="ADAL" clId="{7241B469-6F7B-4CDE-BA0B-9A3409BB4834}" dt="2026-10-03T08:39:28.059" v="4965" actId="1036"/>
        <pc:sldMkLst>
          <pc:docMk/>
          <pc:sldMk cId="1571869871" sldId="288"/>
        </pc:sldMkLst>
        <pc:spChg chg="del">
          <ac:chgData name="이 은찬" userId="7171d596-a1e6-43c2-b263-57fdfdab9399" providerId="ADAL" clId="{7241B469-6F7B-4CDE-BA0B-9A3409BB4834}" dt="2026-10-03T07:50:10.590" v="2506" actId="478"/>
          <ac:spMkLst>
            <pc:docMk/>
            <pc:sldMk cId="1571869871" sldId="288"/>
            <ac:spMk id="2" creationId="{1DE9954C-656C-69AC-B8FF-E6C9FF3B88A7}"/>
          </ac:spMkLst>
        </pc:spChg>
        <pc:spChg chg="mod">
          <ac:chgData name="이 은찬" userId="7171d596-a1e6-43c2-b263-57fdfdab9399" providerId="ADAL" clId="{7241B469-6F7B-4CDE-BA0B-9A3409BB4834}" dt="2026-10-03T07:50:09.337" v="2504" actId="20577"/>
          <ac:spMkLst>
            <pc:docMk/>
            <pc:sldMk cId="1571869871" sldId="288"/>
            <ac:spMk id="5" creationId="{2DC5C4EB-7AE5-B4FD-194C-DDF27C085C94}"/>
          </ac:spMkLst>
        </pc:spChg>
        <pc:spChg chg="add mod">
          <ac:chgData name="이 은찬" userId="7171d596-a1e6-43c2-b263-57fdfdab9399" providerId="ADAL" clId="{7241B469-6F7B-4CDE-BA0B-9A3409BB4834}" dt="2026-10-03T07:50:55.809" v="2579" actId="1076"/>
          <ac:spMkLst>
            <pc:docMk/>
            <pc:sldMk cId="1571869871" sldId="288"/>
            <ac:spMk id="11" creationId="{43B165CF-36A7-3724-8E7A-66ACF57BBAF9}"/>
          </ac:spMkLst>
        </pc:spChg>
        <pc:spChg chg="add mod">
          <ac:chgData name="이 은찬" userId="7171d596-a1e6-43c2-b263-57fdfdab9399" providerId="ADAL" clId="{7241B469-6F7B-4CDE-BA0B-9A3409BB4834}" dt="2026-10-03T07:50:36.836" v="2574" actId="20577"/>
          <ac:spMkLst>
            <pc:docMk/>
            <pc:sldMk cId="1571869871" sldId="288"/>
            <ac:spMk id="13" creationId="{CAFD687C-756C-9E1E-631D-C4ABC19A009D}"/>
          </ac:spMkLst>
        </pc:spChg>
        <pc:spChg chg="mod">
          <ac:chgData name="이 은찬" userId="7171d596-a1e6-43c2-b263-57fdfdab9399" providerId="ADAL" clId="{7241B469-6F7B-4CDE-BA0B-9A3409BB4834}" dt="2026-10-03T07:52:23.992" v="2656" actId="20577"/>
          <ac:spMkLst>
            <pc:docMk/>
            <pc:sldMk cId="1571869871" sldId="288"/>
            <ac:spMk id="17" creationId="{6FA07EE4-18E1-C6EC-B297-E698AF7569D9}"/>
          </ac:spMkLst>
        </pc:spChg>
        <pc:spChg chg="mod">
          <ac:chgData name="이 은찬" userId="7171d596-a1e6-43c2-b263-57fdfdab9399" providerId="ADAL" clId="{7241B469-6F7B-4CDE-BA0B-9A3409BB4834}" dt="2026-10-03T07:50:52.374" v="2576"/>
          <ac:spMkLst>
            <pc:docMk/>
            <pc:sldMk cId="1571869871" sldId="288"/>
            <ac:spMk id="18" creationId="{6BD256ED-9DEB-99B2-FD61-870ECDF370B7}"/>
          </ac:spMkLst>
        </pc:spChg>
        <pc:spChg chg="mod">
          <ac:chgData name="이 은찬" userId="7171d596-a1e6-43c2-b263-57fdfdab9399" providerId="ADAL" clId="{7241B469-6F7B-4CDE-BA0B-9A3409BB4834}" dt="2026-10-03T07:51:08.925" v="2582" actId="20577"/>
          <ac:spMkLst>
            <pc:docMk/>
            <pc:sldMk cId="1571869871" sldId="288"/>
            <ac:spMk id="19" creationId="{84A01148-DACC-88D3-2E78-35A4545140EB}"/>
          </ac:spMkLst>
        </pc:spChg>
        <pc:spChg chg="add mod">
          <ac:chgData name="이 은찬" userId="7171d596-a1e6-43c2-b263-57fdfdab9399" providerId="ADAL" clId="{7241B469-6F7B-4CDE-BA0B-9A3409BB4834}" dt="2026-10-03T07:59:07.314" v="3485" actId="207"/>
          <ac:spMkLst>
            <pc:docMk/>
            <pc:sldMk cId="1571869871" sldId="288"/>
            <ac:spMk id="20" creationId="{CCD8B4FA-E154-3389-368E-F2271CB098FE}"/>
          </ac:spMkLst>
        </pc:spChg>
        <pc:spChg chg="add">
          <ac:chgData name="이 은찬" userId="7171d596-a1e6-43c2-b263-57fdfdab9399" providerId="ADAL" clId="{7241B469-6F7B-4CDE-BA0B-9A3409BB4834}" dt="2026-10-03T07:57:44.915" v="3451"/>
          <ac:spMkLst>
            <pc:docMk/>
            <pc:sldMk cId="1571869871" sldId="288"/>
            <ac:spMk id="21" creationId="{1EB63D41-FF7C-3D8C-2371-1AD4735C4152}"/>
          </ac:spMkLst>
        </pc:spChg>
        <pc:spChg chg="add mod">
          <ac:chgData name="이 은찬" userId="7171d596-a1e6-43c2-b263-57fdfdab9399" providerId="ADAL" clId="{7241B469-6F7B-4CDE-BA0B-9A3409BB4834}" dt="2026-10-03T08:39:28.059" v="4965" actId="1036"/>
          <ac:spMkLst>
            <pc:docMk/>
            <pc:sldMk cId="1571869871" sldId="288"/>
            <ac:spMk id="23" creationId="{0D6B8125-2256-EC3E-8E0C-94466408A0F9}"/>
          </ac:spMkLst>
        </pc:spChg>
        <pc:spChg chg="mod">
          <ac:chgData name="이 은찬" userId="7171d596-a1e6-43c2-b263-57fdfdab9399" providerId="ADAL" clId="{7241B469-6F7B-4CDE-BA0B-9A3409BB4834}" dt="2026-10-03T07:50:19.594" v="2508"/>
          <ac:spMkLst>
            <pc:docMk/>
            <pc:sldMk cId="1571869871" sldId="288"/>
            <ac:spMk id="29" creationId="{A62A6DE8-A1F9-6F73-ACB6-86786FD63B50}"/>
          </ac:spMkLst>
        </pc:spChg>
        <pc:spChg chg="mod">
          <ac:chgData name="이 은찬" userId="7171d596-a1e6-43c2-b263-57fdfdab9399" providerId="ADAL" clId="{7241B469-6F7B-4CDE-BA0B-9A3409BB4834}" dt="2026-10-03T07:49:55.747" v="2502" actId="20577"/>
          <ac:spMkLst>
            <pc:docMk/>
            <pc:sldMk cId="1571869871" sldId="288"/>
            <ac:spMk id="31" creationId="{C03F09F3-36C3-A1E2-BBA6-B2B1A807FCEE}"/>
          </ac:spMkLst>
        </pc:spChg>
        <pc:grpChg chg="del">
          <ac:chgData name="이 은찬" userId="7171d596-a1e6-43c2-b263-57fdfdab9399" providerId="ADAL" clId="{7241B469-6F7B-4CDE-BA0B-9A3409BB4834}" dt="2026-10-03T07:50:10.128" v="2505" actId="478"/>
          <ac:grpSpMkLst>
            <pc:docMk/>
            <pc:sldMk cId="1571869871" sldId="288"/>
            <ac:grpSpMk id="3" creationId="{547A2D70-E0C5-A0A3-3226-42C785AB5962}"/>
          </ac:grpSpMkLst>
        </pc:grpChg>
        <pc:grpChg chg="add mod">
          <ac:chgData name="이 은찬" userId="7171d596-a1e6-43c2-b263-57fdfdab9399" providerId="ADAL" clId="{7241B469-6F7B-4CDE-BA0B-9A3409BB4834}" dt="2026-10-03T07:51:06.814" v="2580" actId="1076"/>
          <ac:grpSpMkLst>
            <pc:docMk/>
            <pc:sldMk cId="1571869871" sldId="288"/>
            <ac:grpSpMk id="14" creationId="{A4746484-6F7D-0AE4-91D1-A8BB697D1679}"/>
          </ac:grpSpMkLst>
        </pc:grpChg>
        <pc:grpChg chg="mod">
          <ac:chgData name="이 은찬" userId="7171d596-a1e6-43c2-b263-57fdfdab9399" providerId="ADAL" clId="{7241B469-6F7B-4CDE-BA0B-9A3409BB4834}" dt="2026-10-03T07:50:52.374" v="2576"/>
          <ac:grpSpMkLst>
            <pc:docMk/>
            <pc:sldMk cId="1571869871" sldId="288"/>
            <ac:grpSpMk id="16" creationId="{FA7BA1F0-8838-FE38-E83F-FD410996DEA6}"/>
          </ac:grpSpMkLst>
        </pc:grpChg>
        <pc:picChg chg="del">
          <ac:chgData name="이 은찬" userId="7171d596-a1e6-43c2-b263-57fdfdab9399" providerId="ADAL" clId="{7241B469-6F7B-4CDE-BA0B-9A3409BB4834}" dt="2026-10-03T07:50:07.323" v="2503" actId="478"/>
          <ac:picMkLst>
            <pc:docMk/>
            <pc:sldMk cId="1571869871" sldId="288"/>
            <ac:picMk id="15" creationId="{9960478C-DBB1-98EC-B755-3BB7124CC62B}"/>
          </ac:picMkLst>
        </pc:picChg>
        <pc:picChg chg="add mod modCrop">
          <ac:chgData name="이 은찬" userId="7171d596-a1e6-43c2-b263-57fdfdab9399" providerId="ADAL" clId="{7241B469-6F7B-4CDE-BA0B-9A3409BB4834}" dt="2026-10-03T07:58:14.939" v="3459" actId="14100"/>
          <ac:picMkLst>
            <pc:docMk/>
            <pc:sldMk cId="1571869871" sldId="288"/>
            <ac:picMk id="22" creationId="{76B7DBFA-EC9B-F929-B9D2-08AE42C10F91}"/>
          </ac:picMkLst>
        </pc:picChg>
      </pc:sldChg>
      <pc:sldChg chg="addSp delSp modSp add del mod">
        <pc:chgData name="이 은찬" userId="7171d596-a1e6-43c2-b263-57fdfdab9399" providerId="ADAL" clId="{7241B469-6F7B-4CDE-BA0B-9A3409BB4834}" dt="2026-10-03T09:14:15.033" v="5344" actId="47"/>
        <pc:sldMkLst>
          <pc:docMk/>
          <pc:sldMk cId="298462454" sldId="289"/>
        </pc:sldMkLst>
        <pc:spChg chg="add">
          <ac:chgData name="이 은찬" userId="7171d596-a1e6-43c2-b263-57fdfdab9399" providerId="ADAL" clId="{7241B469-6F7B-4CDE-BA0B-9A3409BB4834}" dt="2026-10-03T08:04:37.386" v="3588"/>
          <ac:spMkLst>
            <pc:docMk/>
            <pc:sldMk cId="298462454" sldId="289"/>
            <ac:spMk id="2" creationId="{F513477D-9091-EE27-D91B-660A9F31AD3C}"/>
          </ac:spMkLst>
        </pc:spChg>
        <pc:spChg chg="del">
          <ac:chgData name="이 은찬" userId="7171d596-a1e6-43c2-b263-57fdfdab9399" providerId="ADAL" clId="{7241B469-6F7B-4CDE-BA0B-9A3409BB4834}" dt="2026-10-03T08:01:18.983" v="3552" actId="478"/>
          <ac:spMkLst>
            <pc:docMk/>
            <pc:sldMk cId="298462454" sldId="289"/>
            <ac:spMk id="9" creationId="{00000000-0000-0000-0000-000000000000}"/>
          </ac:spMkLst>
        </pc:spChg>
        <pc:spChg chg="del">
          <ac:chgData name="이 은찬" userId="7171d596-a1e6-43c2-b263-57fdfdab9399" providerId="ADAL" clId="{7241B469-6F7B-4CDE-BA0B-9A3409BB4834}" dt="2026-10-03T08:01:18.983" v="3552" actId="478"/>
          <ac:spMkLst>
            <pc:docMk/>
            <pc:sldMk cId="298462454" sldId="289"/>
            <ac:spMk id="11" creationId="{43B165CF-36A7-3724-8E7A-66ACF57BBAF9}"/>
          </ac:spMkLst>
        </pc:spChg>
        <pc:spChg chg="del">
          <ac:chgData name="이 은찬" userId="7171d596-a1e6-43c2-b263-57fdfdab9399" providerId="ADAL" clId="{7241B469-6F7B-4CDE-BA0B-9A3409BB4834}" dt="2026-10-03T08:01:18.983" v="3552" actId="478"/>
          <ac:spMkLst>
            <pc:docMk/>
            <pc:sldMk cId="298462454" sldId="289"/>
            <ac:spMk id="13" creationId="{CAFD687C-756C-9E1E-631D-C4ABC19A009D}"/>
          </ac:spMkLst>
        </pc:spChg>
        <pc:spChg chg="del">
          <ac:chgData name="이 은찬" userId="7171d596-a1e6-43c2-b263-57fdfdab9399" providerId="ADAL" clId="{7241B469-6F7B-4CDE-BA0B-9A3409BB4834}" dt="2026-10-03T08:01:18.983" v="3552" actId="478"/>
          <ac:spMkLst>
            <pc:docMk/>
            <pc:sldMk cId="298462454" sldId="289"/>
            <ac:spMk id="20" creationId="{CCD8B4FA-E154-3389-368E-F2271CB098FE}"/>
          </ac:spMkLst>
        </pc:spChg>
        <pc:spChg chg="mod">
          <ac:chgData name="이 은찬" userId="7171d596-a1e6-43c2-b263-57fdfdab9399" providerId="ADAL" clId="{7241B469-6F7B-4CDE-BA0B-9A3409BB4834}" dt="2026-10-03T08:01:37.700" v="3583" actId="20577"/>
          <ac:spMkLst>
            <pc:docMk/>
            <pc:sldMk cId="298462454" sldId="289"/>
            <ac:spMk id="29" creationId="{A62A6DE8-A1F9-6F73-ACB6-86786FD63B50}"/>
          </ac:spMkLst>
        </pc:spChg>
        <pc:spChg chg="mod">
          <ac:chgData name="이 은찬" userId="7171d596-a1e6-43c2-b263-57fdfdab9399" providerId="ADAL" clId="{7241B469-6F7B-4CDE-BA0B-9A3409BB4834}" dt="2026-10-03T08:00:05.199" v="3488" actId="20577"/>
          <ac:spMkLst>
            <pc:docMk/>
            <pc:sldMk cId="298462454" sldId="289"/>
            <ac:spMk id="31" creationId="{C03F09F3-36C3-A1E2-BBA6-B2B1A807FCEE}"/>
          </ac:spMkLst>
        </pc:spChg>
        <pc:grpChg chg="del">
          <ac:chgData name="이 은찬" userId="7171d596-a1e6-43c2-b263-57fdfdab9399" providerId="ADAL" clId="{7241B469-6F7B-4CDE-BA0B-9A3409BB4834}" dt="2026-10-03T08:01:18.983" v="3552" actId="478"/>
          <ac:grpSpMkLst>
            <pc:docMk/>
            <pc:sldMk cId="298462454" sldId="289"/>
            <ac:grpSpMk id="14" creationId="{A4746484-6F7D-0AE4-91D1-A8BB697D1679}"/>
          </ac:grpSpMkLst>
        </pc:grpChg>
        <pc:picChg chg="add mod">
          <ac:chgData name="이 은찬" userId="7171d596-a1e6-43c2-b263-57fdfdab9399" providerId="ADAL" clId="{7241B469-6F7B-4CDE-BA0B-9A3409BB4834}" dt="2026-10-03T08:04:54.827" v="3594" actId="14100"/>
          <ac:picMkLst>
            <pc:docMk/>
            <pc:sldMk cId="298462454" sldId="289"/>
            <ac:picMk id="3" creationId="{448490BA-029E-D71D-ACF7-2A98E5DDBCC6}"/>
          </ac:picMkLst>
        </pc:picChg>
        <pc:picChg chg="del">
          <ac:chgData name="이 은찬" userId="7171d596-a1e6-43c2-b263-57fdfdab9399" providerId="ADAL" clId="{7241B469-6F7B-4CDE-BA0B-9A3409BB4834}" dt="2026-10-03T08:01:18.983" v="3552" actId="478"/>
          <ac:picMkLst>
            <pc:docMk/>
            <pc:sldMk cId="298462454" sldId="289"/>
            <ac:picMk id="22" creationId="{76B7DBFA-EC9B-F929-B9D2-08AE42C10F91}"/>
          </ac:picMkLst>
        </pc:picChg>
      </pc:sldChg>
      <pc:sldChg chg="addSp delSp modSp add del mod">
        <pc:chgData name="이 은찬" userId="7171d596-a1e6-43c2-b263-57fdfdab9399" providerId="ADAL" clId="{7241B469-6F7B-4CDE-BA0B-9A3409BB4834}" dt="2026-10-03T09:15:01.165" v="5350" actId="47"/>
        <pc:sldMkLst>
          <pc:docMk/>
          <pc:sldMk cId="2843761646" sldId="290"/>
        </pc:sldMkLst>
        <pc:spChg chg="add mod">
          <ac:chgData name="이 은찬" userId="7171d596-a1e6-43c2-b263-57fdfdab9399" providerId="ADAL" clId="{7241B469-6F7B-4CDE-BA0B-9A3409BB4834}" dt="2026-10-03T08:11:03.047" v="3842" actId="207"/>
          <ac:spMkLst>
            <pc:docMk/>
            <pc:sldMk cId="2843761646" sldId="290"/>
            <ac:spMk id="4" creationId="{90E2EE6F-5F67-2748-CD2A-154DF2E2EE0F}"/>
          </ac:spMkLst>
        </pc:spChg>
        <pc:spChg chg="mod">
          <ac:chgData name="이 은찬" userId="7171d596-a1e6-43c2-b263-57fdfdab9399" providerId="ADAL" clId="{7241B469-6F7B-4CDE-BA0B-9A3409BB4834}" dt="2026-10-03T08:11:59.686" v="3845" actId="20577"/>
          <ac:spMkLst>
            <pc:docMk/>
            <pc:sldMk cId="2843761646" sldId="290"/>
            <ac:spMk id="8" creationId="{00000000-0000-0000-0000-000000000000}"/>
          </ac:spMkLst>
        </pc:spChg>
        <pc:spChg chg="mod">
          <ac:chgData name="이 은찬" userId="7171d596-a1e6-43c2-b263-57fdfdab9399" providerId="ADAL" clId="{7241B469-6F7B-4CDE-BA0B-9A3409BB4834}" dt="2026-10-03T08:06:44.251" v="3689" actId="20577"/>
          <ac:spMkLst>
            <pc:docMk/>
            <pc:sldMk cId="2843761646" sldId="290"/>
            <ac:spMk id="29" creationId="{A62A6DE8-A1F9-6F73-ACB6-86786FD63B50}"/>
          </ac:spMkLst>
        </pc:spChg>
        <pc:spChg chg="mod">
          <ac:chgData name="이 은찬" userId="7171d596-a1e6-43c2-b263-57fdfdab9399" providerId="ADAL" clId="{7241B469-6F7B-4CDE-BA0B-9A3409BB4834}" dt="2026-10-03T08:06:12.678" v="3609" actId="20577"/>
          <ac:spMkLst>
            <pc:docMk/>
            <pc:sldMk cId="2843761646" sldId="290"/>
            <ac:spMk id="31" creationId="{C03F09F3-36C3-A1E2-BBA6-B2B1A807FCEE}"/>
          </ac:spMkLst>
        </pc:spChg>
        <pc:picChg chg="add mod modCrop">
          <ac:chgData name="이 은찬" userId="7171d596-a1e6-43c2-b263-57fdfdab9399" providerId="ADAL" clId="{7241B469-6F7B-4CDE-BA0B-9A3409BB4834}" dt="2026-10-03T08:09:25.748" v="3707" actId="14100"/>
          <ac:picMkLst>
            <pc:docMk/>
            <pc:sldMk cId="2843761646" sldId="290"/>
            <ac:picMk id="2" creationId="{7C910491-06F3-AF9E-DE68-FFB7C61DD673}"/>
          </ac:picMkLst>
        </pc:picChg>
        <pc:picChg chg="del">
          <ac:chgData name="이 은찬" userId="7171d596-a1e6-43c2-b263-57fdfdab9399" providerId="ADAL" clId="{7241B469-6F7B-4CDE-BA0B-9A3409BB4834}" dt="2026-10-03T08:06:09.270" v="3607" actId="478"/>
          <ac:picMkLst>
            <pc:docMk/>
            <pc:sldMk cId="2843761646" sldId="290"/>
            <ac:picMk id="3" creationId="{448490BA-029E-D71D-ACF7-2A98E5DDBCC6}"/>
          </ac:picMkLst>
        </pc:picChg>
      </pc:sldChg>
      <pc:sldChg chg="addSp delSp modSp add del mod">
        <pc:chgData name="이 은찬" userId="7171d596-a1e6-43c2-b263-57fdfdab9399" providerId="ADAL" clId="{7241B469-6F7B-4CDE-BA0B-9A3409BB4834}" dt="2026-10-03T09:15:57.289" v="5360" actId="47"/>
        <pc:sldMkLst>
          <pc:docMk/>
          <pc:sldMk cId="296720574" sldId="291"/>
        </pc:sldMkLst>
        <pc:spChg chg="del">
          <ac:chgData name="이 은찬" userId="7171d596-a1e6-43c2-b263-57fdfdab9399" providerId="ADAL" clId="{7241B469-6F7B-4CDE-BA0B-9A3409BB4834}" dt="2026-10-03T08:14:28.394" v="4018" actId="478"/>
          <ac:spMkLst>
            <pc:docMk/>
            <pc:sldMk cId="296720574" sldId="291"/>
            <ac:spMk id="4" creationId="{90E2EE6F-5F67-2748-CD2A-154DF2E2EE0F}"/>
          </ac:spMkLst>
        </pc:spChg>
        <pc:spChg chg="mod">
          <ac:chgData name="이 은찬" userId="7171d596-a1e6-43c2-b263-57fdfdab9399" providerId="ADAL" clId="{7241B469-6F7B-4CDE-BA0B-9A3409BB4834}" dt="2026-10-03T08:12:06.864" v="3846"/>
          <ac:spMkLst>
            <pc:docMk/>
            <pc:sldMk cId="296720574" sldId="291"/>
            <ac:spMk id="8" creationId="{00000000-0000-0000-0000-000000000000}"/>
          </ac:spMkLst>
        </pc:spChg>
        <pc:spChg chg="mod">
          <ac:chgData name="이 은찬" userId="7171d596-a1e6-43c2-b263-57fdfdab9399" providerId="ADAL" clId="{7241B469-6F7B-4CDE-BA0B-9A3409BB4834}" dt="2026-10-03T08:21:11.767" v="4318" actId="207"/>
          <ac:spMkLst>
            <pc:docMk/>
            <pc:sldMk cId="296720574" sldId="291"/>
            <ac:spMk id="29" creationId="{A62A6DE8-A1F9-6F73-ACB6-86786FD63B50}"/>
          </ac:spMkLst>
        </pc:spChg>
        <pc:spChg chg="mod">
          <ac:chgData name="이 은찬" userId="7171d596-a1e6-43c2-b263-57fdfdab9399" providerId="ADAL" clId="{7241B469-6F7B-4CDE-BA0B-9A3409BB4834}" dt="2026-10-03T08:13:08.295" v="3848" actId="20577"/>
          <ac:spMkLst>
            <pc:docMk/>
            <pc:sldMk cId="296720574" sldId="291"/>
            <ac:spMk id="31" creationId="{C03F09F3-36C3-A1E2-BBA6-B2B1A807FCEE}"/>
          </ac:spMkLst>
        </pc:spChg>
        <pc:graphicFrameChg chg="add mod modGraphic">
          <ac:chgData name="이 은찬" userId="7171d596-a1e6-43c2-b263-57fdfdab9399" providerId="ADAL" clId="{7241B469-6F7B-4CDE-BA0B-9A3409BB4834}" dt="2026-10-03T09:12:00.971" v="5206" actId="20577"/>
          <ac:graphicFrameMkLst>
            <pc:docMk/>
            <pc:sldMk cId="296720574" sldId="291"/>
            <ac:graphicFrameMk id="3" creationId="{4FBD5310-791A-2D22-68DD-D5011ED6BADE}"/>
          </ac:graphicFrameMkLst>
        </pc:graphicFrameChg>
        <pc:picChg chg="del">
          <ac:chgData name="이 은찬" userId="7171d596-a1e6-43c2-b263-57fdfdab9399" providerId="ADAL" clId="{7241B469-6F7B-4CDE-BA0B-9A3409BB4834}" dt="2026-10-03T08:14:28.855" v="4019" actId="478"/>
          <ac:picMkLst>
            <pc:docMk/>
            <pc:sldMk cId="296720574" sldId="291"/>
            <ac:picMk id="2" creationId="{7C910491-06F3-AF9E-DE68-FFB7C61DD673}"/>
          </ac:picMkLst>
        </pc:picChg>
      </pc:sldChg>
      <pc:sldChg chg="modSp add del mod">
        <pc:chgData name="이 은찬" userId="7171d596-a1e6-43c2-b263-57fdfdab9399" providerId="ADAL" clId="{7241B469-6F7B-4CDE-BA0B-9A3409BB4834}" dt="2026-10-03T08:25:01.752" v="4434" actId="47"/>
        <pc:sldMkLst>
          <pc:docMk/>
          <pc:sldMk cId="1678362350" sldId="292"/>
        </pc:sldMkLst>
        <pc:spChg chg="mod">
          <ac:chgData name="이 은찬" userId="7171d596-a1e6-43c2-b263-57fdfdab9399" providerId="ADAL" clId="{7241B469-6F7B-4CDE-BA0B-9A3409BB4834}" dt="2026-10-03T08:15:57.075" v="4056"/>
          <ac:spMkLst>
            <pc:docMk/>
            <pc:sldMk cId="1678362350" sldId="292"/>
            <ac:spMk id="29" creationId="{A62A6DE8-A1F9-6F73-ACB6-86786FD63B50}"/>
          </ac:spMkLst>
        </pc:spChg>
      </pc:sldChg>
      <pc:sldChg chg="modSp add del mod">
        <pc:chgData name="이 은찬" userId="7171d596-a1e6-43c2-b263-57fdfdab9399" providerId="ADAL" clId="{7241B469-6F7B-4CDE-BA0B-9A3409BB4834}" dt="2026-10-03T09:15:58.179" v="5361" actId="47"/>
        <pc:sldMkLst>
          <pc:docMk/>
          <pc:sldMk cId="2027176658" sldId="293"/>
        </pc:sldMkLst>
        <pc:spChg chg="mod">
          <ac:chgData name="이 은찬" userId="7171d596-a1e6-43c2-b263-57fdfdab9399" providerId="ADAL" clId="{7241B469-6F7B-4CDE-BA0B-9A3409BB4834}" dt="2026-10-03T08:21:24.767" v="4320" actId="207"/>
          <ac:spMkLst>
            <pc:docMk/>
            <pc:sldMk cId="2027176658" sldId="293"/>
            <ac:spMk id="29" creationId="{A62A6DE8-A1F9-6F73-ACB6-86786FD63B50}"/>
          </ac:spMkLst>
        </pc:spChg>
        <pc:spChg chg="mod">
          <ac:chgData name="이 은찬" userId="7171d596-a1e6-43c2-b263-57fdfdab9399" providerId="ADAL" clId="{7241B469-6F7B-4CDE-BA0B-9A3409BB4834}" dt="2026-10-03T08:21:30.846" v="4323" actId="20577"/>
          <ac:spMkLst>
            <pc:docMk/>
            <pc:sldMk cId="2027176658" sldId="293"/>
            <ac:spMk id="31" creationId="{C03F09F3-36C3-A1E2-BBA6-B2B1A807FCEE}"/>
          </ac:spMkLst>
        </pc:spChg>
        <pc:graphicFrameChg chg="modGraphic">
          <ac:chgData name="이 은찬" userId="7171d596-a1e6-43c2-b263-57fdfdab9399" providerId="ADAL" clId="{7241B469-6F7B-4CDE-BA0B-9A3409BB4834}" dt="2026-10-03T09:12:06.282" v="5213" actId="20577"/>
          <ac:graphicFrameMkLst>
            <pc:docMk/>
            <pc:sldMk cId="2027176658" sldId="293"/>
            <ac:graphicFrameMk id="3" creationId="{4FBD5310-791A-2D22-68DD-D5011ED6BADE}"/>
          </ac:graphicFrameMkLst>
        </pc:graphicFrameChg>
      </pc:sldChg>
      <pc:sldChg chg="addSp delSp modSp add mod">
        <pc:chgData name="이 은찬" userId="7171d596-a1e6-43c2-b263-57fdfdab9399" providerId="ADAL" clId="{7241B469-6F7B-4CDE-BA0B-9A3409BB4834}" dt="2026-10-03T08:41:06.160" v="5014" actId="1036"/>
        <pc:sldMkLst>
          <pc:docMk/>
          <pc:sldMk cId="2768174384" sldId="294"/>
        </pc:sldMkLst>
        <pc:spChg chg="mod">
          <ac:chgData name="이 은찬" userId="7171d596-a1e6-43c2-b263-57fdfdab9399" providerId="ADAL" clId="{7241B469-6F7B-4CDE-BA0B-9A3409BB4834}" dt="2026-10-03T08:37:09.352" v="4951" actId="20577"/>
          <ac:spMkLst>
            <pc:docMk/>
            <pc:sldMk cId="2768174384" sldId="294"/>
            <ac:spMk id="2" creationId="{BD2BA96E-A503-E600-DCB9-64F97FC65F5D}"/>
          </ac:spMkLst>
        </pc:spChg>
        <pc:spChg chg="add">
          <ac:chgData name="이 은찬" userId="7171d596-a1e6-43c2-b263-57fdfdab9399" providerId="ADAL" clId="{7241B469-6F7B-4CDE-BA0B-9A3409BB4834}" dt="2026-10-03T08:39:49.004" v="4967"/>
          <ac:spMkLst>
            <pc:docMk/>
            <pc:sldMk cId="2768174384" sldId="294"/>
            <ac:spMk id="4" creationId="{A09F3E78-DA3E-CE77-9FD7-8CE1F45E2F68}"/>
          </ac:spMkLst>
        </pc:spChg>
        <pc:spChg chg="add">
          <ac:chgData name="이 은찬" userId="7171d596-a1e6-43c2-b263-57fdfdab9399" providerId="ADAL" clId="{7241B469-6F7B-4CDE-BA0B-9A3409BB4834}" dt="2026-10-03T08:40:32.569" v="4996"/>
          <ac:spMkLst>
            <pc:docMk/>
            <pc:sldMk cId="2768174384" sldId="294"/>
            <ac:spMk id="7" creationId="{FA614384-94F2-B019-A517-A59F878E3CE0}"/>
          </ac:spMkLst>
        </pc:spChg>
        <pc:spChg chg="mod">
          <ac:chgData name="이 은찬" userId="7171d596-a1e6-43c2-b263-57fdfdab9399" providerId="ADAL" clId="{7241B469-6F7B-4CDE-BA0B-9A3409BB4834}" dt="2026-10-03T08:40:25.137" v="4986" actId="1076"/>
          <ac:spMkLst>
            <pc:docMk/>
            <pc:sldMk cId="2768174384" sldId="294"/>
            <ac:spMk id="17" creationId="{0F69B248-1DA2-0830-8560-4D249201B6E7}"/>
          </ac:spMkLst>
        </pc:spChg>
        <pc:picChg chg="add mod">
          <ac:chgData name="이 은찬" userId="7171d596-a1e6-43c2-b263-57fdfdab9399" providerId="ADAL" clId="{7241B469-6F7B-4CDE-BA0B-9A3409BB4834}" dt="2026-10-03T08:40:28.012" v="4994" actId="14100"/>
          <ac:picMkLst>
            <pc:docMk/>
            <pc:sldMk cId="2768174384" sldId="294"/>
            <ac:picMk id="5" creationId="{CF43EE52-6C1B-6107-2AB5-E39BBF98D5C0}"/>
          </ac:picMkLst>
        </pc:picChg>
        <pc:picChg chg="add del">
          <ac:chgData name="이 은찬" userId="7171d596-a1e6-43c2-b263-57fdfdab9399" providerId="ADAL" clId="{7241B469-6F7B-4CDE-BA0B-9A3409BB4834}" dt="2026-10-03T08:40:51.739" v="5003" actId="478"/>
          <ac:picMkLst>
            <pc:docMk/>
            <pc:sldMk cId="2768174384" sldId="294"/>
            <ac:picMk id="6" creationId="{6520D954-91D7-A924-485A-EE52AEC0CE35}"/>
          </ac:picMkLst>
        </pc:picChg>
        <pc:picChg chg="add del mod">
          <ac:chgData name="이 은찬" userId="7171d596-a1e6-43c2-b263-57fdfdab9399" providerId="ADAL" clId="{7241B469-6F7B-4CDE-BA0B-9A3409BB4834}" dt="2026-10-03T08:40:51.120" v="5002" actId="478"/>
          <ac:picMkLst>
            <pc:docMk/>
            <pc:sldMk cId="2768174384" sldId="294"/>
            <ac:picMk id="10" creationId="{C200ED30-01C9-FE85-A298-F335E612CECE}"/>
          </ac:picMkLst>
        </pc:picChg>
        <pc:picChg chg="add mod">
          <ac:chgData name="이 은찬" userId="7171d596-a1e6-43c2-b263-57fdfdab9399" providerId="ADAL" clId="{7241B469-6F7B-4CDE-BA0B-9A3409BB4834}" dt="2026-10-03T08:41:06.160" v="5014" actId="1036"/>
          <ac:picMkLst>
            <pc:docMk/>
            <pc:sldMk cId="2768174384" sldId="294"/>
            <ac:picMk id="11" creationId="{493018B0-CE4A-D0BF-446D-44B1EFCA6D20}"/>
          </ac:picMkLst>
        </pc:picChg>
      </pc:sldChg>
      <pc:sldChg chg="addSp delSp modSp add mod">
        <pc:chgData name="이 은찬" userId="7171d596-a1e6-43c2-b263-57fdfdab9399" providerId="ADAL" clId="{7241B469-6F7B-4CDE-BA0B-9A3409BB4834}" dt="2026-10-03T09:14:06.588" v="5342"/>
        <pc:sldMkLst>
          <pc:docMk/>
          <pc:sldMk cId="1866115114" sldId="295"/>
        </pc:sldMkLst>
        <pc:spChg chg="mod">
          <ac:chgData name="이 은찬" userId="7171d596-a1e6-43c2-b263-57fdfdab9399" providerId="ADAL" clId="{7241B469-6F7B-4CDE-BA0B-9A3409BB4834}" dt="2026-10-03T09:14:06.588" v="5342"/>
          <ac:spMkLst>
            <pc:docMk/>
            <pc:sldMk cId="1866115114" sldId="295"/>
            <ac:spMk id="4" creationId="{68D14474-16FC-D441-48A8-F31FB7A78B87}"/>
          </ac:spMkLst>
        </pc:spChg>
        <pc:spChg chg="mod">
          <ac:chgData name="이 은찬" userId="7171d596-a1e6-43c2-b263-57fdfdab9399" providerId="ADAL" clId="{7241B469-6F7B-4CDE-BA0B-9A3409BB4834}" dt="2026-10-03T09:14:06.588" v="5342"/>
          <ac:spMkLst>
            <pc:docMk/>
            <pc:sldMk cId="1866115114" sldId="295"/>
            <ac:spMk id="5" creationId="{5F1D2E85-6331-9698-7ACF-7480B5278E9D}"/>
          </ac:spMkLst>
        </pc:spChg>
        <pc:spChg chg="mod">
          <ac:chgData name="이 은찬" userId="7171d596-a1e6-43c2-b263-57fdfdab9399" providerId="ADAL" clId="{7241B469-6F7B-4CDE-BA0B-9A3409BB4834}" dt="2026-10-03T09:14:06.588" v="5342"/>
          <ac:spMkLst>
            <pc:docMk/>
            <pc:sldMk cId="1866115114" sldId="295"/>
            <ac:spMk id="6" creationId="{3B5653CC-EA61-2060-5932-9F108B8492C8}"/>
          </ac:spMkLst>
        </pc:spChg>
        <pc:spChg chg="del">
          <ac:chgData name="이 은찬" userId="7171d596-a1e6-43c2-b263-57fdfdab9399" providerId="ADAL" clId="{7241B469-6F7B-4CDE-BA0B-9A3409BB4834}" dt="2026-10-03T09:14:06.018" v="5341" actId="478"/>
          <ac:spMkLst>
            <pc:docMk/>
            <pc:sldMk cId="1866115114" sldId="295"/>
            <ac:spMk id="11" creationId="{43B165CF-36A7-3724-8E7A-66ACF57BBAF9}"/>
          </ac:spMkLst>
        </pc:spChg>
        <pc:spChg chg="del">
          <ac:chgData name="이 은찬" userId="7171d596-a1e6-43c2-b263-57fdfdab9399" providerId="ADAL" clId="{7241B469-6F7B-4CDE-BA0B-9A3409BB4834}" dt="2026-10-03T09:14:06.018" v="5341" actId="478"/>
          <ac:spMkLst>
            <pc:docMk/>
            <pc:sldMk cId="1866115114" sldId="295"/>
            <ac:spMk id="13" creationId="{CAFD687C-756C-9E1E-631D-C4ABC19A009D}"/>
          </ac:spMkLst>
        </pc:spChg>
        <pc:spChg chg="del">
          <ac:chgData name="이 은찬" userId="7171d596-a1e6-43c2-b263-57fdfdab9399" providerId="ADAL" clId="{7241B469-6F7B-4CDE-BA0B-9A3409BB4834}" dt="2026-10-03T09:14:06.018" v="5341" actId="478"/>
          <ac:spMkLst>
            <pc:docMk/>
            <pc:sldMk cId="1866115114" sldId="295"/>
            <ac:spMk id="20" creationId="{CCD8B4FA-E154-3389-368E-F2271CB098FE}"/>
          </ac:spMkLst>
        </pc:spChg>
        <pc:spChg chg="del">
          <ac:chgData name="이 은찬" userId="7171d596-a1e6-43c2-b263-57fdfdab9399" providerId="ADAL" clId="{7241B469-6F7B-4CDE-BA0B-9A3409BB4834}" dt="2026-10-03T09:14:06.018" v="5341" actId="478"/>
          <ac:spMkLst>
            <pc:docMk/>
            <pc:sldMk cId="1866115114" sldId="295"/>
            <ac:spMk id="23" creationId="{0D6B8125-2256-EC3E-8E0C-94466408A0F9}"/>
          </ac:spMkLst>
        </pc:spChg>
        <pc:grpChg chg="add mod">
          <ac:chgData name="이 은찬" userId="7171d596-a1e6-43c2-b263-57fdfdab9399" providerId="ADAL" clId="{7241B469-6F7B-4CDE-BA0B-9A3409BB4834}" dt="2026-10-03T09:14:06.588" v="5342"/>
          <ac:grpSpMkLst>
            <pc:docMk/>
            <pc:sldMk cId="1866115114" sldId="295"/>
            <ac:grpSpMk id="2" creationId="{56D603D2-E3F2-83EB-4760-A46EDB12C1B3}"/>
          </ac:grpSpMkLst>
        </pc:grpChg>
        <pc:grpChg chg="mod">
          <ac:chgData name="이 은찬" userId="7171d596-a1e6-43c2-b263-57fdfdab9399" providerId="ADAL" clId="{7241B469-6F7B-4CDE-BA0B-9A3409BB4834}" dt="2026-10-03T09:14:06.588" v="5342"/>
          <ac:grpSpMkLst>
            <pc:docMk/>
            <pc:sldMk cId="1866115114" sldId="295"/>
            <ac:grpSpMk id="3" creationId="{355C0928-0C25-D321-30E1-76867C4DC0D1}"/>
          </ac:grpSpMkLst>
        </pc:grpChg>
        <pc:grpChg chg="del">
          <ac:chgData name="이 은찬" userId="7171d596-a1e6-43c2-b263-57fdfdab9399" providerId="ADAL" clId="{7241B469-6F7B-4CDE-BA0B-9A3409BB4834}" dt="2026-10-03T09:14:06.018" v="5341" actId="478"/>
          <ac:grpSpMkLst>
            <pc:docMk/>
            <pc:sldMk cId="1866115114" sldId="295"/>
            <ac:grpSpMk id="14" creationId="{A4746484-6F7D-0AE4-91D1-A8BB697D1679}"/>
          </ac:grpSpMkLst>
        </pc:grpChg>
        <pc:grpChg chg="del">
          <ac:chgData name="이 은찬" userId="7171d596-a1e6-43c2-b263-57fdfdab9399" providerId="ADAL" clId="{7241B469-6F7B-4CDE-BA0B-9A3409BB4834}" dt="2026-10-03T09:14:06.018" v="5341" actId="478"/>
          <ac:grpSpMkLst>
            <pc:docMk/>
            <pc:sldMk cId="1866115114" sldId="295"/>
            <ac:grpSpMk id="27" creationId="{50E4FE5F-8FE3-5771-A904-D3CD8879301B}"/>
          </ac:grpSpMkLst>
        </pc:grpChg>
        <pc:picChg chg="add mod">
          <ac:chgData name="이 은찬" userId="7171d596-a1e6-43c2-b263-57fdfdab9399" providerId="ADAL" clId="{7241B469-6F7B-4CDE-BA0B-9A3409BB4834}" dt="2026-10-03T09:14:06.588" v="5342"/>
          <ac:picMkLst>
            <pc:docMk/>
            <pc:sldMk cId="1866115114" sldId="295"/>
            <ac:picMk id="7" creationId="{A2C44543-E194-81EA-9A50-8AC7958A8F17}"/>
          </ac:picMkLst>
        </pc:picChg>
        <pc:picChg chg="del">
          <ac:chgData name="이 은찬" userId="7171d596-a1e6-43c2-b263-57fdfdab9399" providerId="ADAL" clId="{7241B469-6F7B-4CDE-BA0B-9A3409BB4834}" dt="2026-10-03T09:14:06.018" v="5341" actId="478"/>
          <ac:picMkLst>
            <pc:docMk/>
            <pc:sldMk cId="1866115114" sldId="295"/>
            <ac:picMk id="22" creationId="{76B7DBFA-EC9B-F929-B9D2-08AE42C10F91}"/>
          </ac:picMkLst>
        </pc:picChg>
      </pc:sldChg>
      <pc:sldChg chg="addSp delSp modSp add mod">
        <pc:chgData name="이 은찬" userId="7171d596-a1e6-43c2-b263-57fdfdab9399" providerId="ADAL" clId="{7241B469-6F7B-4CDE-BA0B-9A3409BB4834}" dt="2026-10-03T09:14:56.241" v="5349"/>
        <pc:sldMkLst>
          <pc:docMk/>
          <pc:sldMk cId="4075735417" sldId="296"/>
        </pc:sldMkLst>
        <pc:spChg chg="mod">
          <ac:chgData name="이 은찬" userId="7171d596-a1e6-43c2-b263-57fdfdab9399" providerId="ADAL" clId="{7241B469-6F7B-4CDE-BA0B-9A3409BB4834}" dt="2026-10-03T09:14:56.241" v="5349"/>
          <ac:spMkLst>
            <pc:docMk/>
            <pc:sldMk cId="4075735417" sldId="296"/>
            <ac:spMk id="8" creationId="{00000000-0000-0000-0000-000000000000}"/>
          </ac:spMkLst>
        </pc:spChg>
        <pc:spChg chg="mod">
          <ac:chgData name="이 은찬" userId="7171d596-a1e6-43c2-b263-57fdfdab9399" providerId="ADAL" clId="{7241B469-6F7B-4CDE-BA0B-9A3409BB4834}" dt="2026-10-03T09:14:34.174" v="5346"/>
          <ac:spMkLst>
            <pc:docMk/>
            <pc:sldMk cId="4075735417" sldId="296"/>
            <ac:spMk id="14" creationId="{7ED4DFF5-F841-CE68-CE5C-2DCAF3B4208D}"/>
          </ac:spMkLst>
        </pc:spChg>
        <pc:spChg chg="mod">
          <ac:chgData name="이 은찬" userId="7171d596-a1e6-43c2-b263-57fdfdab9399" providerId="ADAL" clId="{7241B469-6F7B-4CDE-BA0B-9A3409BB4834}" dt="2026-10-03T09:14:34.174" v="5346"/>
          <ac:spMkLst>
            <pc:docMk/>
            <pc:sldMk cId="4075735417" sldId="296"/>
            <ac:spMk id="15" creationId="{B85FEB0C-5CAC-D3B0-9602-3EB7424835CF}"/>
          </ac:spMkLst>
        </pc:spChg>
        <pc:spChg chg="mod">
          <ac:chgData name="이 은찬" userId="7171d596-a1e6-43c2-b263-57fdfdab9399" providerId="ADAL" clId="{7241B469-6F7B-4CDE-BA0B-9A3409BB4834}" dt="2026-10-03T09:14:34.174" v="5346"/>
          <ac:spMkLst>
            <pc:docMk/>
            <pc:sldMk cId="4075735417" sldId="296"/>
            <ac:spMk id="16" creationId="{D10DBB7F-421E-3DC9-5590-0BDC6E2B9C0D}"/>
          </ac:spMkLst>
        </pc:spChg>
        <pc:spChg chg="add mod">
          <ac:chgData name="이 은찬" userId="7171d596-a1e6-43c2-b263-57fdfdab9399" providerId="ADAL" clId="{7241B469-6F7B-4CDE-BA0B-9A3409BB4834}" dt="2026-10-03T09:14:34.174" v="5346"/>
          <ac:spMkLst>
            <pc:docMk/>
            <pc:sldMk cId="4075735417" sldId="296"/>
            <ac:spMk id="18" creationId="{59080EF4-7940-B39F-7B30-F8692B6790BC}"/>
          </ac:spMkLst>
        </pc:spChg>
        <pc:grpChg chg="del">
          <ac:chgData name="이 은찬" userId="7171d596-a1e6-43c2-b263-57fdfdab9399" providerId="ADAL" clId="{7241B469-6F7B-4CDE-BA0B-9A3409BB4834}" dt="2026-10-03T09:14:26.087" v="5345" actId="478"/>
          <ac:grpSpMkLst>
            <pc:docMk/>
            <pc:sldMk cId="4075735417" sldId="296"/>
            <ac:grpSpMk id="2" creationId="{56D603D2-E3F2-83EB-4760-A46EDB12C1B3}"/>
          </ac:grpSpMkLst>
        </pc:grpChg>
        <pc:grpChg chg="add mod">
          <ac:chgData name="이 은찬" userId="7171d596-a1e6-43c2-b263-57fdfdab9399" providerId="ADAL" clId="{7241B469-6F7B-4CDE-BA0B-9A3409BB4834}" dt="2026-10-03T09:14:34.174" v="5346"/>
          <ac:grpSpMkLst>
            <pc:docMk/>
            <pc:sldMk cId="4075735417" sldId="296"/>
            <ac:grpSpMk id="11" creationId="{E9AB9FCB-1401-ACCF-35CA-9AC913E7A45D}"/>
          </ac:grpSpMkLst>
        </pc:grpChg>
        <pc:grpChg chg="mod">
          <ac:chgData name="이 은찬" userId="7171d596-a1e6-43c2-b263-57fdfdab9399" providerId="ADAL" clId="{7241B469-6F7B-4CDE-BA0B-9A3409BB4834}" dt="2026-10-03T09:14:34.174" v="5346"/>
          <ac:grpSpMkLst>
            <pc:docMk/>
            <pc:sldMk cId="4075735417" sldId="296"/>
            <ac:grpSpMk id="13" creationId="{79173939-0B51-7D29-B503-CB2E894C2D3F}"/>
          </ac:grpSpMkLst>
        </pc:grpChg>
        <pc:picChg chg="del">
          <ac:chgData name="이 은찬" userId="7171d596-a1e6-43c2-b263-57fdfdab9399" providerId="ADAL" clId="{7241B469-6F7B-4CDE-BA0B-9A3409BB4834}" dt="2026-10-03T09:14:26.087" v="5345" actId="478"/>
          <ac:picMkLst>
            <pc:docMk/>
            <pc:sldMk cId="4075735417" sldId="296"/>
            <ac:picMk id="7" creationId="{A2C44543-E194-81EA-9A50-8AC7958A8F17}"/>
          </ac:picMkLst>
        </pc:picChg>
        <pc:picChg chg="add mod">
          <ac:chgData name="이 은찬" userId="7171d596-a1e6-43c2-b263-57fdfdab9399" providerId="ADAL" clId="{7241B469-6F7B-4CDE-BA0B-9A3409BB4834}" dt="2026-10-03T09:14:34.174" v="5346"/>
          <ac:picMkLst>
            <pc:docMk/>
            <pc:sldMk cId="4075735417" sldId="296"/>
            <ac:picMk id="17" creationId="{3DD26137-46E6-CFEF-FC3F-645E0E9EF4E9}"/>
          </ac:picMkLst>
        </pc:picChg>
      </pc:sldChg>
      <pc:sldChg chg="addSp delSp modSp add mod">
        <pc:chgData name="이 은찬" userId="7171d596-a1e6-43c2-b263-57fdfdab9399" providerId="ADAL" clId="{7241B469-6F7B-4CDE-BA0B-9A3409BB4834}" dt="2026-10-03T09:15:44.583" v="5358"/>
        <pc:sldMkLst>
          <pc:docMk/>
          <pc:sldMk cId="3289749149" sldId="297"/>
        </pc:sldMkLst>
        <pc:spChg chg="mod">
          <ac:chgData name="이 은찬" userId="7171d596-a1e6-43c2-b263-57fdfdab9399" providerId="ADAL" clId="{7241B469-6F7B-4CDE-BA0B-9A3409BB4834}" dt="2026-10-03T09:15:44.583" v="5358"/>
          <ac:spMkLst>
            <pc:docMk/>
            <pc:sldMk cId="3289749149" sldId="297"/>
            <ac:spMk id="4" creationId="{2AE59EB0-42FF-E44C-ED06-BAC017ECC283}"/>
          </ac:spMkLst>
        </pc:spChg>
        <pc:spChg chg="mod">
          <ac:chgData name="이 은찬" userId="7171d596-a1e6-43c2-b263-57fdfdab9399" providerId="ADAL" clId="{7241B469-6F7B-4CDE-BA0B-9A3409BB4834}" dt="2026-10-03T09:15:44.583" v="5358"/>
          <ac:spMkLst>
            <pc:docMk/>
            <pc:sldMk cId="3289749149" sldId="297"/>
            <ac:spMk id="5" creationId="{60998722-D4FE-4AAA-26E2-AFF71C4868ED}"/>
          </ac:spMkLst>
        </pc:spChg>
        <pc:spChg chg="mod">
          <ac:chgData name="이 은찬" userId="7171d596-a1e6-43c2-b263-57fdfdab9399" providerId="ADAL" clId="{7241B469-6F7B-4CDE-BA0B-9A3409BB4834}" dt="2026-10-03T09:15:44.583" v="5358"/>
          <ac:spMkLst>
            <pc:docMk/>
            <pc:sldMk cId="3289749149" sldId="297"/>
            <ac:spMk id="6" creationId="{E6EEDB58-90ED-535F-FCEE-A97A5DAF3EBB}"/>
          </ac:spMkLst>
        </pc:spChg>
        <pc:spChg chg="add del">
          <ac:chgData name="이 은찬" userId="7171d596-a1e6-43c2-b263-57fdfdab9399" providerId="ADAL" clId="{7241B469-6F7B-4CDE-BA0B-9A3409BB4834}" dt="2026-10-03T09:15:24.452" v="5354" actId="478"/>
          <ac:spMkLst>
            <pc:docMk/>
            <pc:sldMk cId="3289749149" sldId="297"/>
            <ac:spMk id="9" creationId="{00000000-0000-0000-0000-000000000000}"/>
          </ac:spMkLst>
        </pc:spChg>
        <pc:spChg chg="add del">
          <ac:chgData name="이 은찬" userId="7171d596-a1e6-43c2-b263-57fdfdab9399" providerId="ADAL" clId="{7241B469-6F7B-4CDE-BA0B-9A3409BB4834}" dt="2026-10-03T09:15:27.064" v="5355" actId="478"/>
          <ac:spMkLst>
            <pc:docMk/>
            <pc:sldMk cId="3289749149" sldId="297"/>
            <ac:spMk id="18" creationId="{59080EF4-7940-B39F-7B30-F8692B6790BC}"/>
          </ac:spMkLst>
        </pc:spChg>
        <pc:grpChg chg="add mod">
          <ac:chgData name="이 은찬" userId="7171d596-a1e6-43c2-b263-57fdfdab9399" providerId="ADAL" clId="{7241B469-6F7B-4CDE-BA0B-9A3409BB4834}" dt="2026-10-03T09:15:44.583" v="5358"/>
          <ac:grpSpMkLst>
            <pc:docMk/>
            <pc:sldMk cId="3289749149" sldId="297"/>
            <ac:grpSpMk id="2" creationId="{82DC8213-02E9-EE01-AE16-8C129CB73872}"/>
          </ac:grpSpMkLst>
        </pc:grpChg>
        <pc:grpChg chg="mod">
          <ac:chgData name="이 은찬" userId="7171d596-a1e6-43c2-b263-57fdfdab9399" providerId="ADAL" clId="{7241B469-6F7B-4CDE-BA0B-9A3409BB4834}" dt="2026-10-03T09:15:44.583" v="5358"/>
          <ac:grpSpMkLst>
            <pc:docMk/>
            <pc:sldMk cId="3289749149" sldId="297"/>
            <ac:grpSpMk id="3" creationId="{8886A5D5-D8A0-63A7-5BE9-2B89EF84970C}"/>
          </ac:grpSpMkLst>
        </pc:grpChg>
        <pc:grpChg chg="add del">
          <ac:chgData name="이 은찬" userId="7171d596-a1e6-43c2-b263-57fdfdab9399" providerId="ADAL" clId="{7241B469-6F7B-4CDE-BA0B-9A3409BB4834}" dt="2026-10-03T09:15:27.064" v="5355" actId="478"/>
          <ac:grpSpMkLst>
            <pc:docMk/>
            <pc:sldMk cId="3289749149" sldId="297"/>
            <ac:grpSpMk id="11" creationId="{E9AB9FCB-1401-ACCF-35CA-9AC913E7A45D}"/>
          </ac:grpSpMkLst>
        </pc:grpChg>
        <pc:graphicFrameChg chg="add mod">
          <ac:chgData name="이 은찬" userId="7171d596-a1e6-43c2-b263-57fdfdab9399" providerId="ADAL" clId="{7241B469-6F7B-4CDE-BA0B-9A3409BB4834}" dt="2026-10-03T09:15:44.583" v="5358"/>
          <ac:graphicFrameMkLst>
            <pc:docMk/>
            <pc:sldMk cId="3289749149" sldId="297"/>
            <ac:graphicFrameMk id="7" creationId="{4A3949E6-CEBE-0C27-3003-0984B5A6D6E3}"/>
          </ac:graphicFrameMkLst>
        </pc:graphicFrameChg>
        <pc:picChg chg="add del">
          <ac:chgData name="이 은찬" userId="7171d596-a1e6-43c2-b263-57fdfdab9399" providerId="ADAL" clId="{7241B469-6F7B-4CDE-BA0B-9A3409BB4834}" dt="2026-10-03T09:15:27.064" v="5355" actId="478"/>
          <ac:picMkLst>
            <pc:docMk/>
            <pc:sldMk cId="3289749149" sldId="297"/>
            <ac:picMk id="17" creationId="{3DD26137-46E6-CFEF-FC3F-645E0E9EF4E9}"/>
          </ac:picMkLst>
        </pc:picChg>
      </pc:sldChg>
      <pc:sldChg chg="add del">
        <pc:chgData name="이 은찬" userId="7171d596-a1e6-43c2-b263-57fdfdab9399" providerId="ADAL" clId="{7241B469-6F7B-4CDE-BA0B-9A3409BB4834}" dt="2026-10-03T09:15:32.890" v="5357" actId="47"/>
        <pc:sldMkLst>
          <pc:docMk/>
          <pc:sldMk cId="3521947670" sldId="298"/>
        </pc:sldMkLst>
      </pc:sldChg>
      <pc:sldChg chg="addSp modSp add">
        <pc:chgData name="이 은찬" userId="7171d596-a1e6-43c2-b263-57fdfdab9399" providerId="ADAL" clId="{7241B469-6F7B-4CDE-BA0B-9A3409BB4834}" dt="2026-10-03T09:15:55.910" v="5359"/>
        <pc:sldMkLst>
          <pc:docMk/>
          <pc:sldMk cId="834068119" sldId="299"/>
        </pc:sldMkLst>
        <pc:spChg chg="mod">
          <ac:chgData name="이 은찬" userId="7171d596-a1e6-43c2-b263-57fdfdab9399" providerId="ADAL" clId="{7241B469-6F7B-4CDE-BA0B-9A3409BB4834}" dt="2026-10-03T09:15:55.910" v="5359"/>
          <ac:spMkLst>
            <pc:docMk/>
            <pc:sldMk cId="834068119" sldId="299"/>
            <ac:spMk id="4" creationId="{17B400B7-43BF-F605-0D1F-D8BBFE2CAE87}"/>
          </ac:spMkLst>
        </pc:spChg>
        <pc:spChg chg="mod">
          <ac:chgData name="이 은찬" userId="7171d596-a1e6-43c2-b263-57fdfdab9399" providerId="ADAL" clId="{7241B469-6F7B-4CDE-BA0B-9A3409BB4834}" dt="2026-10-03T09:15:55.910" v="5359"/>
          <ac:spMkLst>
            <pc:docMk/>
            <pc:sldMk cId="834068119" sldId="299"/>
            <ac:spMk id="5" creationId="{B7CFC0CA-6DE1-9E96-4B82-0B39657007EC}"/>
          </ac:spMkLst>
        </pc:spChg>
        <pc:spChg chg="mod">
          <ac:chgData name="이 은찬" userId="7171d596-a1e6-43c2-b263-57fdfdab9399" providerId="ADAL" clId="{7241B469-6F7B-4CDE-BA0B-9A3409BB4834}" dt="2026-10-03T09:15:55.910" v="5359"/>
          <ac:spMkLst>
            <pc:docMk/>
            <pc:sldMk cId="834068119" sldId="299"/>
            <ac:spMk id="6" creationId="{9F5B42F9-8B1D-20FE-22DE-C9EA8B020A93}"/>
          </ac:spMkLst>
        </pc:spChg>
        <pc:grpChg chg="add mod">
          <ac:chgData name="이 은찬" userId="7171d596-a1e6-43c2-b263-57fdfdab9399" providerId="ADAL" clId="{7241B469-6F7B-4CDE-BA0B-9A3409BB4834}" dt="2026-10-03T09:15:55.910" v="5359"/>
          <ac:grpSpMkLst>
            <pc:docMk/>
            <pc:sldMk cId="834068119" sldId="299"/>
            <ac:grpSpMk id="2" creationId="{AA2319AA-D7EE-4908-8D9E-4791BD48FF3F}"/>
          </ac:grpSpMkLst>
        </pc:grpChg>
        <pc:grpChg chg="mod">
          <ac:chgData name="이 은찬" userId="7171d596-a1e6-43c2-b263-57fdfdab9399" providerId="ADAL" clId="{7241B469-6F7B-4CDE-BA0B-9A3409BB4834}" dt="2026-10-03T09:15:55.910" v="5359"/>
          <ac:grpSpMkLst>
            <pc:docMk/>
            <pc:sldMk cId="834068119" sldId="299"/>
            <ac:grpSpMk id="3" creationId="{01124F9F-83F6-A95F-A9F8-E7EA1F8D0EB0}"/>
          </ac:grpSpMkLst>
        </pc:grpChg>
        <pc:graphicFrameChg chg="add mod">
          <ac:chgData name="이 은찬" userId="7171d596-a1e6-43c2-b263-57fdfdab9399" providerId="ADAL" clId="{7241B469-6F7B-4CDE-BA0B-9A3409BB4834}" dt="2026-10-03T09:15:55.910" v="5359"/>
          <ac:graphicFrameMkLst>
            <pc:docMk/>
            <pc:sldMk cId="834068119" sldId="299"/>
            <ac:graphicFrameMk id="7" creationId="{3FE34DBD-5690-CE26-A656-EAA4C8926274}"/>
          </ac:graphicFrameMkLst>
        </pc:graphicFrameChg>
      </pc:sldChg>
    </pc:docChg>
  </pc:docChgLst>
  <pc:docChgLst>
    <pc:chgData name="이 은찬" userId="7171d596-a1e6-43c2-b263-57fdfdab9399" providerId="ADAL" clId="{DA5D67FD-7EFE-4B61-8369-8F9F6D30E81F}"/>
    <pc:docChg chg="undo redo custSel addSld delSld modSld">
      <pc:chgData name="이 은찬" userId="7171d596-a1e6-43c2-b263-57fdfdab9399" providerId="ADAL" clId="{DA5D67FD-7EFE-4B61-8369-8F9F6D30E81F}" dt="2026-10-03T13:47:47.993" v="6614"/>
      <pc:docMkLst>
        <pc:docMk/>
      </pc:docMkLst>
      <pc:sldChg chg="addSp modSp mod">
        <pc:chgData name="이 은찬" userId="7171d596-a1e6-43c2-b263-57fdfdab9399" providerId="ADAL" clId="{DA5D67FD-7EFE-4B61-8369-8F9F6D30E81F}" dt="2026-10-03T09:20:12.885" v="12" actId="20577"/>
        <pc:sldMkLst>
          <pc:docMk/>
          <pc:sldMk cId="2746174679" sldId="264"/>
        </pc:sldMkLst>
        <pc:spChg chg="mod">
          <ac:chgData name="이 은찬" userId="7171d596-a1e6-43c2-b263-57fdfdab9399" providerId="ADAL" clId="{DA5D67FD-7EFE-4B61-8369-8F9F6D30E81F}" dt="2026-10-03T09:20:12.885" v="12" actId="20577"/>
          <ac:spMkLst>
            <pc:docMk/>
            <pc:sldMk cId="2746174679" sldId="264"/>
            <ac:spMk id="4" creationId="{FA334E57-535E-D53B-C8AD-17A1D28241E4}"/>
          </ac:spMkLst>
        </pc:spChg>
        <pc:spChg chg="add mod">
          <ac:chgData name="이 은찬" userId="7171d596-a1e6-43c2-b263-57fdfdab9399" providerId="ADAL" clId="{DA5D67FD-7EFE-4B61-8369-8F9F6D30E81F}" dt="2026-10-03T09:19:36.975" v="6"/>
          <ac:spMkLst>
            <pc:docMk/>
            <pc:sldMk cId="2746174679" sldId="264"/>
            <ac:spMk id="5" creationId="{1C496EF9-AD23-B47A-4FB1-CEA92073F32C}"/>
          </ac:spMkLst>
        </pc:spChg>
        <pc:spChg chg="add mod">
          <ac:chgData name="이 은찬" userId="7171d596-a1e6-43c2-b263-57fdfdab9399" providerId="ADAL" clId="{DA5D67FD-7EFE-4B61-8369-8F9F6D30E81F}" dt="2026-10-03T09:19:47.962" v="8"/>
          <ac:spMkLst>
            <pc:docMk/>
            <pc:sldMk cId="2746174679" sldId="264"/>
            <ac:spMk id="6" creationId="{EDBFDDA4-8487-5257-F428-9C2FDB9AE840}"/>
          </ac:spMkLst>
        </pc:spChg>
        <pc:spChg chg="mod">
          <ac:chgData name="이 은찬" userId="7171d596-a1e6-43c2-b263-57fdfdab9399" providerId="ADAL" clId="{DA5D67FD-7EFE-4B61-8369-8F9F6D30E81F}" dt="2026-10-03T09:18:56.780" v="1" actId="20577"/>
          <ac:spMkLst>
            <pc:docMk/>
            <pc:sldMk cId="2746174679" sldId="264"/>
            <ac:spMk id="8" creationId="{8A85E423-5130-678A-F2A2-6017CB42FB8E}"/>
          </ac:spMkLst>
        </pc:spChg>
        <pc:spChg chg="mod">
          <ac:chgData name="이 은찬" userId="7171d596-a1e6-43c2-b263-57fdfdab9399" providerId="ADAL" clId="{DA5D67FD-7EFE-4B61-8369-8F9F6D30E81F}" dt="2026-10-03T09:19:59.177" v="9"/>
          <ac:spMkLst>
            <pc:docMk/>
            <pc:sldMk cId="2746174679" sldId="264"/>
            <ac:spMk id="32" creationId="{00000000-0000-0000-0000-000000000000}"/>
          </ac:spMkLst>
        </pc:spChg>
      </pc:sldChg>
      <pc:sldChg chg="modSp mod">
        <pc:chgData name="이 은찬" userId="7171d596-a1e6-43c2-b263-57fdfdab9399" providerId="ADAL" clId="{DA5D67FD-7EFE-4B61-8369-8F9F6D30E81F}" dt="2026-10-03T09:45:25.404" v="920"/>
        <pc:sldMkLst>
          <pc:docMk/>
          <pc:sldMk cId="1828356913" sldId="265"/>
        </pc:sldMkLst>
        <pc:spChg chg="mod">
          <ac:chgData name="이 은찬" userId="7171d596-a1e6-43c2-b263-57fdfdab9399" providerId="ADAL" clId="{DA5D67FD-7EFE-4B61-8369-8F9F6D30E81F}" dt="2026-10-03T09:45:25.404" v="920"/>
          <ac:spMkLst>
            <pc:docMk/>
            <pc:sldMk cId="1828356913" sldId="265"/>
            <ac:spMk id="3" creationId="{A0A52C7F-80DB-1F40-2637-9FB6949E0EB8}"/>
          </ac:spMkLst>
        </pc:spChg>
      </pc:sldChg>
      <pc:sldChg chg="addSp delSp modSp add del mod">
        <pc:chgData name="이 은찬" userId="7171d596-a1e6-43c2-b263-57fdfdab9399" providerId="ADAL" clId="{DA5D67FD-7EFE-4B61-8369-8F9F6D30E81F}" dt="2026-10-03T09:45:04.067" v="916" actId="47"/>
        <pc:sldMkLst>
          <pc:docMk/>
          <pc:sldMk cId="4246831794" sldId="266"/>
        </pc:sldMkLst>
        <pc:spChg chg="mod">
          <ac:chgData name="이 은찬" userId="7171d596-a1e6-43c2-b263-57fdfdab9399" providerId="ADAL" clId="{DA5D67FD-7EFE-4B61-8369-8F9F6D30E81F}" dt="2026-10-03T09:29:22.276" v="105" actId="20577"/>
          <ac:spMkLst>
            <pc:docMk/>
            <pc:sldMk cId="4246831794" sldId="266"/>
            <ac:spMk id="2" creationId="{00000000-0000-0000-0000-000000000000}"/>
          </ac:spMkLst>
        </pc:spChg>
        <pc:spChg chg="add del">
          <ac:chgData name="이 은찬" userId="7171d596-a1e6-43c2-b263-57fdfdab9399" providerId="ADAL" clId="{DA5D67FD-7EFE-4B61-8369-8F9F6D30E81F}" dt="2026-10-03T09:31:25.707" v="321" actId="478"/>
          <ac:spMkLst>
            <pc:docMk/>
            <pc:sldMk cId="4246831794" sldId="266"/>
            <ac:spMk id="4" creationId="{478E83B3-0D1F-8C33-185D-0525C56788A8}"/>
          </ac:spMkLst>
        </pc:spChg>
        <pc:spChg chg="add del">
          <ac:chgData name="이 은찬" userId="7171d596-a1e6-43c2-b263-57fdfdab9399" providerId="ADAL" clId="{DA5D67FD-7EFE-4B61-8369-8F9F6D30E81F}" dt="2026-10-03T09:31:26.176" v="322" actId="478"/>
          <ac:spMkLst>
            <pc:docMk/>
            <pc:sldMk cId="4246831794" sldId="266"/>
            <ac:spMk id="11" creationId="{633A60DF-EA79-DF55-16FD-AB2777B25155}"/>
          </ac:spMkLst>
        </pc:spChg>
        <pc:spChg chg="mod">
          <ac:chgData name="이 은찬" userId="7171d596-a1e6-43c2-b263-57fdfdab9399" providerId="ADAL" clId="{DA5D67FD-7EFE-4B61-8369-8F9F6D30E81F}" dt="2026-10-03T09:31:14.485" v="318" actId="20577"/>
          <ac:spMkLst>
            <pc:docMk/>
            <pc:sldMk cId="4246831794" sldId="266"/>
            <ac:spMk id="14" creationId="{D8E5F600-0999-9422-1C3C-8299F3CA9C9E}"/>
          </ac:spMkLst>
        </pc:spChg>
      </pc:sldChg>
      <pc:sldChg chg="modSp mod">
        <pc:chgData name="이 은찬" userId="7171d596-a1e6-43c2-b263-57fdfdab9399" providerId="ADAL" clId="{DA5D67FD-7EFE-4B61-8369-8F9F6D30E81F}" dt="2026-10-03T09:45:54.377" v="928" actId="1076"/>
        <pc:sldMkLst>
          <pc:docMk/>
          <pc:sldMk cId="1468056876" sldId="272"/>
        </pc:sldMkLst>
        <pc:spChg chg="mod">
          <ac:chgData name="이 은찬" userId="7171d596-a1e6-43c2-b263-57fdfdab9399" providerId="ADAL" clId="{DA5D67FD-7EFE-4B61-8369-8F9F6D30E81F}" dt="2026-10-03T09:45:47.592" v="926"/>
          <ac:spMkLst>
            <pc:docMk/>
            <pc:sldMk cId="1468056876" sldId="272"/>
            <ac:spMk id="7" creationId="{BA6F16A0-9C58-E2C5-EAC6-285D5992B700}"/>
          </ac:spMkLst>
        </pc:spChg>
        <pc:spChg chg="mod">
          <ac:chgData name="이 은찬" userId="7171d596-a1e6-43c2-b263-57fdfdab9399" providerId="ADAL" clId="{DA5D67FD-7EFE-4B61-8369-8F9F6D30E81F}" dt="2026-10-03T09:45:41.054" v="923"/>
          <ac:spMkLst>
            <pc:docMk/>
            <pc:sldMk cId="1468056876" sldId="272"/>
            <ac:spMk id="9" creationId="{DFD1A338-1A2E-A94C-E877-B5FD7BF6AB01}"/>
          </ac:spMkLst>
        </pc:spChg>
        <pc:grpChg chg="mod">
          <ac:chgData name="이 은찬" userId="7171d596-a1e6-43c2-b263-57fdfdab9399" providerId="ADAL" clId="{DA5D67FD-7EFE-4B61-8369-8F9F6D30E81F}" dt="2026-10-03T09:45:54.377" v="928" actId="1076"/>
          <ac:grpSpMkLst>
            <pc:docMk/>
            <pc:sldMk cId="1468056876" sldId="272"/>
            <ac:grpSpMk id="16" creationId="{B289915A-2A60-08F2-7A82-411A80B14F98}"/>
          </ac:grpSpMkLst>
        </pc:grpChg>
      </pc:sldChg>
      <pc:sldChg chg="del">
        <pc:chgData name="이 은찬" userId="7171d596-a1e6-43c2-b263-57fdfdab9399" providerId="ADAL" clId="{DA5D67FD-7EFE-4B61-8369-8F9F6D30E81F}" dt="2026-10-03T13:04:12.525" v="5670" actId="47"/>
        <pc:sldMkLst>
          <pc:docMk/>
          <pc:sldMk cId="1345329290" sldId="279"/>
        </pc:sldMkLst>
      </pc:sldChg>
      <pc:sldChg chg="addSp delSp modSp mod">
        <pc:chgData name="이 은찬" userId="7171d596-a1e6-43c2-b263-57fdfdab9399" providerId="ADAL" clId="{DA5D67FD-7EFE-4B61-8369-8F9F6D30E81F}" dt="2026-10-03T13:30:09.751" v="6173" actId="20577"/>
        <pc:sldMkLst>
          <pc:docMk/>
          <pc:sldMk cId="0" sldId="283"/>
        </pc:sldMkLst>
        <pc:spChg chg="mod">
          <ac:chgData name="이 은찬" userId="7171d596-a1e6-43c2-b263-57fdfdab9399" providerId="ADAL" clId="{DA5D67FD-7EFE-4B61-8369-8F9F6D30E81F}" dt="2026-10-03T09:25:41.459" v="47" actId="20577"/>
          <ac:spMkLst>
            <pc:docMk/>
            <pc:sldMk cId="0" sldId="283"/>
            <ac:spMk id="5" creationId="{A9987F09-2E70-65FA-07B9-57FDBAFFED31}"/>
          </ac:spMkLst>
        </pc:spChg>
        <pc:spChg chg="add del mod">
          <ac:chgData name="이 은찬" userId="7171d596-a1e6-43c2-b263-57fdfdab9399" providerId="ADAL" clId="{DA5D67FD-7EFE-4B61-8369-8F9F6D30E81F}" dt="2026-10-03T09:25:39.894" v="44" actId="478"/>
          <ac:spMkLst>
            <pc:docMk/>
            <pc:sldMk cId="0" sldId="283"/>
            <ac:spMk id="6" creationId="{EA4A94B1-8C04-5570-A2F4-BA4C523B7DE8}"/>
          </ac:spMkLst>
        </pc:spChg>
        <pc:spChg chg="add mod">
          <ac:chgData name="이 은찬" userId="7171d596-a1e6-43c2-b263-57fdfdab9399" providerId="ADAL" clId="{DA5D67FD-7EFE-4B61-8369-8F9F6D30E81F}" dt="2026-10-03T09:25:08.658" v="43" actId="1076"/>
          <ac:spMkLst>
            <pc:docMk/>
            <pc:sldMk cId="0" sldId="283"/>
            <ac:spMk id="10" creationId="{6D86CEE3-FA43-2D33-D305-1F16FA0F7982}"/>
          </ac:spMkLst>
        </pc:spChg>
        <pc:spChg chg="del mod">
          <ac:chgData name="이 은찬" userId="7171d596-a1e6-43c2-b263-57fdfdab9399" providerId="ADAL" clId="{DA5D67FD-7EFE-4B61-8369-8F9F6D30E81F}" dt="2026-10-03T09:24:32.640" v="42" actId="478"/>
          <ac:spMkLst>
            <pc:docMk/>
            <pc:sldMk cId="0" sldId="283"/>
            <ac:spMk id="22" creationId="{2C270440-D40B-364B-8BEE-F08A6EE3A51A}"/>
          </ac:spMkLst>
        </pc:spChg>
        <pc:spChg chg="mod">
          <ac:chgData name="이 은찬" userId="7171d596-a1e6-43c2-b263-57fdfdab9399" providerId="ADAL" clId="{DA5D67FD-7EFE-4B61-8369-8F9F6D30E81F}" dt="2026-10-03T13:30:09.751" v="6173" actId="20577"/>
          <ac:spMkLst>
            <pc:docMk/>
            <pc:sldMk cId="0" sldId="283"/>
            <ac:spMk id="25" creationId="{923CEA3C-687A-33A9-F268-DAD19E2A567F}"/>
          </ac:spMkLst>
        </pc:spChg>
        <pc:spChg chg="mod">
          <ac:chgData name="이 은찬" userId="7171d596-a1e6-43c2-b263-57fdfdab9399" providerId="ADAL" clId="{DA5D67FD-7EFE-4B61-8369-8F9F6D30E81F}" dt="2026-10-03T09:21:42.538" v="25" actId="207"/>
          <ac:spMkLst>
            <pc:docMk/>
            <pc:sldMk cId="0" sldId="283"/>
            <ac:spMk id="102" creationId="{00000000-0000-0000-0000-000000000000}"/>
          </ac:spMkLst>
        </pc:spChg>
        <pc:spChg chg="mod">
          <ac:chgData name="이 은찬" userId="7171d596-a1e6-43c2-b263-57fdfdab9399" providerId="ADAL" clId="{DA5D67FD-7EFE-4B61-8369-8F9F6D30E81F}" dt="2026-10-03T09:22:05.953" v="28" actId="207"/>
          <ac:spMkLst>
            <pc:docMk/>
            <pc:sldMk cId="0" sldId="283"/>
            <ac:spMk id="104" creationId="{00000000-0000-0000-0000-000000000000}"/>
          </ac:spMkLst>
        </pc:spChg>
        <pc:picChg chg="del">
          <ac:chgData name="이 은찬" userId="7171d596-a1e6-43c2-b263-57fdfdab9399" providerId="ADAL" clId="{DA5D67FD-7EFE-4B61-8369-8F9F6D30E81F}" dt="2026-10-03T09:22:21.889" v="32" actId="478"/>
          <ac:picMkLst>
            <pc:docMk/>
            <pc:sldMk cId="0" sldId="283"/>
            <ac:picMk id="6" creationId="{D620B125-0917-DD17-B88E-E3B771C4D5D6}"/>
          </ac:picMkLst>
        </pc:picChg>
        <pc:picChg chg="add mod">
          <ac:chgData name="이 은찬" userId="7171d596-a1e6-43c2-b263-57fdfdab9399" providerId="ADAL" clId="{DA5D67FD-7EFE-4B61-8369-8F9F6D30E81F}" dt="2026-10-03T09:22:26.606" v="33" actId="1076"/>
          <ac:picMkLst>
            <pc:docMk/>
            <pc:sldMk cId="0" sldId="283"/>
            <ac:picMk id="7" creationId="{CF6BB8E5-7A87-189C-0F3A-CBBEAF1178CA}"/>
          </ac:picMkLst>
        </pc:picChg>
        <pc:picChg chg="mod">
          <ac:chgData name="이 은찬" userId="7171d596-a1e6-43c2-b263-57fdfdab9399" providerId="ADAL" clId="{DA5D67FD-7EFE-4B61-8369-8F9F6D30E81F}" dt="2026-10-03T09:21:53.846" v="26"/>
          <ac:picMkLst>
            <pc:docMk/>
            <pc:sldMk cId="0" sldId="283"/>
            <ac:picMk id="13" creationId="{D8F4C225-D12B-793F-5AE4-A66C69E36502}"/>
          </ac:picMkLst>
        </pc:picChg>
        <pc:picChg chg="mod">
          <ac:chgData name="이 은찬" userId="7171d596-a1e6-43c2-b263-57fdfdab9399" providerId="ADAL" clId="{DA5D67FD-7EFE-4B61-8369-8F9F6D30E81F}" dt="2026-10-03T09:21:57.710" v="27"/>
          <ac:picMkLst>
            <pc:docMk/>
            <pc:sldMk cId="0" sldId="283"/>
            <ac:picMk id="15" creationId="{E9A56EA5-FFDF-771C-C13B-6290377B09A0}"/>
          </ac:picMkLst>
        </pc:picChg>
      </pc:sldChg>
      <pc:sldChg chg="modSp del mod">
        <pc:chgData name="이 은찬" userId="7171d596-a1e6-43c2-b263-57fdfdab9399" providerId="ADAL" clId="{DA5D67FD-7EFE-4B61-8369-8F9F6D30E81F}" dt="2026-10-03T09:54:29.262" v="963" actId="47"/>
        <pc:sldMkLst>
          <pc:docMk/>
          <pc:sldMk cId="618715306" sldId="284"/>
        </pc:sldMkLst>
        <pc:spChg chg="mod">
          <ac:chgData name="이 은찬" userId="7171d596-a1e6-43c2-b263-57fdfdab9399" providerId="ADAL" clId="{DA5D67FD-7EFE-4B61-8369-8F9F6D30E81F}" dt="2026-10-03T09:46:34.395" v="936" actId="20577"/>
          <ac:spMkLst>
            <pc:docMk/>
            <pc:sldMk cId="618715306" sldId="284"/>
            <ac:spMk id="9" creationId="{00000000-0000-0000-0000-000000000000}"/>
          </ac:spMkLst>
        </pc:spChg>
      </pc:sldChg>
      <pc:sldChg chg="del">
        <pc:chgData name="이 은찬" userId="7171d596-a1e6-43c2-b263-57fdfdab9399" providerId="ADAL" clId="{DA5D67FD-7EFE-4B61-8369-8F9F6D30E81F}" dt="2026-10-03T09:45:05.477" v="917" actId="47"/>
        <pc:sldMkLst>
          <pc:docMk/>
          <pc:sldMk cId="2542867423" sldId="285"/>
        </pc:sldMkLst>
      </pc:sldChg>
      <pc:sldChg chg="del">
        <pc:chgData name="이 은찬" userId="7171d596-a1e6-43c2-b263-57fdfdab9399" providerId="ADAL" clId="{DA5D67FD-7EFE-4B61-8369-8F9F6D30E81F}" dt="2026-10-03T13:04:04.097" v="5664" actId="47"/>
        <pc:sldMkLst>
          <pc:docMk/>
          <pc:sldMk cId="3473696529" sldId="286"/>
        </pc:sldMkLst>
      </pc:sldChg>
      <pc:sldChg chg="del">
        <pc:chgData name="이 은찬" userId="7171d596-a1e6-43c2-b263-57fdfdab9399" providerId="ADAL" clId="{DA5D67FD-7EFE-4B61-8369-8F9F6D30E81F}" dt="2026-10-03T13:04:05.231" v="5665" actId="47"/>
        <pc:sldMkLst>
          <pc:docMk/>
          <pc:sldMk cId="1571869871" sldId="288"/>
        </pc:sldMkLst>
      </pc:sldChg>
      <pc:sldChg chg="addSp delSp modSp mod">
        <pc:chgData name="이 은찬" userId="7171d596-a1e6-43c2-b263-57fdfdab9399" providerId="ADAL" clId="{DA5D67FD-7EFE-4B61-8369-8F9F6D30E81F}" dt="2026-10-03T13:18:10.901" v="6111"/>
        <pc:sldMkLst>
          <pc:docMk/>
          <pc:sldMk cId="2768174384" sldId="294"/>
        </pc:sldMkLst>
        <pc:spChg chg="mod">
          <ac:chgData name="이 은찬" userId="7171d596-a1e6-43c2-b263-57fdfdab9399" providerId="ADAL" clId="{DA5D67FD-7EFE-4B61-8369-8F9F6D30E81F}" dt="2026-10-03T13:15:47.409" v="6101" actId="20577"/>
          <ac:spMkLst>
            <pc:docMk/>
            <pc:sldMk cId="2768174384" sldId="294"/>
            <ac:spMk id="2" creationId="{BD2BA96E-A503-E600-DCB9-64F97FC65F5D}"/>
          </ac:spMkLst>
        </pc:spChg>
        <pc:spChg chg="add">
          <ac:chgData name="이 은찬" userId="7171d596-a1e6-43c2-b263-57fdfdab9399" providerId="ADAL" clId="{DA5D67FD-7EFE-4B61-8369-8F9F6D30E81F}" dt="2026-10-03T13:17:49.278" v="6102"/>
          <ac:spMkLst>
            <pc:docMk/>
            <pc:sldMk cId="2768174384" sldId="294"/>
            <ac:spMk id="4" creationId="{65269C41-89D2-8B69-A458-95889FC5C659}"/>
          </ac:spMkLst>
        </pc:spChg>
        <pc:picChg chg="add del mod">
          <ac:chgData name="이 은찬" userId="7171d596-a1e6-43c2-b263-57fdfdab9399" providerId="ADAL" clId="{DA5D67FD-7EFE-4B61-8369-8F9F6D30E81F}" dt="2026-10-03T13:18:09.437" v="6108" actId="478"/>
          <ac:picMkLst>
            <pc:docMk/>
            <pc:sldMk cId="2768174384" sldId="294"/>
            <ac:picMk id="5" creationId="{5CD4A3A3-94B8-AD12-AD8A-B35B453F26E9}"/>
          </ac:picMkLst>
        </pc:picChg>
        <pc:picChg chg="add mod">
          <ac:chgData name="이 은찬" userId="7171d596-a1e6-43c2-b263-57fdfdab9399" providerId="ADAL" clId="{DA5D67FD-7EFE-4B61-8369-8F9F6D30E81F}" dt="2026-10-03T13:18:10.901" v="6111"/>
          <ac:picMkLst>
            <pc:docMk/>
            <pc:sldMk cId="2768174384" sldId="294"/>
            <ac:picMk id="6" creationId="{27585B87-8B58-C287-0541-8F0B665C8A7E}"/>
          </ac:picMkLst>
        </pc:picChg>
        <pc:picChg chg="del mod">
          <ac:chgData name="이 은찬" userId="7171d596-a1e6-43c2-b263-57fdfdab9399" providerId="ADAL" clId="{DA5D67FD-7EFE-4B61-8369-8F9F6D30E81F}" dt="2026-10-03T13:18:09.846" v="6110" actId="478"/>
          <ac:picMkLst>
            <pc:docMk/>
            <pc:sldMk cId="2768174384" sldId="294"/>
            <ac:picMk id="11" creationId="{493018B0-CE4A-D0BF-446D-44B1EFCA6D20}"/>
          </ac:picMkLst>
        </pc:picChg>
      </pc:sldChg>
      <pc:sldChg chg="del">
        <pc:chgData name="이 은찬" userId="7171d596-a1e6-43c2-b263-57fdfdab9399" providerId="ADAL" clId="{DA5D67FD-7EFE-4B61-8369-8F9F6D30E81F}" dt="2026-10-03T13:04:06.082" v="5666" actId="47"/>
        <pc:sldMkLst>
          <pc:docMk/>
          <pc:sldMk cId="1866115114" sldId="295"/>
        </pc:sldMkLst>
      </pc:sldChg>
      <pc:sldChg chg="del">
        <pc:chgData name="이 은찬" userId="7171d596-a1e6-43c2-b263-57fdfdab9399" providerId="ADAL" clId="{DA5D67FD-7EFE-4B61-8369-8F9F6D30E81F}" dt="2026-10-03T13:04:07.039" v="5667" actId="47"/>
        <pc:sldMkLst>
          <pc:docMk/>
          <pc:sldMk cId="4075735417" sldId="296"/>
        </pc:sldMkLst>
      </pc:sldChg>
      <pc:sldChg chg="del">
        <pc:chgData name="이 은찬" userId="7171d596-a1e6-43c2-b263-57fdfdab9399" providerId="ADAL" clId="{DA5D67FD-7EFE-4B61-8369-8F9F6D30E81F}" dt="2026-10-03T13:04:07.886" v="5668" actId="47"/>
        <pc:sldMkLst>
          <pc:docMk/>
          <pc:sldMk cId="3289749149" sldId="297"/>
        </pc:sldMkLst>
      </pc:sldChg>
      <pc:sldChg chg="del">
        <pc:chgData name="이 은찬" userId="7171d596-a1e6-43c2-b263-57fdfdab9399" providerId="ADAL" clId="{DA5D67FD-7EFE-4B61-8369-8F9F6D30E81F}" dt="2026-10-03T13:04:08.726" v="5669" actId="47"/>
        <pc:sldMkLst>
          <pc:docMk/>
          <pc:sldMk cId="834068119" sldId="299"/>
        </pc:sldMkLst>
      </pc:sldChg>
      <pc:sldChg chg="addSp delSp modSp add mod">
        <pc:chgData name="이 은찬" userId="7171d596-a1e6-43c2-b263-57fdfdab9399" providerId="ADAL" clId="{DA5D67FD-7EFE-4B61-8369-8F9F6D30E81F}" dt="2026-10-03T13:41:02.651" v="6548" actId="14100"/>
        <pc:sldMkLst>
          <pc:docMk/>
          <pc:sldMk cId="3531049374" sldId="300"/>
        </pc:sldMkLst>
        <pc:spChg chg="del">
          <ac:chgData name="이 은찬" userId="7171d596-a1e6-43c2-b263-57fdfdab9399" providerId="ADAL" clId="{DA5D67FD-7EFE-4B61-8369-8F9F6D30E81F}" dt="2026-10-03T09:32:06.301" v="325" actId="478"/>
          <ac:spMkLst>
            <pc:docMk/>
            <pc:sldMk cId="3531049374" sldId="300"/>
            <ac:spMk id="4" creationId="{478E83B3-0D1F-8C33-185D-0525C56788A8}"/>
          </ac:spMkLst>
        </pc:spChg>
        <pc:spChg chg="add mod">
          <ac:chgData name="이 은찬" userId="7171d596-a1e6-43c2-b263-57fdfdab9399" providerId="ADAL" clId="{DA5D67FD-7EFE-4B61-8369-8F9F6D30E81F}" dt="2026-10-03T13:41:02.651" v="6548" actId="14100"/>
          <ac:spMkLst>
            <pc:docMk/>
            <pc:sldMk cId="3531049374" sldId="300"/>
            <ac:spMk id="4" creationId="{77079039-266D-4F01-DD58-898AD18FF396}"/>
          </ac:spMkLst>
        </pc:spChg>
        <pc:spChg chg="add del mod">
          <ac:chgData name="이 은찬" userId="7171d596-a1e6-43c2-b263-57fdfdab9399" providerId="ADAL" clId="{DA5D67FD-7EFE-4B61-8369-8F9F6D30E81F}" dt="2026-10-03T09:43:35.585" v="863" actId="478"/>
          <ac:spMkLst>
            <pc:docMk/>
            <pc:sldMk cId="3531049374" sldId="300"/>
            <ac:spMk id="6" creationId="{D1934266-5FBD-8AF5-60E2-DB0D0336E81C}"/>
          </ac:spMkLst>
        </pc:spChg>
        <pc:spChg chg="add del mod">
          <ac:chgData name="이 은찬" userId="7171d596-a1e6-43c2-b263-57fdfdab9399" providerId="ADAL" clId="{DA5D67FD-7EFE-4B61-8369-8F9F6D30E81F}" dt="2026-10-03T09:38:22.165" v="418" actId="478"/>
          <ac:spMkLst>
            <pc:docMk/>
            <pc:sldMk cId="3531049374" sldId="300"/>
            <ac:spMk id="8" creationId="{2C558C86-BACC-3861-3212-38545D8B2BD4}"/>
          </ac:spMkLst>
        </pc:spChg>
        <pc:spChg chg="add">
          <ac:chgData name="이 은찬" userId="7171d596-a1e6-43c2-b263-57fdfdab9399" providerId="ADAL" clId="{DA5D67FD-7EFE-4B61-8369-8F9F6D30E81F}" dt="2026-10-03T09:36:57.077" v="400"/>
          <ac:spMkLst>
            <pc:docMk/>
            <pc:sldMk cId="3531049374" sldId="300"/>
            <ac:spMk id="10" creationId="{F1BDF266-CA3F-DBF7-A25E-A384733B3374}"/>
          </ac:spMkLst>
        </pc:spChg>
        <pc:spChg chg="del">
          <ac:chgData name="이 은찬" userId="7171d596-a1e6-43c2-b263-57fdfdab9399" providerId="ADAL" clId="{DA5D67FD-7EFE-4B61-8369-8F9F6D30E81F}" dt="2026-10-03T09:32:04.521" v="324" actId="478"/>
          <ac:spMkLst>
            <pc:docMk/>
            <pc:sldMk cId="3531049374" sldId="300"/>
            <ac:spMk id="11" creationId="{633A60DF-EA79-DF55-16FD-AB2777B25155}"/>
          </ac:spMkLst>
        </pc:spChg>
        <pc:spChg chg="add del mod">
          <ac:chgData name="이 은찬" userId="7171d596-a1e6-43c2-b263-57fdfdab9399" providerId="ADAL" clId="{DA5D67FD-7EFE-4B61-8369-8F9F6D30E81F}" dt="2026-10-03T09:43:35.585" v="863" actId="478"/>
          <ac:spMkLst>
            <pc:docMk/>
            <pc:sldMk cId="3531049374" sldId="300"/>
            <ac:spMk id="13" creationId="{ACF6D010-77F3-39AC-C5FA-467813D17AE7}"/>
          </ac:spMkLst>
        </pc:spChg>
        <pc:spChg chg="add del mod">
          <ac:chgData name="이 은찬" userId="7171d596-a1e6-43c2-b263-57fdfdab9399" providerId="ADAL" clId="{DA5D67FD-7EFE-4B61-8369-8F9F6D30E81F}" dt="2026-10-03T09:43:35.585" v="863" actId="478"/>
          <ac:spMkLst>
            <pc:docMk/>
            <pc:sldMk cId="3531049374" sldId="300"/>
            <ac:spMk id="17" creationId="{6993C78D-14B9-CDA4-EFE8-CE1EBC36D8C6}"/>
          </ac:spMkLst>
        </pc:spChg>
        <pc:spChg chg="add del mod">
          <ac:chgData name="이 은찬" userId="7171d596-a1e6-43c2-b263-57fdfdab9399" providerId="ADAL" clId="{DA5D67FD-7EFE-4B61-8369-8F9F6D30E81F}" dt="2026-10-03T09:43:33.373" v="862" actId="478"/>
          <ac:spMkLst>
            <pc:docMk/>
            <pc:sldMk cId="3531049374" sldId="300"/>
            <ac:spMk id="18" creationId="{4C6E9032-1235-140D-0757-ACBAD9B53D41}"/>
          </ac:spMkLst>
        </pc:spChg>
        <pc:spChg chg="add mod">
          <ac:chgData name="이 은찬" userId="7171d596-a1e6-43c2-b263-57fdfdab9399" providerId="ADAL" clId="{DA5D67FD-7EFE-4B61-8369-8F9F6D30E81F}" dt="2026-10-03T09:44:29.275" v="909" actId="404"/>
          <ac:spMkLst>
            <pc:docMk/>
            <pc:sldMk cId="3531049374" sldId="300"/>
            <ac:spMk id="19" creationId="{FC516952-95E7-E5F8-6494-6D0DE03BD80B}"/>
          </ac:spMkLst>
        </pc:spChg>
        <pc:spChg chg="add mod">
          <ac:chgData name="이 은찬" userId="7171d596-a1e6-43c2-b263-57fdfdab9399" providerId="ADAL" clId="{DA5D67FD-7EFE-4B61-8369-8F9F6D30E81F}" dt="2026-10-03T09:44:44.402" v="911" actId="14100"/>
          <ac:spMkLst>
            <pc:docMk/>
            <pc:sldMk cId="3531049374" sldId="300"/>
            <ac:spMk id="20" creationId="{5FE9F9C5-68CA-B495-E4E2-8327B94779EE}"/>
          </ac:spMkLst>
        </pc:spChg>
        <pc:picChg chg="add mod">
          <ac:chgData name="이 은찬" userId="7171d596-a1e6-43c2-b263-57fdfdab9399" providerId="ADAL" clId="{DA5D67FD-7EFE-4B61-8369-8F9F6D30E81F}" dt="2026-10-03T13:41:01.999" v="6545" actId="14100"/>
          <ac:picMkLst>
            <pc:docMk/>
            <pc:sldMk cId="3531049374" sldId="300"/>
            <ac:picMk id="12" creationId="{D6EA2FBD-E4F0-16D0-77F4-E389861828F3}"/>
          </ac:picMkLst>
        </pc:picChg>
      </pc:sldChg>
      <pc:sldChg chg="addSp modSp add mod">
        <pc:chgData name="이 은찬" userId="7171d596-a1e6-43c2-b263-57fdfdab9399" providerId="ADAL" clId="{DA5D67FD-7EFE-4B61-8369-8F9F6D30E81F}" dt="2026-10-03T13:41:04.409" v="6552" actId="1036"/>
        <pc:sldMkLst>
          <pc:docMk/>
          <pc:sldMk cId="4117550637" sldId="301"/>
        </pc:sldMkLst>
        <pc:spChg chg="add mod">
          <ac:chgData name="이 은찬" userId="7171d596-a1e6-43c2-b263-57fdfdab9399" providerId="ADAL" clId="{DA5D67FD-7EFE-4B61-8369-8F9F6D30E81F}" dt="2026-10-03T13:41:04.409" v="6552" actId="1036"/>
          <ac:spMkLst>
            <pc:docMk/>
            <pc:sldMk cId="4117550637" sldId="301"/>
            <ac:spMk id="4" creationId="{5153356D-DB47-33CA-3F11-7585F5F7879E}"/>
          </ac:spMkLst>
        </pc:spChg>
        <pc:spChg chg="mod">
          <ac:chgData name="이 은찬" userId="7171d596-a1e6-43c2-b263-57fdfdab9399" providerId="ADAL" clId="{DA5D67FD-7EFE-4B61-8369-8F9F6D30E81F}" dt="2026-10-03T13:30:44.089" v="6206" actId="20577"/>
          <ac:spMkLst>
            <pc:docMk/>
            <pc:sldMk cId="4117550637" sldId="301"/>
            <ac:spMk id="6" creationId="{D1934266-5FBD-8AF5-60E2-DB0D0336E81C}"/>
          </ac:spMkLst>
        </pc:spChg>
        <pc:spChg chg="mod">
          <ac:chgData name="이 은찬" userId="7171d596-a1e6-43c2-b263-57fdfdab9399" providerId="ADAL" clId="{DA5D67FD-7EFE-4B61-8369-8F9F6D30E81F}" dt="2026-10-03T09:46:28.841" v="934" actId="20577"/>
          <ac:spMkLst>
            <pc:docMk/>
            <pc:sldMk cId="4117550637" sldId="301"/>
            <ac:spMk id="9" creationId="{00000000-0000-0000-0000-000000000000}"/>
          </ac:spMkLst>
        </pc:spChg>
        <pc:spChg chg="mod">
          <ac:chgData name="이 은찬" userId="7171d596-a1e6-43c2-b263-57fdfdab9399" providerId="ADAL" clId="{DA5D67FD-7EFE-4B61-8369-8F9F6D30E81F}" dt="2026-10-03T13:19:51.705" v="6113" actId="20577"/>
          <ac:spMkLst>
            <pc:docMk/>
            <pc:sldMk cId="4117550637" sldId="301"/>
            <ac:spMk id="16" creationId="{0B5149CE-8166-C52B-D92D-BCEAFFE97638}"/>
          </ac:spMkLst>
        </pc:spChg>
        <pc:spChg chg="mod">
          <ac:chgData name="이 은찬" userId="7171d596-a1e6-43c2-b263-57fdfdab9399" providerId="ADAL" clId="{DA5D67FD-7EFE-4B61-8369-8F9F6D30E81F}" dt="2026-10-03T09:44:52.900" v="915" actId="14100"/>
          <ac:spMkLst>
            <pc:docMk/>
            <pc:sldMk cId="4117550637" sldId="301"/>
            <ac:spMk id="17" creationId="{6993C78D-14B9-CDA4-EFE8-CE1EBC36D8C6}"/>
          </ac:spMkLst>
        </pc:spChg>
        <pc:spChg chg="mod">
          <ac:chgData name="이 은찬" userId="7171d596-a1e6-43c2-b263-57fdfdab9399" providerId="ADAL" clId="{DA5D67FD-7EFE-4B61-8369-8F9F6D30E81F}" dt="2026-10-03T13:30:55.413" v="6268" actId="20577"/>
          <ac:spMkLst>
            <pc:docMk/>
            <pc:sldMk cId="4117550637" sldId="301"/>
            <ac:spMk id="18" creationId="{4C6E9032-1235-140D-0757-ACBAD9B53D41}"/>
          </ac:spMkLst>
        </pc:spChg>
      </pc:sldChg>
      <pc:sldChg chg="add del">
        <pc:chgData name="이 은찬" userId="7171d596-a1e6-43c2-b263-57fdfdab9399" providerId="ADAL" clId="{DA5D67FD-7EFE-4B61-8369-8F9F6D30E81F}" dt="2026-10-03T09:46:15.107" v="930" actId="47"/>
        <pc:sldMkLst>
          <pc:docMk/>
          <pc:sldMk cId="2313465799" sldId="302"/>
        </pc:sldMkLst>
      </pc:sldChg>
      <pc:sldChg chg="addSp delSp modSp add mod">
        <pc:chgData name="이 은찬" userId="7171d596-a1e6-43c2-b263-57fdfdab9399" providerId="ADAL" clId="{DA5D67FD-7EFE-4B61-8369-8F9F6D30E81F}" dt="2026-10-03T09:56:14.300" v="1095"/>
        <pc:sldMkLst>
          <pc:docMk/>
          <pc:sldMk cId="2680628503" sldId="302"/>
        </pc:sldMkLst>
        <pc:spChg chg="mod">
          <ac:chgData name="이 은찬" userId="7171d596-a1e6-43c2-b263-57fdfdab9399" providerId="ADAL" clId="{DA5D67FD-7EFE-4B61-8369-8F9F6D30E81F}" dt="2026-10-03T09:47:21.568" v="945" actId="20577"/>
          <ac:spMkLst>
            <pc:docMk/>
            <pc:sldMk cId="2680628503" sldId="302"/>
            <ac:spMk id="2" creationId="{00000000-0000-0000-0000-000000000000}"/>
          </ac:spMkLst>
        </pc:spChg>
        <pc:spChg chg="add">
          <ac:chgData name="이 은찬" userId="7171d596-a1e6-43c2-b263-57fdfdab9399" providerId="ADAL" clId="{DA5D67FD-7EFE-4B61-8369-8F9F6D30E81F}" dt="2026-10-03T09:48:11.076" v="956"/>
          <ac:spMkLst>
            <pc:docMk/>
            <pc:sldMk cId="2680628503" sldId="302"/>
            <ac:spMk id="4" creationId="{831A46DA-C96F-1D0A-F9D7-CCB05EDC2CBF}"/>
          </ac:spMkLst>
        </pc:spChg>
        <pc:spChg chg="add mod">
          <ac:chgData name="이 은찬" userId="7171d596-a1e6-43c2-b263-57fdfdab9399" providerId="ADAL" clId="{DA5D67FD-7EFE-4B61-8369-8F9F6D30E81F}" dt="2026-10-03T09:55:59.282" v="1094" actId="14100"/>
          <ac:spMkLst>
            <pc:docMk/>
            <pc:sldMk cId="2680628503" sldId="302"/>
            <ac:spMk id="6" creationId="{A5880ACF-DD80-6A76-A5F4-39D3F8531E69}"/>
          </ac:spMkLst>
        </pc:spChg>
        <pc:spChg chg="mod">
          <ac:chgData name="이 은찬" userId="7171d596-a1e6-43c2-b263-57fdfdab9399" providerId="ADAL" clId="{DA5D67FD-7EFE-4B61-8369-8F9F6D30E81F}" dt="2026-10-03T09:55:52.858" v="1093" actId="20577"/>
          <ac:spMkLst>
            <pc:docMk/>
            <pc:sldMk cId="2680628503" sldId="302"/>
            <ac:spMk id="11" creationId="{B41B2823-9DF1-3E54-CED3-1870844AD176}"/>
          </ac:spMkLst>
        </pc:spChg>
        <pc:spChg chg="mod">
          <ac:chgData name="이 은찬" userId="7171d596-a1e6-43c2-b263-57fdfdab9399" providerId="ADAL" clId="{DA5D67FD-7EFE-4B61-8369-8F9F6D30E81F}" dt="2026-10-03T09:54:55.694" v="964"/>
          <ac:spMkLst>
            <pc:docMk/>
            <pc:sldMk cId="2680628503" sldId="302"/>
            <ac:spMk id="12" creationId="{CD5D3714-09F9-3FCB-E9EF-E143198710B4}"/>
          </ac:spMkLst>
        </pc:spChg>
        <pc:spChg chg="mod">
          <ac:chgData name="이 은찬" userId="7171d596-a1e6-43c2-b263-57fdfdab9399" providerId="ADAL" clId="{DA5D67FD-7EFE-4B61-8369-8F9F6D30E81F}" dt="2026-10-03T09:54:55.694" v="964"/>
          <ac:spMkLst>
            <pc:docMk/>
            <pc:sldMk cId="2680628503" sldId="302"/>
            <ac:spMk id="13" creationId="{8C44AC5F-634E-86B2-65F2-23F05A1E9E39}"/>
          </ac:spMkLst>
        </pc:spChg>
        <pc:spChg chg="add mod">
          <ac:chgData name="이 은찬" userId="7171d596-a1e6-43c2-b263-57fdfdab9399" providerId="ADAL" clId="{DA5D67FD-7EFE-4B61-8369-8F9F6D30E81F}" dt="2026-10-03T09:55:08.749" v="968"/>
          <ac:spMkLst>
            <pc:docMk/>
            <pc:sldMk cId="2680628503" sldId="302"/>
            <ac:spMk id="14" creationId="{E58079C4-49DC-97EA-E441-45A1C97AAF21}"/>
          </ac:spMkLst>
        </pc:spChg>
        <pc:spChg chg="add mod">
          <ac:chgData name="이 은찬" userId="7171d596-a1e6-43c2-b263-57fdfdab9399" providerId="ADAL" clId="{DA5D67FD-7EFE-4B61-8369-8F9F6D30E81F}" dt="2026-10-03T09:56:14.300" v="1095"/>
          <ac:spMkLst>
            <pc:docMk/>
            <pc:sldMk cId="2680628503" sldId="302"/>
            <ac:spMk id="15" creationId="{C1EB0991-B424-1335-B1E9-FC33AE709471}"/>
          </ac:spMkLst>
        </pc:spChg>
        <pc:spChg chg="mod">
          <ac:chgData name="이 은찬" userId="7171d596-a1e6-43c2-b263-57fdfdab9399" providerId="ADAL" clId="{DA5D67FD-7EFE-4B61-8369-8F9F6D30E81F}" dt="2026-10-03T09:47:57.476" v="954" actId="20577"/>
          <ac:spMkLst>
            <pc:docMk/>
            <pc:sldMk cId="2680628503" sldId="302"/>
            <ac:spMk id="31" creationId="{C1E058C1-8AAF-AE76-7C38-254B98CD19BD}"/>
          </ac:spMkLst>
        </pc:spChg>
        <pc:spChg chg="mod">
          <ac:chgData name="이 은찬" userId="7171d596-a1e6-43c2-b263-57fdfdab9399" providerId="ADAL" clId="{DA5D67FD-7EFE-4B61-8369-8F9F6D30E81F}" dt="2026-10-03T09:47:33.752" v="947" actId="20577"/>
          <ac:spMkLst>
            <pc:docMk/>
            <pc:sldMk cId="2680628503" sldId="302"/>
            <ac:spMk id="33" creationId="{8EDF2654-BE01-EF84-31E7-1DC08914F93A}"/>
          </ac:spMkLst>
        </pc:spChg>
        <pc:grpChg chg="add mod">
          <ac:chgData name="이 은찬" userId="7171d596-a1e6-43c2-b263-57fdfdab9399" providerId="ADAL" clId="{DA5D67FD-7EFE-4B61-8369-8F9F6D30E81F}" dt="2026-10-03T09:54:55.694" v="964"/>
          <ac:grpSpMkLst>
            <pc:docMk/>
            <pc:sldMk cId="2680628503" sldId="302"/>
            <ac:grpSpMk id="7" creationId="{B4FEA3EB-F67B-B2D5-5DD3-E9398E7A21CD}"/>
          </ac:grpSpMkLst>
        </pc:grpChg>
        <pc:grpChg chg="mod">
          <ac:chgData name="이 은찬" userId="7171d596-a1e6-43c2-b263-57fdfdab9399" providerId="ADAL" clId="{DA5D67FD-7EFE-4B61-8369-8F9F6D30E81F}" dt="2026-10-03T09:54:55.694" v="964"/>
          <ac:grpSpMkLst>
            <pc:docMk/>
            <pc:sldMk cId="2680628503" sldId="302"/>
            <ac:grpSpMk id="10" creationId="{CDA767CC-6211-EA31-3BD5-415D1663C7CC}"/>
          </ac:grpSpMkLst>
        </pc:grpChg>
        <pc:picChg chg="add mod">
          <ac:chgData name="이 은찬" userId="7171d596-a1e6-43c2-b263-57fdfdab9399" providerId="ADAL" clId="{DA5D67FD-7EFE-4B61-8369-8F9F6D30E81F}" dt="2026-10-03T09:55:15.459" v="969" actId="14100"/>
          <ac:picMkLst>
            <pc:docMk/>
            <pc:sldMk cId="2680628503" sldId="302"/>
            <ac:picMk id="5" creationId="{E076BE3F-3DD9-0629-1E64-694462746D81}"/>
          </ac:picMkLst>
        </pc:picChg>
        <pc:picChg chg="del">
          <ac:chgData name="이 은찬" userId="7171d596-a1e6-43c2-b263-57fdfdab9399" providerId="ADAL" clId="{DA5D67FD-7EFE-4B61-8369-8F9F6D30E81F}" dt="2026-10-03T09:48:09.954" v="955" actId="478"/>
          <ac:picMkLst>
            <pc:docMk/>
            <pc:sldMk cId="2680628503" sldId="302"/>
            <ac:picMk id="8" creationId="{F90D7201-BFEC-E569-F631-231A2EDD68D8}"/>
          </ac:picMkLst>
        </pc:picChg>
      </pc:sldChg>
      <pc:sldChg chg="addSp delSp modSp add mod">
        <pc:chgData name="이 은찬" userId="7171d596-a1e6-43c2-b263-57fdfdab9399" providerId="ADAL" clId="{DA5D67FD-7EFE-4B61-8369-8F9F6D30E81F}" dt="2026-10-03T13:33:19.275" v="6359" actId="20577"/>
        <pc:sldMkLst>
          <pc:docMk/>
          <pc:sldMk cId="1797567210" sldId="303"/>
        </pc:sldMkLst>
        <pc:spChg chg="del">
          <ac:chgData name="이 은찬" userId="7171d596-a1e6-43c2-b263-57fdfdab9399" providerId="ADAL" clId="{DA5D67FD-7EFE-4B61-8369-8F9F6D30E81F}" dt="2026-10-03T12:28:29.205" v="3889" actId="478"/>
          <ac:spMkLst>
            <pc:docMk/>
            <pc:sldMk cId="1797567210" sldId="303"/>
            <ac:spMk id="2" creationId="{1DE9954C-656C-69AC-B8FF-E6C9FF3B88A7}"/>
          </ac:spMkLst>
        </pc:spChg>
        <pc:spChg chg="mod">
          <ac:chgData name="이 은찬" userId="7171d596-a1e6-43c2-b263-57fdfdab9399" providerId="ADAL" clId="{DA5D67FD-7EFE-4B61-8369-8F9F6D30E81F}" dt="2026-10-03T12:28:14.979" v="3887"/>
          <ac:spMkLst>
            <pc:docMk/>
            <pc:sldMk cId="1797567210" sldId="303"/>
            <ac:spMk id="8" creationId="{00000000-0000-0000-0000-000000000000}"/>
          </ac:spMkLst>
        </pc:spChg>
        <pc:spChg chg="mod">
          <ac:chgData name="이 은찬" userId="7171d596-a1e6-43c2-b263-57fdfdab9399" providerId="ADAL" clId="{DA5D67FD-7EFE-4B61-8369-8F9F6D30E81F}" dt="2026-10-03T13:20:09.072" v="6116" actId="20577"/>
          <ac:spMkLst>
            <pc:docMk/>
            <pc:sldMk cId="1797567210" sldId="303"/>
            <ac:spMk id="9" creationId="{00000000-0000-0000-0000-000000000000}"/>
          </ac:spMkLst>
        </pc:spChg>
        <pc:spChg chg="add mod">
          <ac:chgData name="이 은찬" userId="7171d596-a1e6-43c2-b263-57fdfdab9399" providerId="ADAL" clId="{DA5D67FD-7EFE-4B61-8369-8F9F6D30E81F}" dt="2026-10-03T13:33:12.711" v="6324" actId="20577"/>
          <ac:spMkLst>
            <pc:docMk/>
            <pc:sldMk cId="1797567210" sldId="303"/>
            <ac:spMk id="11" creationId="{83EE46A6-BEFF-7F58-E8B9-E73895B9BC0A}"/>
          </ac:spMkLst>
        </pc:spChg>
        <pc:spChg chg="add mod">
          <ac:chgData name="이 은찬" userId="7171d596-a1e6-43c2-b263-57fdfdab9399" providerId="ADAL" clId="{DA5D67FD-7EFE-4B61-8369-8F9F6D30E81F}" dt="2026-10-03T13:33:19.275" v="6359" actId="20577"/>
          <ac:spMkLst>
            <pc:docMk/>
            <pc:sldMk cId="1797567210" sldId="303"/>
            <ac:spMk id="14" creationId="{746E904D-4A6D-6C73-002C-D5CBC4762FAE}"/>
          </ac:spMkLst>
        </pc:spChg>
        <pc:spChg chg="del">
          <ac:chgData name="이 은찬" userId="7171d596-a1e6-43c2-b263-57fdfdab9399" providerId="ADAL" clId="{DA5D67FD-7EFE-4B61-8369-8F9F6D30E81F}" dt="2026-10-03T12:29:11.200" v="4016" actId="478"/>
          <ac:spMkLst>
            <pc:docMk/>
            <pc:sldMk cId="1797567210" sldId="303"/>
            <ac:spMk id="16" creationId="{6C7F6546-C896-5922-01AC-93D350DE19FF}"/>
          </ac:spMkLst>
        </pc:spChg>
        <pc:spChg chg="mod">
          <ac:chgData name="이 은찬" userId="7171d596-a1e6-43c2-b263-57fdfdab9399" providerId="ADAL" clId="{DA5D67FD-7EFE-4B61-8369-8F9F6D30E81F}" dt="2026-10-03T12:28:59.308" v="4014" actId="20577"/>
          <ac:spMkLst>
            <pc:docMk/>
            <pc:sldMk cId="1797567210" sldId="303"/>
            <ac:spMk id="29" creationId="{A62A6DE8-A1F9-6F73-ACB6-86786FD63B50}"/>
          </ac:spMkLst>
        </pc:spChg>
        <pc:grpChg chg="del">
          <ac:chgData name="이 은찬" userId="7171d596-a1e6-43c2-b263-57fdfdab9399" providerId="ADAL" clId="{DA5D67FD-7EFE-4B61-8369-8F9F6D30E81F}" dt="2026-10-03T12:28:31.767" v="3890" actId="478"/>
          <ac:grpSpMkLst>
            <pc:docMk/>
            <pc:sldMk cId="1797567210" sldId="303"/>
            <ac:grpSpMk id="3" creationId="{547A2D70-E0C5-A0A3-3226-42C785AB5962}"/>
          </ac:grpSpMkLst>
        </pc:grpChg>
        <pc:graphicFrameChg chg="add mod modGraphic">
          <ac:chgData name="이 은찬" userId="7171d596-a1e6-43c2-b263-57fdfdab9399" providerId="ADAL" clId="{DA5D67FD-7EFE-4B61-8369-8F9F6D30E81F}" dt="2026-10-03T12:38:00.965" v="4156" actId="572"/>
          <ac:graphicFrameMkLst>
            <pc:docMk/>
            <pc:sldMk cId="1797567210" sldId="303"/>
            <ac:graphicFrameMk id="13" creationId="{EA7A9D24-F1D3-FEE5-D3AD-0A29AB908C6B}"/>
          </ac:graphicFrameMkLst>
        </pc:graphicFrameChg>
        <pc:graphicFrameChg chg="add mod">
          <ac:chgData name="이 은찬" userId="7171d596-a1e6-43c2-b263-57fdfdab9399" providerId="ADAL" clId="{DA5D67FD-7EFE-4B61-8369-8F9F6D30E81F}" dt="2026-10-03T12:38:19.079" v="4159" actId="1076"/>
          <ac:graphicFrameMkLst>
            <pc:docMk/>
            <pc:sldMk cId="1797567210" sldId="303"/>
            <ac:graphicFrameMk id="17" creationId="{A129095A-983F-1D52-33E3-8C21BA8C5FC4}"/>
          </ac:graphicFrameMkLst>
        </pc:graphicFrameChg>
        <pc:graphicFrameChg chg="add mod modGraphic">
          <ac:chgData name="이 은찬" userId="7171d596-a1e6-43c2-b263-57fdfdab9399" providerId="ADAL" clId="{DA5D67FD-7EFE-4B61-8369-8F9F6D30E81F}" dt="2026-10-03T12:53:05.276" v="5222" actId="20577"/>
          <ac:graphicFrameMkLst>
            <pc:docMk/>
            <pc:sldMk cId="1797567210" sldId="303"/>
            <ac:graphicFrameMk id="18" creationId="{36A126D4-A6AA-A5AA-80E3-82D6C0043159}"/>
          </ac:graphicFrameMkLst>
        </pc:graphicFrameChg>
        <pc:picChg chg="del">
          <ac:chgData name="이 은찬" userId="7171d596-a1e6-43c2-b263-57fdfdab9399" providerId="ADAL" clId="{DA5D67FD-7EFE-4B61-8369-8F9F6D30E81F}" dt="2026-10-03T12:28:28.069" v="3888" actId="478"/>
          <ac:picMkLst>
            <pc:docMk/>
            <pc:sldMk cId="1797567210" sldId="303"/>
            <ac:picMk id="15" creationId="{9960478C-DBB1-98EC-B755-3BB7124CC62B}"/>
          </ac:picMkLst>
        </pc:picChg>
      </pc:sldChg>
      <pc:sldChg chg="addSp delSp modSp add mod">
        <pc:chgData name="이 은찬" userId="7171d596-a1e6-43c2-b263-57fdfdab9399" providerId="ADAL" clId="{DA5D67FD-7EFE-4B61-8369-8F9F6D30E81F}" dt="2026-10-03T10:05:23.789" v="1388" actId="14100"/>
        <pc:sldMkLst>
          <pc:docMk/>
          <pc:sldMk cId="1655755771" sldId="304"/>
        </pc:sldMkLst>
        <pc:spChg chg="add">
          <ac:chgData name="이 은찬" userId="7171d596-a1e6-43c2-b263-57fdfdab9399" providerId="ADAL" clId="{DA5D67FD-7EFE-4B61-8369-8F9F6D30E81F}" dt="2026-10-03T10:03:35.622" v="1277"/>
          <ac:spMkLst>
            <pc:docMk/>
            <pc:sldMk cId="1655755771" sldId="304"/>
            <ac:spMk id="4" creationId="{2B15E2C5-EB57-2ABE-32B3-FF8015AF58B7}"/>
          </ac:spMkLst>
        </pc:spChg>
        <pc:spChg chg="del">
          <ac:chgData name="이 은찬" userId="7171d596-a1e6-43c2-b263-57fdfdab9399" providerId="ADAL" clId="{DA5D67FD-7EFE-4B61-8369-8F9F6D30E81F}" dt="2026-10-03T09:56:31.213" v="1101" actId="478"/>
          <ac:spMkLst>
            <pc:docMk/>
            <pc:sldMk cId="1655755771" sldId="304"/>
            <ac:spMk id="6" creationId="{A5880ACF-DD80-6A76-A5F4-39D3F8531E69}"/>
          </ac:spMkLst>
        </pc:spChg>
        <pc:spChg chg="del">
          <ac:chgData name="이 은찬" userId="7171d596-a1e6-43c2-b263-57fdfdab9399" providerId="ADAL" clId="{DA5D67FD-7EFE-4B61-8369-8F9F6D30E81F}" dt="2026-10-03T09:56:32.857" v="1102" actId="478"/>
          <ac:spMkLst>
            <pc:docMk/>
            <pc:sldMk cId="1655755771" sldId="304"/>
            <ac:spMk id="14" creationId="{E58079C4-49DC-97EA-E441-45A1C97AAF21}"/>
          </ac:spMkLst>
        </pc:spChg>
        <pc:spChg chg="add mod">
          <ac:chgData name="이 은찬" userId="7171d596-a1e6-43c2-b263-57fdfdab9399" providerId="ADAL" clId="{DA5D67FD-7EFE-4B61-8369-8F9F6D30E81F}" dt="2026-10-03T10:05:19.185" v="1387" actId="403"/>
          <ac:spMkLst>
            <pc:docMk/>
            <pc:sldMk cId="1655755771" sldId="304"/>
            <ac:spMk id="15" creationId="{DF1B9AC9-9CE2-53BC-DE22-8EDFAA5AC4CD}"/>
          </ac:spMkLst>
        </pc:spChg>
        <pc:spChg chg="mod">
          <ac:chgData name="이 은찬" userId="7171d596-a1e6-43c2-b263-57fdfdab9399" providerId="ADAL" clId="{DA5D67FD-7EFE-4B61-8369-8F9F6D30E81F}" dt="2026-10-03T09:58:16.850" v="1276" actId="20577"/>
          <ac:spMkLst>
            <pc:docMk/>
            <pc:sldMk cId="1655755771" sldId="304"/>
            <ac:spMk id="31" creationId="{C1E058C1-8AAF-AE76-7C38-254B98CD19BD}"/>
          </ac:spMkLst>
        </pc:spChg>
        <pc:spChg chg="mod">
          <ac:chgData name="이 은찬" userId="7171d596-a1e6-43c2-b263-57fdfdab9399" providerId="ADAL" clId="{DA5D67FD-7EFE-4B61-8369-8F9F6D30E81F}" dt="2026-10-03T09:56:28.739" v="1098" actId="20577"/>
          <ac:spMkLst>
            <pc:docMk/>
            <pc:sldMk cId="1655755771" sldId="304"/>
            <ac:spMk id="33" creationId="{8EDF2654-BE01-EF84-31E7-1DC08914F93A}"/>
          </ac:spMkLst>
        </pc:spChg>
        <pc:grpChg chg="del">
          <ac:chgData name="이 은찬" userId="7171d596-a1e6-43c2-b263-57fdfdab9399" providerId="ADAL" clId="{DA5D67FD-7EFE-4B61-8369-8F9F6D30E81F}" dt="2026-10-03T09:56:30.756" v="1100" actId="478"/>
          <ac:grpSpMkLst>
            <pc:docMk/>
            <pc:sldMk cId="1655755771" sldId="304"/>
            <ac:grpSpMk id="7" creationId="{B4FEA3EB-F67B-B2D5-5DD3-E9398E7A21CD}"/>
          </ac:grpSpMkLst>
        </pc:grpChg>
        <pc:picChg chg="del">
          <ac:chgData name="이 은찬" userId="7171d596-a1e6-43c2-b263-57fdfdab9399" providerId="ADAL" clId="{DA5D67FD-7EFE-4B61-8369-8F9F6D30E81F}" dt="2026-10-03T09:56:29.569" v="1099" actId="478"/>
          <ac:picMkLst>
            <pc:docMk/>
            <pc:sldMk cId="1655755771" sldId="304"/>
            <ac:picMk id="5" creationId="{E076BE3F-3DD9-0629-1E64-694462746D81}"/>
          </ac:picMkLst>
        </pc:picChg>
        <pc:picChg chg="add mod">
          <ac:chgData name="이 은찬" userId="7171d596-a1e6-43c2-b263-57fdfdab9399" providerId="ADAL" clId="{DA5D67FD-7EFE-4B61-8369-8F9F6D30E81F}" dt="2026-10-03T10:05:23.789" v="1388" actId="14100"/>
          <ac:picMkLst>
            <pc:docMk/>
            <pc:sldMk cId="1655755771" sldId="304"/>
            <ac:picMk id="8" creationId="{23120CAB-75DA-E82E-956B-9AF8E7901D8D}"/>
          </ac:picMkLst>
        </pc:picChg>
      </pc:sldChg>
      <pc:sldChg chg="addSp delSp modSp add mod">
        <pc:chgData name="이 은찬" userId="7171d596-a1e6-43c2-b263-57fdfdab9399" providerId="ADAL" clId="{DA5D67FD-7EFE-4B61-8369-8F9F6D30E81F}" dt="2026-10-03T12:29:19.552" v="4018" actId="1076"/>
        <pc:sldMkLst>
          <pc:docMk/>
          <pc:sldMk cId="2764130252" sldId="305"/>
        </pc:sldMkLst>
        <pc:spChg chg="add mod">
          <ac:chgData name="이 은찬" userId="7171d596-a1e6-43c2-b263-57fdfdab9399" providerId="ADAL" clId="{DA5D67FD-7EFE-4B61-8369-8F9F6D30E81F}" dt="2026-10-03T10:23:13.738" v="1511" actId="14100"/>
          <ac:spMkLst>
            <pc:docMk/>
            <pc:sldMk cId="2764130252" sldId="305"/>
            <ac:spMk id="4" creationId="{6C821A32-21E9-FD18-7E3B-0520F537AC69}"/>
          </ac:spMkLst>
        </pc:spChg>
        <pc:spChg chg="add">
          <ac:chgData name="이 은찬" userId="7171d596-a1e6-43c2-b263-57fdfdab9399" providerId="ADAL" clId="{DA5D67FD-7EFE-4B61-8369-8F9F6D30E81F}" dt="2026-10-03T10:22:05.669" v="1503"/>
          <ac:spMkLst>
            <pc:docMk/>
            <pc:sldMk cId="2764130252" sldId="305"/>
            <ac:spMk id="5" creationId="{0FA4FBC7-262F-4AD8-C3B9-8811431B8CF0}"/>
          </ac:spMkLst>
        </pc:spChg>
        <pc:spChg chg="add mod">
          <ac:chgData name="이 은찬" userId="7171d596-a1e6-43c2-b263-57fdfdab9399" providerId="ADAL" clId="{DA5D67FD-7EFE-4B61-8369-8F9F6D30E81F}" dt="2026-10-03T10:39:30.759" v="2132" actId="2710"/>
          <ac:spMkLst>
            <pc:docMk/>
            <pc:sldMk cId="2764130252" sldId="305"/>
            <ac:spMk id="7" creationId="{7EB2B92E-11ED-2B11-D6FD-8E55D6A59098}"/>
          </ac:spMkLst>
        </pc:spChg>
        <pc:spChg chg="add mod">
          <ac:chgData name="이 은찬" userId="7171d596-a1e6-43c2-b263-57fdfdab9399" providerId="ADAL" clId="{DA5D67FD-7EFE-4B61-8369-8F9F6D30E81F}" dt="2026-10-03T11:11:52.513" v="2505"/>
          <ac:spMkLst>
            <pc:docMk/>
            <pc:sldMk cId="2764130252" sldId="305"/>
            <ac:spMk id="12" creationId="{2E2FC5C7-E4CF-382E-FC60-1679F274BE73}"/>
          </ac:spMkLst>
        </pc:spChg>
        <pc:spChg chg="add mod">
          <ac:chgData name="이 은찬" userId="7171d596-a1e6-43c2-b263-57fdfdab9399" providerId="ADAL" clId="{DA5D67FD-7EFE-4B61-8369-8F9F6D30E81F}" dt="2026-10-03T10:35:36.035" v="1855"/>
          <ac:spMkLst>
            <pc:docMk/>
            <pc:sldMk cId="2764130252" sldId="305"/>
            <ac:spMk id="13" creationId="{60F4F1BF-E02F-B447-A777-9665229F6576}"/>
          </ac:spMkLst>
        </pc:spChg>
        <pc:spChg chg="add mod">
          <ac:chgData name="이 은찬" userId="7171d596-a1e6-43c2-b263-57fdfdab9399" providerId="ADAL" clId="{DA5D67FD-7EFE-4B61-8369-8F9F6D30E81F}" dt="2026-10-03T12:29:19.552" v="4018" actId="1076"/>
          <ac:spMkLst>
            <pc:docMk/>
            <pc:sldMk cId="2764130252" sldId="305"/>
            <ac:spMk id="14" creationId="{3DBFD562-39F1-C060-36E8-3BD41D9CB707}"/>
          </ac:spMkLst>
        </pc:spChg>
        <pc:spChg chg="del">
          <ac:chgData name="이 은찬" userId="7171d596-a1e6-43c2-b263-57fdfdab9399" providerId="ADAL" clId="{DA5D67FD-7EFE-4B61-8369-8F9F6D30E81F}" dt="2026-10-03T10:05:53.061" v="1393" actId="478"/>
          <ac:spMkLst>
            <pc:docMk/>
            <pc:sldMk cId="2764130252" sldId="305"/>
            <ac:spMk id="15" creationId="{DF1B9AC9-9CE2-53BC-DE22-8EDFAA5AC4CD}"/>
          </ac:spMkLst>
        </pc:spChg>
        <pc:spChg chg="mod">
          <ac:chgData name="이 은찬" userId="7171d596-a1e6-43c2-b263-57fdfdab9399" providerId="ADAL" clId="{DA5D67FD-7EFE-4B61-8369-8F9F6D30E81F}" dt="2026-10-03T10:13:43.636" v="1502" actId="20577"/>
          <ac:spMkLst>
            <pc:docMk/>
            <pc:sldMk cId="2764130252" sldId="305"/>
            <ac:spMk id="31" creationId="{C1E058C1-8AAF-AE76-7C38-254B98CD19BD}"/>
          </ac:spMkLst>
        </pc:spChg>
        <pc:spChg chg="mod">
          <ac:chgData name="이 은찬" userId="7171d596-a1e6-43c2-b263-57fdfdab9399" providerId="ADAL" clId="{DA5D67FD-7EFE-4B61-8369-8F9F6D30E81F}" dt="2026-10-03T10:05:50.730" v="1391" actId="20577"/>
          <ac:spMkLst>
            <pc:docMk/>
            <pc:sldMk cId="2764130252" sldId="305"/>
            <ac:spMk id="33" creationId="{8EDF2654-BE01-EF84-31E7-1DC08914F93A}"/>
          </ac:spMkLst>
        </pc:spChg>
        <pc:picChg chg="add mod">
          <ac:chgData name="이 은찬" userId="7171d596-a1e6-43c2-b263-57fdfdab9399" providerId="ADAL" clId="{DA5D67FD-7EFE-4B61-8369-8F9F6D30E81F}" dt="2026-10-03T10:22:24.336" v="1508" actId="14100"/>
          <ac:picMkLst>
            <pc:docMk/>
            <pc:sldMk cId="2764130252" sldId="305"/>
            <ac:picMk id="6" creationId="{EEA2CAAD-89FD-B692-3623-E16CC6E74E70}"/>
          </ac:picMkLst>
        </pc:picChg>
        <pc:picChg chg="del">
          <ac:chgData name="이 은찬" userId="7171d596-a1e6-43c2-b263-57fdfdab9399" providerId="ADAL" clId="{DA5D67FD-7EFE-4B61-8369-8F9F6D30E81F}" dt="2026-10-03T10:05:51.787" v="1392" actId="478"/>
          <ac:picMkLst>
            <pc:docMk/>
            <pc:sldMk cId="2764130252" sldId="305"/>
            <ac:picMk id="8" creationId="{23120CAB-75DA-E82E-956B-9AF8E7901D8D}"/>
          </ac:picMkLst>
        </pc:picChg>
        <pc:picChg chg="add mod">
          <ac:chgData name="이 은찬" userId="7171d596-a1e6-43c2-b263-57fdfdab9399" providerId="ADAL" clId="{DA5D67FD-7EFE-4B61-8369-8F9F6D30E81F}" dt="2026-10-03T10:35:00.274" v="1823" actId="14100"/>
          <ac:picMkLst>
            <pc:docMk/>
            <pc:sldMk cId="2764130252" sldId="305"/>
            <ac:picMk id="11" creationId="{94AE5E7E-8A87-4376-0E0A-96D91B03DE16}"/>
          </ac:picMkLst>
        </pc:picChg>
      </pc:sldChg>
      <pc:sldChg chg="addSp delSp modSp add mod">
        <pc:chgData name="이 은찬" userId="7171d596-a1e6-43c2-b263-57fdfdab9399" providerId="ADAL" clId="{DA5D67FD-7EFE-4B61-8369-8F9F6D30E81F}" dt="2026-10-03T13:32:02.135" v="6288" actId="20577"/>
        <pc:sldMkLst>
          <pc:docMk/>
          <pc:sldMk cId="3216590140" sldId="306"/>
        </pc:sldMkLst>
        <pc:spChg chg="mod">
          <ac:chgData name="이 은찬" userId="7171d596-a1e6-43c2-b263-57fdfdab9399" providerId="ADAL" clId="{DA5D67FD-7EFE-4B61-8369-8F9F6D30E81F}" dt="2026-10-03T10:37:33.640" v="1950" actId="20577"/>
          <ac:spMkLst>
            <pc:docMk/>
            <pc:sldMk cId="3216590140" sldId="306"/>
            <ac:spMk id="4" creationId="{6C821A32-21E9-FD18-7E3B-0520F537AC69}"/>
          </ac:spMkLst>
        </pc:spChg>
        <pc:spChg chg="mod">
          <ac:chgData name="이 은찬" userId="7171d596-a1e6-43c2-b263-57fdfdab9399" providerId="ADAL" clId="{DA5D67FD-7EFE-4B61-8369-8F9F6D30E81F}" dt="2026-10-03T13:32:02.135" v="6288" actId="20577"/>
          <ac:spMkLst>
            <pc:docMk/>
            <pc:sldMk cId="3216590140" sldId="306"/>
            <ac:spMk id="7" creationId="{7EB2B92E-11ED-2B11-D6FD-8E55D6A59098}"/>
          </ac:spMkLst>
        </pc:spChg>
        <pc:spChg chg="del">
          <ac:chgData name="이 은찬" userId="7171d596-a1e6-43c2-b263-57fdfdab9399" providerId="ADAL" clId="{DA5D67FD-7EFE-4B61-8369-8F9F6D30E81F}" dt="2026-10-03T10:48:05.444" v="2331" actId="478"/>
          <ac:spMkLst>
            <pc:docMk/>
            <pc:sldMk cId="3216590140" sldId="306"/>
            <ac:spMk id="12" creationId="{2E2FC5C7-E4CF-382E-FC60-1679F274BE73}"/>
          </ac:spMkLst>
        </pc:spChg>
        <pc:spChg chg="del">
          <ac:chgData name="이 은찬" userId="7171d596-a1e6-43c2-b263-57fdfdab9399" providerId="ADAL" clId="{DA5D67FD-7EFE-4B61-8369-8F9F6D30E81F}" dt="2026-10-03T10:48:04.175" v="2330" actId="478"/>
          <ac:spMkLst>
            <pc:docMk/>
            <pc:sldMk cId="3216590140" sldId="306"/>
            <ac:spMk id="13" creationId="{60F4F1BF-E02F-B447-A777-9665229F6576}"/>
          </ac:spMkLst>
        </pc:spChg>
        <pc:spChg chg="add mod">
          <ac:chgData name="이 은찬" userId="7171d596-a1e6-43c2-b263-57fdfdab9399" providerId="ADAL" clId="{DA5D67FD-7EFE-4B61-8369-8F9F6D30E81F}" dt="2026-10-03T11:06:22.369" v="2466" actId="1076"/>
          <ac:spMkLst>
            <pc:docMk/>
            <pc:sldMk cId="3216590140" sldId="306"/>
            <ac:spMk id="17" creationId="{472CC658-C6A1-FD13-4861-A7440CE3E4BF}"/>
          </ac:spMkLst>
        </pc:spChg>
        <pc:spChg chg="add mod">
          <ac:chgData name="이 은찬" userId="7171d596-a1e6-43c2-b263-57fdfdab9399" providerId="ADAL" clId="{DA5D67FD-7EFE-4B61-8369-8F9F6D30E81F}" dt="2026-10-03T11:07:20.598" v="2477" actId="20577"/>
          <ac:spMkLst>
            <pc:docMk/>
            <pc:sldMk cId="3216590140" sldId="306"/>
            <ac:spMk id="18" creationId="{597B0E5E-987E-1A1B-0D2E-3593865414BB}"/>
          </ac:spMkLst>
        </pc:spChg>
        <pc:spChg chg="add mod">
          <ac:chgData name="이 은찬" userId="7171d596-a1e6-43c2-b263-57fdfdab9399" providerId="ADAL" clId="{DA5D67FD-7EFE-4B61-8369-8F9F6D30E81F}" dt="2026-10-03T11:08:09.355" v="2491" actId="1076"/>
          <ac:spMkLst>
            <pc:docMk/>
            <pc:sldMk cId="3216590140" sldId="306"/>
            <ac:spMk id="20" creationId="{34EDF4F8-C782-8C78-3156-CFB02BF6FA18}"/>
          </ac:spMkLst>
        </pc:spChg>
        <pc:spChg chg="add mod">
          <ac:chgData name="이 은찬" userId="7171d596-a1e6-43c2-b263-57fdfdab9399" providerId="ADAL" clId="{DA5D67FD-7EFE-4B61-8369-8F9F6D30E81F}" dt="2026-10-03T12:29:23.039" v="4019"/>
          <ac:spMkLst>
            <pc:docMk/>
            <pc:sldMk cId="3216590140" sldId="306"/>
            <ac:spMk id="21" creationId="{28A6E0A8-493E-BB0B-9EAE-6CEB3B408E62}"/>
          </ac:spMkLst>
        </pc:spChg>
        <pc:spChg chg="mod">
          <ac:chgData name="이 은찬" userId="7171d596-a1e6-43c2-b263-57fdfdab9399" providerId="ADAL" clId="{DA5D67FD-7EFE-4B61-8369-8F9F6D30E81F}" dt="2026-10-03T10:36:54.418" v="1889"/>
          <ac:spMkLst>
            <pc:docMk/>
            <pc:sldMk cId="3216590140" sldId="306"/>
            <ac:spMk id="31" creationId="{C1E058C1-8AAF-AE76-7C38-254B98CD19BD}"/>
          </ac:spMkLst>
        </pc:spChg>
        <pc:spChg chg="mod">
          <ac:chgData name="이 은찬" userId="7171d596-a1e6-43c2-b263-57fdfdab9399" providerId="ADAL" clId="{DA5D67FD-7EFE-4B61-8369-8F9F6D30E81F}" dt="2026-10-03T10:36:03.561" v="1858" actId="20577"/>
          <ac:spMkLst>
            <pc:docMk/>
            <pc:sldMk cId="3216590140" sldId="306"/>
            <ac:spMk id="33" creationId="{8EDF2654-BE01-EF84-31E7-1DC08914F93A}"/>
          </ac:spMkLst>
        </pc:spChg>
        <pc:picChg chg="add del mod">
          <ac:chgData name="이 은찬" userId="7171d596-a1e6-43c2-b263-57fdfdab9399" providerId="ADAL" clId="{DA5D67FD-7EFE-4B61-8369-8F9F6D30E81F}" dt="2026-10-03T11:01:30.807" v="2434" actId="478"/>
          <ac:picMkLst>
            <pc:docMk/>
            <pc:sldMk cId="3216590140" sldId="306"/>
            <ac:picMk id="5" creationId="{6A366DEE-ED0B-757E-2B07-0ABB99DC9444}"/>
          </ac:picMkLst>
        </pc:picChg>
        <pc:picChg chg="del">
          <ac:chgData name="이 은찬" userId="7171d596-a1e6-43c2-b263-57fdfdab9399" providerId="ADAL" clId="{DA5D67FD-7EFE-4B61-8369-8F9F6D30E81F}" dt="2026-10-03T11:01:31.147" v="2435" actId="478"/>
          <ac:picMkLst>
            <pc:docMk/>
            <pc:sldMk cId="3216590140" sldId="306"/>
            <ac:picMk id="6" creationId="{EEA2CAAD-89FD-B692-3623-E16CC6E74E70}"/>
          </ac:picMkLst>
        </pc:picChg>
        <pc:picChg chg="add mod">
          <ac:chgData name="이 은찬" userId="7171d596-a1e6-43c2-b263-57fdfdab9399" providerId="ADAL" clId="{DA5D67FD-7EFE-4B61-8369-8F9F6D30E81F}" dt="2026-10-03T11:01:32.143" v="2436"/>
          <ac:picMkLst>
            <pc:docMk/>
            <pc:sldMk cId="3216590140" sldId="306"/>
            <ac:picMk id="8" creationId="{B0AD876A-707B-2851-2429-F04C0E57B7CC}"/>
          </ac:picMkLst>
        </pc:picChg>
        <pc:picChg chg="del">
          <ac:chgData name="이 은찬" userId="7171d596-a1e6-43c2-b263-57fdfdab9399" providerId="ADAL" clId="{DA5D67FD-7EFE-4B61-8369-8F9F6D30E81F}" dt="2026-10-03T10:48:02.072" v="2329" actId="478"/>
          <ac:picMkLst>
            <pc:docMk/>
            <pc:sldMk cId="3216590140" sldId="306"/>
            <ac:picMk id="11" creationId="{94AE5E7E-8A87-4376-0E0A-96D91B03DE16}"/>
          </ac:picMkLst>
        </pc:picChg>
        <pc:picChg chg="add mod">
          <ac:chgData name="이 은찬" userId="7171d596-a1e6-43c2-b263-57fdfdab9399" providerId="ADAL" clId="{DA5D67FD-7EFE-4B61-8369-8F9F6D30E81F}" dt="2026-10-03T11:08:21.558" v="2496" actId="14100"/>
          <ac:picMkLst>
            <pc:docMk/>
            <pc:sldMk cId="3216590140" sldId="306"/>
            <ac:picMk id="14" creationId="{8D47F0A6-1C99-70D8-4BB1-778E652A8269}"/>
          </ac:picMkLst>
        </pc:picChg>
        <pc:picChg chg="add mod">
          <ac:chgData name="이 은찬" userId="7171d596-a1e6-43c2-b263-57fdfdab9399" providerId="ADAL" clId="{DA5D67FD-7EFE-4B61-8369-8F9F6D30E81F}" dt="2026-10-03T11:08:28.812" v="2497" actId="14100"/>
          <ac:picMkLst>
            <pc:docMk/>
            <pc:sldMk cId="3216590140" sldId="306"/>
            <ac:picMk id="16" creationId="{6350D909-A947-CCB2-D250-CE8F304FFCE5}"/>
          </ac:picMkLst>
        </pc:picChg>
      </pc:sldChg>
      <pc:sldChg chg="addSp delSp modSp add mod">
        <pc:chgData name="이 은찬" userId="7171d596-a1e6-43c2-b263-57fdfdab9399" providerId="ADAL" clId="{DA5D67FD-7EFE-4B61-8369-8F9F6D30E81F}" dt="2026-10-03T12:29:24.684" v="4020"/>
        <pc:sldMkLst>
          <pc:docMk/>
          <pc:sldMk cId="1973134436" sldId="307"/>
        </pc:sldMkLst>
        <pc:spChg chg="mod">
          <ac:chgData name="이 은찬" userId="7171d596-a1e6-43c2-b263-57fdfdab9399" providerId="ADAL" clId="{DA5D67FD-7EFE-4B61-8369-8F9F6D30E81F}" dt="2026-10-03T10:59:09.015" v="2381" actId="20577"/>
          <ac:spMkLst>
            <pc:docMk/>
            <pc:sldMk cId="1973134436" sldId="307"/>
            <ac:spMk id="4" creationId="{6C821A32-21E9-FD18-7E3B-0520F537AC69}"/>
          </ac:spMkLst>
        </pc:spChg>
        <pc:spChg chg="add mod">
          <ac:chgData name="이 은찬" userId="7171d596-a1e6-43c2-b263-57fdfdab9399" providerId="ADAL" clId="{DA5D67FD-7EFE-4B61-8369-8F9F6D30E81F}" dt="2026-10-03T11:00:38.710" v="2426" actId="207"/>
          <ac:spMkLst>
            <pc:docMk/>
            <pc:sldMk cId="1973134436" sldId="307"/>
            <ac:spMk id="5" creationId="{F5FF7AA6-7EB5-105F-3E43-F34F0FD7D578}"/>
          </ac:spMkLst>
        </pc:spChg>
        <pc:spChg chg="del">
          <ac:chgData name="이 은찬" userId="7171d596-a1e6-43c2-b263-57fdfdab9399" providerId="ADAL" clId="{DA5D67FD-7EFE-4B61-8369-8F9F6D30E81F}" dt="2026-10-03T10:59:39.696" v="2383" actId="478"/>
          <ac:spMkLst>
            <pc:docMk/>
            <pc:sldMk cId="1973134436" sldId="307"/>
            <ac:spMk id="7" creationId="{7EB2B92E-11ED-2B11-D6FD-8E55D6A59098}"/>
          </ac:spMkLst>
        </pc:spChg>
        <pc:spChg chg="add">
          <ac:chgData name="이 은찬" userId="7171d596-a1e6-43c2-b263-57fdfdab9399" providerId="ADAL" clId="{DA5D67FD-7EFE-4B61-8369-8F9F6D30E81F}" dt="2026-10-03T11:01:08.187" v="2427"/>
          <ac:spMkLst>
            <pc:docMk/>
            <pc:sldMk cId="1973134436" sldId="307"/>
            <ac:spMk id="8" creationId="{2179F33D-E26E-83E5-765F-7AC6AA934F69}"/>
          </ac:spMkLst>
        </pc:spChg>
        <pc:spChg chg="mod">
          <ac:chgData name="이 은찬" userId="7171d596-a1e6-43c2-b263-57fdfdab9399" providerId="ADAL" clId="{DA5D67FD-7EFE-4B61-8369-8F9F6D30E81F}" dt="2026-10-03T11:34:57.960" v="2555"/>
          <ac:spMkLst>
            <pc:docMk/>
            <pc:sldMk cId="1973134436" sldId="307"/>
            <ac:spMk id="9" creationId="{00000000-0000-0000-0000-000000000000}"/>
          </ac:spMkLst>
        </pc:spChg>
        <pc:spChg chg="add mod">
          <ac:chgData name="이 은찬" userId="7171d596-a1e6-43c2-b263-57fdfdab9399" providerId="ADAL" clId="{DA5D67FD-7EFE-4B61-8369-8F9F6D30E81F}" dt="2026-10-03T11:13:36.235" v="2531" actId="1076"/>
          <ac:spMkLst>
            <pc:docMk/>
            <pc:sldMk cId="1973134436" sldId="307"/>
            <ac:spMk id="11" creationId="{E8E313CE-5FDF-1972-94F0-BB472ED1CAAE}"/>
          </ac:spMkLst>
        </pc:spChg>
        <pc:spChg chg="add">
          <ac:chgData name="이 은찬" userId="7171d596-a1e6-43c2-b263-57fdfdab9399" providerId="ADAL" clId="{DA5D67FD-7EFE-4B61-8369-8F9F6D30E81F}" dt="2026-10-03T11:12:55.440" v="2516"/>
          <ac:spMkLst>
            <pc:docMk/>
            <pc:sldMk cId="1973134436" sldId="307"/>
            <ac:spMk id="12" creationId="{4C903CED-8A87-62BF-C4E2-D18EB88AA50A}"/>
          </ac:spMkLst>
        </pc:spChg>
        <pc:spChg chg="add">
          <ac:chgData name="이 은찬" userId="7171d596-a1e6-43c2-b263-57fdfdab9399" providerId="ADAL" clId="{DA5D67FD-7EFE-4B61-8369-8F9F6D30E81F}" dt="2026-10-03T11:13:05.161" v="2523"/>
          <ac:spMkLst>
            <pc:docMk/>
            <pc:sldMk cId="1973134436" sldId="307"/>
            <ac:spMk id="14" creationId="{780E9F4A-F0A0-1B01-A1C7-C81E095A4EAE}"/>
          </ac:spMkLst>
        </pc:spChg>
        <pc:spChg chg="add mod">
          <ac:chgData name="이 은찬" userId="7171d596-a1e6-43c2-b263-57fdfdab9399" providerId="ADAL" clId="{DA5D67FD-7EFE-4B61-8369-8F9F6D30E81F}" dt="2026-10-03T11:34:55.301" v="2553"/>
          <ac:spMkLst>
            <pc:docMk/>
            <pc:sldMk cId="1973134436" sldId="307"/>
            <ac:spMk id="18" creationId="{09C894DF-7CEC-8ED7-D44E-5DF913FC28EE}"/>
          </ac:spMkLst>
        </pc:spChg>
        <pc:spChg chg="add mod">
          <ac:chgData name="이 은찬" userId="7171d596-a1e6-43c2-b263-57fdfdab9399" providerId="ADAL" clId="{DA5D67FD-7EFE-4B61-8369-8F9F6D30E81F}" dt="2026-10-03T11:35:44.095" v="2574" actId="14100"/>
          <ac:spMkLst>
            <pc:docMk/>
            <pc:sldMk cId="1973134436" sldId="307"/>
            <ac:spMk id="20" creationId="{8EAB6A03-CCD4-EC9E-55C9-A617FDC2FCF1}"/>
          </ac:spMkLst>
        </pc:spChg>
        <pc:spChg chg="add mod">
          <ac:chgData name="이 은찬" userId="7171d596-a1e6-43c2-b263-57fdfdab9399" providerId="ADAL" clId="{DA5D67FD-7EFE-4B61-8369-8F9F6D30E81F}" dt="2026-10-03T12:29:24.684" v="4020"/>
          <ac:spMkLst>
            <pc:docMk/>
            <pc:sldMk cId="1973134436" sldId="307"/>
            <ac:spMk id="21" creationId="{0CE15EDF-3CFF-6D38-3A9E-B19958CED390}"/>
          </ac:spMkLst>
        </pc:spChg>
        <pc:spChg chg="mod">
          <ac:chgData name="이 은찬" userId="7171d596-a1e6-43c2-b263-57fdfdab9399" providerId="ADAL" clId="{DA5D67FD-7EFE-4B61-8369-8F9F6D30E81F}" dt="2026-10-03T10:58:25.647" v="2377"/>
          <ac:spMkLst>
            <pc:docMk/>
            <pc:sldMk cId="1973134436" sldId="307"/>
            <ac:spMk id="31" creationId="{C1E058C1-8AAF-AE76-7C38-254B98CD19BD}"/>
          </ac:spMkLst>
        </pc:spChg>
        <pc:spChg chg="mod">
          <ac:chgData name="이 은찬" userId="7171d596-a1e6-43c2-b263-57fdfdab9399" providerId="ADAL" clId="{DA5D67FD-7EFE-4B61-8369-8F9F6D30E81F}" dt="2026-10-03T12:03:06.925" v="3145" actId="20577"/>
          <ac:spMkLst>
            <pc:docMk/>
            <pc:sldMk cId="1973134436" sldId="307"/>
            <ac:spMk id="33" creationId="{8EDF2654-BE01-EF84-31E7-1DC08914F93A}"/>
          </ac:spMkLst>
        </pc:spChg>
        <pc:picChg chg="add del">
          <ac:chgData name="이 은찬" userId="7171d596-a1e6-43c2-b263-57fdfdab9399" providerId="ADAL" clId="{DA5D67FD-7EFE-4B61-8369-8F9F6D30E81F}" dt="2026-10-03T11:13:22.371" v="2529" actId="478"/>
          <ac:picMkLst>
            <pc:docMk/>
            <pc:sldMk cId="1973134436" sldId="307"/>
            <ac:picMk id="6" creationId="{EEA2CAAD-89FD-B692-3623-E16CC6E74E70}"/>
          </ac:picMkLst>
        </pc:picChg>
        <pc:picChg chg="add del">
          <ac:chgData name="이 은찬" userId="7171d596-a1e6-43c2-b263-57fdfdab9399" providerId="ADAL" clId="{DA5D67FD-7EFE-4B61-8369-8F9F6D30E81F}" dt="2026-10-03T11:01:14.240" v="2429" actId="478"/>
          <ac:picMkLst>
            <pc:docMk/>
            <pc:sldMk cId="1973134436" sldId="307"/>
            <ac:picMk id="10" creationId="{237864CA-6C99-EA14-3009-91DD9E10FEB1}"/>
          </ac:picMkLst>
        </pc:picChg>
        <pc:picChg chg="add mod">
          <ac:chgData name="이 은찬" userId="7171d596-a1e6-43c2-b263-57fdfdab9399" providerId="ADAL" clId="{DA5D67FD-7EFE-4B61-8369-8F9F6D30E81F}" dt="2026-10-03T11:13:02.932" v="2521" actId="14100"/>
          <ac:picMkLst>
            <pc:docMk/>
            <pc:sldMk cId="1973134436" sldId="307"/>
            <ac:picMk id="13" creationId="{AB3F2D17-87A8-72D2-D108-DFB1783C66C0}"/>
          </ac:picMkLst>
        </pc:picChg>
        <pc:picChg chg="add del mod">
          <ac:chgData name="이 은찬" userId="7171d596-a1e6-43c2-b263-57fdfdab9399" providerId="ADAL" clId="{DA5D67FD-7EFE-4B61-8369-8F9F6D30E81F}" dt="2026-10-03T11:13:21.924" v="2528" actId="478"/>
          <ac:picMkLst>
            <pc:docMk/>
            <pc:sldMk cId="1973134436" sldId="307"/>
            <ac:picMk id="15" creationId="{074365AF-44A2-294D-E97C-C91993BBF65C}"/>
          </ac:picMkLst>
        </pc:picChg>
        <pc:picChg chg="add mod">
          <ac:chgData name="이 은찬" userId="7171d596-a1e6-43c2-b263-57fdfdab9399" providerId="ADAL" clId="{DA5D67FD-7EFE-4B61-8369-8F9F6D30E81F}" dt="2026-10-03T11:13:23.241" v="2530"/>
          <ac:picMkLst>
            <pc:docMk/>
            <pc:sldMk cId="1973134436" sldId="307"/>
            <ac:picMk id="16" creationId="{8EF727D5-4B40-DB51-757C-C3066ABA24B8}"/>
          </ac:picMkLst>
        </pc:picChg>
      </pc:sldChg>
      <pc:sldChg chg="addSp delSp modSp add mod">
        <pc:chgData name="이 은찬" userId="7171d596-a1e6-43c2-b263-57fdfdab9399" providerId="ADAL" clId="{DA5D67FD-7EFE-4B61-8369-8F9F6D30E81F}" dt="2026-10-03T13:32:25.263" v="6291"/>
        <pc:sldMkLst>
          <pc:docMk/>
          <pc:sldMk cId="2713978789" sldId="308"/>
        </pc:sldMkLst>
        <pc:spChg chg="mod">
          <ac:chgData name="이 은찬" userId="7171d596-a1e6-43c2-b263-57fdfdab9399" providerId="ADAL" clId="{DA5D67FD-7EFE-4B61-8369-8F9F6D30E81F}" dt="2026-10-03T11:40:48.032" v="2655" actId="20577"/>
          <ac:spMkLst>
            <pc:docMk/>
            <pc:sldMk cId="2713978789" sldId="308"/>
            <ac:spMk id="4" creationId="{6C821A32-21E9-FD18-7E3B-0520F537AC69}"/>
          </ac:spMkLst>
        </pc:spChg>
        <pc:spChg chg="mod">
          <ac:chgData name="이 은찬" userId="7171d596-a1e6-43c2-b263-57fdfdab9399" providerId="ADAL" clId="{DA5D67FD-7EFE-4B61-8369-8F9F6D30E81F}" dt="2026-10-03T11:48:01.470" v="2819" actId="207"/>
          <ac:spMkLst>
            <pc:docMk/>
            <pc:sldMk cId="2713978789" sldId="308"/>
            <ac:spMk id="5" creationId="{F5FF7AA6-7EB5-105F-3E43-F34F0FD7D578}"/>
          </ac:spMkLst>
        </pc:spChg>
        <pc:spChg chg="add mod">
          <ac:chgData name="이 은찬" userId="7171d596-a1e6-43c2-b263-57fdfdab9399" providerId="ADAL" clId="{DA5D67FD-7EFE-4B61-8369-8F9F6D30E81F}" dt="2026-10-03T12:29:26.045" v="4021"/>
          <ac:spMkLst>
            <pc:docMk/>
            <pc:sldMk cId="2713978789" sldId="308"/>
            <ac:spMk id="8" creationId="{97134EF5-4156-E124-C4C3-FE725C97E269}"/>
          </ac:spMkLst>
        </pc:spChg>
        <pc:spChg chg="add">
          <ac:chgData name="이 은찬" userId="7171d596-a1e6-43c2-b263-57fdfdab9399" providerId="ADAL" clId="{DA5D67FD-7EFE-4B61-8369-8F9F6D30E81F}" dt="2026-10-03T12:29:52.257" v="4025"/>
          <ac:spMkLst>
            <pc:docMk/>
            <pc:sldMk cId="2713978789" sldId="308"/>
            <ac:spMk id="10" creationId="{143FE069-8D24-68FE-0660-55E1E2F0C9E0}"/>
          </ac:spMkLst>
        </pc:spChg>
        <pc:spChg chg="del">
          <ac:chgData name="이 은찬" userId="7171d596-a1e6-43c2-b263-57fdfdab9399" providerId="ADAL" clId="{DA5D67FD-7EFE-4B61-8369-8F9F6D30E81F}" dt="2026-10-03T12:08:09.209" v="3426" actId="478"/>
          <ac:spMkLst>
            <pc:docMk/>
            <pc:sldMk cId="2713978789" sldId="308"/>
            <ac:spMk id="11" creationId="{E8E313CE-5FDF-1972-94F0-BB472ED1CAAE}"/>
          </ac:spMkLst>
        </pc:spChg>
        <pc:spChg chg="del">
          <ac:chgData name="이 은찬" userId="7171d596-a1e6-43c2-b263-57fdfdab9399" providerId="ADAL" clId="{DA5D67FD-7EFE-4B61-8369-8F9F6D30E81F}" dt="2026-10-03T12:08:12.043" v="3428" actId="478"/>
          <ac:spMkLst>
            <pc:docMk/>
            <pc:sldMk cId="2713978789" sldId="308"/>
            <ac:spMk id="18" creationId="{09C894DF-7CEC-8ED7-D44E-5DF913FC28EE}"/>
          </ac:spMkLst>
        </pc:spChg>
        <pc:spChg chg="del">
          <ac:chgData name="이 은찬" userId="7171d596-a1e6-43c2-b263-57fdfdab9399" providerId="ADAL" clId="{DA5D67FD-7EFE-4B61-8369-8F9F6D30E81F}" dt="2026-10-03T12:08:10.771" v="3427" actId="478"/>
          <ac:spMkLst>
            <pc:docMk/>
            <pc:sldMk cId="2713978789" sldId="308"/>
            <ac:spMk id="20" creationId="{8EAB6A03-CCD4-EC9E-55C9-A617FDC2FCF1}"/>
          </ac:spMkLst>
        </pc:spChg>
        <pc:spChg chg="mod">
          <ac:chgData name="이 은찬" userId="7171d596-a1e6-43c2-b263-57fdfdab9399" providerId="ADAL" clId="{DA5D67FD-7EFE-4B61-8369-8F9F6D30E81F}" dt="2026-10-03T13:32:25.263" v="6291"/>
          <ac:spMkLst>
            <pc:docMk/>
            <pc:sldMk cId="2713978789" sldId="308"/>
            <ac:spMk id="31" creationId="{C1E058C1-8AAF-AE76-7C38-254B98CD19BD}"/>
          </ac:spMkLst>
        </pc:spChg>
        <pc:spChg chg="mod">
          <ac:chgData name="이 은찬" userId="7171d596-a1e6-43c2-b263-57fdfdab9399" providerId="ADAL" clId="{DA5D67FD-7EFE-4B61-8369-8F9F6D30E81F}" dt="2026-10-03T12:03:11.646" v="3147" actId="20577"/>
          <ac:spMkLst>
            <pc:docMk/>
            <pc:sldMk cId="2713978789" sldId="308"/>
            <ac:spMk id="33" creationId="{8EDF2654-BE01-EF84-31E7-1DC08914F93A}"/>
          </ac:spMkLst>
        </pc:spChg>
        <pc:picChg chg="add del mod">
          <ac:chgData name="이 은찬" userId="7171d596-a1e6-43c2-b263-57fdfdab9399" providerId="ADAL" clId="{DA5D67FD-7EFE-4B61-8369-8F9F6D30E81F}" dt="2026-10-03T11:57:23.906" v="2962" actId="478"/>
          <ac:picMkLst>
            <pc:docMk/>
            <pc:sldMk cId="2713978789" sldId="308"/>
            <ac:picMk id="6" creationId="{7E3D822F-5419-752D-5444-0D75BB34D639}"/>
          </ac:picMkLst>
        </pc:picChg>
        <pc:picChg chg="add mod">
          <ac:chgData name="이 은찬" userId="7171d596-a1e6-43c2-b263-57fdfdab9399" providerId="ADAL" clId="{DA5D67FD-7EFE-4B61-8369-8F9F6D30E81F}" dt="2026-10-03T11:57:25.442" v="2964"/>
          <ac:picMkLst>
            <pc:docMk/>
            <pc:sldMk cId="2713978789" sldId="308"/>
            <ac:picMk id="7" creationId="{F0F3EB7A-48C1-9020-B1DE-542DDE5535D3}"/>
          </ac:picMkLst>
        </pc:picChg>
        <pc:picChg chg="add mod">
          <ac:chgData name="이 은찬" userId="7171d596-a1e6-43c2-b263-57fdfdab9399" providerId="ADAL" clId="{DA5D67FD-7EFE-4B61-8369-8F9F6D30E81F}" dt="2026-10-03T12:30:15.734" v="4029" actId="1076"/>
          <ac:picMkLst>
            <pc:docMk/>
            <pc:sldMk cId="2713978789" sldId="308"/>
            <ac:picMk id="12" creationId="{1F0A2ED9-95CB-9D58-3460-FF7C2F59F3A0}"/>
          </ac:picMkLst>
        </pc:picChg>
        <pc:picChg chg="del">
          <ac:chgData name="이 은찬" userId="7171d596-a1e6-43c2-b263-57fdfdab9399" providerId="ADAL" clId="{DA5D67FD-7EFE-4B61-8369-8F9F6D30E81F}" dt="2026-10-03T11:57:24.352" v="2963" actId="478"/>
          <ac:picMkLst>
            <pc:docMk/>
            <pc:sldMk cId="2713978789" sldId="308"/>
            <ac:picMk id="16" creationId="{8EF727D5-4B40-DB51-757C-C3066ABA24B8}"/>
          </ac:picMkLst>
        </pc:picChg>
      </pc:sldChg>
      <pc:sldChg chg="addSp delSp modSp add mod">
        <pc:chgData name="이 은찬" userId="7171d596-a1e6-43c2-b263-57fdfdab9399" providerId="ADAL" clId="{DA5D67FD-7EFE-4B61-8369-8F9F6D30E81F}" dt="2026-10-03T12:33:31.198" v="4047" actId="1076"/>
        <pc:sldMkLst>
          <pc:docMk/>
          <pc:sldMk cId="2949397629" sldId="309"/>
        </pc:sldMkLst>
        <pc:spChg chg="mod">
          <ac:chgData name="이 은찬" userId="7171d596-a1e6-43c2-b263-57fdfdab9399" providerId="ADAL" clId="{DA5D67FD-7EFE-4B61-8369-8F9F6D30E81F}" dt="2026-10-03T11:56:40.973" v="2953" actId="20577"/>
          <ac:spMkLst>
            <pc:docMk/>
            <pc:sldMk cId="2949397629" sldId="309"/>
            <ac:spMk id="4" creationId="{6C821A32-21E9-FD18-7E3B-0520F537AC69}"/>
          </ac:spMkLst>
        </pc:spChg>
        <pc:spChg chg="mod">
          <ac:chgData name="이 은찬" userId="7171d596-a1e6-43c2-b263-57fdfdab9399" providerId="ADAL" clId="{DA5D67FD-7EFE-4B61-8369-8F9F6D30E81F}" dt="2026-10-03T12:00:22.433" v="3131" actId="207"/>
          <ac:spMkLst>
            <pc:docMk/>
            <pc:sldMk cId="2949397629" sldId="309"/>
            <ac:spMk id="5" creationId="{F5FF7AA6-7EB5-105F-3E43-F34F0FD7D578}"/>
          </ac:spMkLst>
        </pc:spChg>
        <pc:spChg chg="add">
          <ac:chgData name="이 은찬" userId="7171d596-a1e6-43c2-b263-57fdfdab9399" providerId="ADAL" clId="{DA5D67FD-7EFE-4B61-8369-8F9F6D30E81F}" dt="2026-10-03T11:57:01.138" v="2954"/>
          <ac:spMkLst>
            <pc:docMk/>
            <pc:sldMk cId="2949397629" sldId="309"/>
            <ac:spMk id="6" creationId="{57686122-6F4D-CCC6-3FEF-C4B6D11177CC}"/>
          </ac:spMkLst>
        </pc:spChg>
        <pc:spChg chg="add">
          <ac:chgData name="이 은찬" userId="7171d596-a1e6-43c2-b263-57fdfdab9399" providerId="ADAL" clId="{DA5D67FD-7EFE-4B61-8369-8F9F6D30E81F}" dt="2026-10-03T12:01:00.335" v="3136"/>
          <ac:spMkLst>
            <pc:docMk/>
            <pc:sldMk cId="2949397629" sldId="309"/>
            <ac:spMk id="8" creationId="{07E508D6-CF4F-0383-6110-E65AD509B104}"/>
          </ac:spMkLst>
        </pc:spChg>
        <pc:spChg chg="add">
          <ac:chgData name="이 은찬" userId="7171d596-a1e6-43c2-b263-57fdfdab9399" providerId="ADAL" clId="{DA5D67FD-7EFE-4B61-8369-8F9F6D30E81F}" dt="2026-10-03T12:01:03.128" v="3138"/>
          <ac:spMkLst>
            <pc:docMk/>
            <pc:sldMk cId="2949397629" sldId="309"/>
            <ac:spMk id="10" creationId="{CEAD9038-272E-C5DF-CA42-DD06EDD7B4EC}"/>
          </ac:spMkLst>
        </pc:spChg>
        <pc:spChg chg="del">
          <ac:chgData name="이 은찬" userId="7171d596-a1e6-43c2-b263-57fdfdab9399" providerId="ADAL" clId="{DA5D67FD-7EFE-4B61-8369-8F9F6D30E81F}" dt="2026-10-03T12:00:36.337" v="3132" actId="478"/>
          <ac:spMkLst>
            <pc:docMk/>
            <pc:sldMk cId="2949397629" sldId="309"/>
            <ac:spMk id="11" creationId="{E8E313CE-5FDF-1972-94F0-BB472ED1CAAE}"/>
          </ac:spMkLst>
        </pc:spChg>
        <pc:spChg chg="add mod">
          <ac:chgData name="이 은찬" userId="7171d596-a1e6-43c2-b263-57fdfdab9399" providerId="ADAL" clId="{DA5D67FD-7EFE-4B61-8369-8F9F6D30E81F}" dt="2026-10-03T12:29:27.530" v="4022"/>
          <ac:spMkLst>
            <pc:docMk/>
            <pc:sldMk cId="2949397629" sldId="309"/>
            <ac:spMk id="15" creationId="{DC87B183-787D-037B-AB48-31323FDA9782}"/>
          </ac:spMkLst>
        </pc:spChg>
        <pc:spChg chg="add">
          <ac:chgData name="이 은찬" userId="7171d596-a1e6-43c2-b263-57fdfdab9399" providerId="ADAL" clId="{DA5D67FD-7EFE-4B61-8369-8F9F6D30E81F}" dt="2026-10-03T12:32:37.375" v="4034"/>
          <ac:spMkLst>
            <pc:docMk/>
            <pc:sldMk cId="2949397629" sldId="309"/>
            <ac:spMk id="17" creationId="{8BE8B2A4-14EA-B041-FE86-E892609C6F00}"/>
          </ac:spMkLst>
        </pc:spChg>
        <pc:spChg chg="del">
          <ac:chgData name="이 은찬" userId="7171d596-a1e6-43c2-b263-57fdfdab9399" providerId="ADAL" clId="{DA5D67FD-7EFE-4B61-8369-8F9F6D30E81F}" dt="2026-10-03T12:00:40.110" v="3134" actId="478"/>
          <ac:spMkLst>
            <pc:docMk/>
            <pc:sldMk cId="2949397629" sldId="309"/>
            <ac:spMk id="18" creationId="{09C894DF-7CEC-8ED7-D44E-5DF913FC28EE}"/>
          </ac:spMkLst>
        </pc:spChg>
        <pc:spChg chg="del">
          <ac:chgData name="이 은찬" userId="7171d596-a1e6-43c2-b263-57fdfdab9399" providerId="ADAL" clId="{DA5D67FD-7EFE-4B61-8369-8F9F6D30E81F}" dt="2026-10-03T12:00:38.035" v="3133" actId="478"/>
          <ac:spMkLst>
            <pc:docMk/>
            <pc:sldMk cId="2949397629" sldId="309"/>
            <ac:spMk id="20" creationId="{8EAB6A03-CCD4-EC9E-55C9-A617FDC2FCF1}"/>
          </ac:spMkLst>
        </pc:spChg>
        <pc:spChg chg="mod">
          <ac:chgData name="이 은찬" userId="7171d596-a1e6-43c2-b263-57fdfdab9399" providerId="ADAL" clId="{DA5D67FD-7EFE-4B61-8369-8F9F6D30E81F}" dt="2026-10-03T11:56:18.106" v="2925"/>
          <ac:spMkLst>
            <pc:docMk/>
            <pc:sldMk cId="2949397629" sldId="309"/>
            <ac:spMk id="31" creationId="{C1E058C1-8AAF-AE76-7C38-254B98CD19BD}"/>
          </ac:spMkLst>
        </pc:spChg>
        <pc:spChg chg="mod">
          <ac:chgData name="이 은찬" userId="7171d596-a1e6-43c2-b263-57fdfdab9399" providerId="ADAL" clId="{DA5D67FD-7EFE-4B61-8369-8F9F6D30E81F}" dt="2026-10-03T12:03:15.414" v="3149" actId="20577"/>
          <ac:spMkLst>
            <pc:docMk/>
            <pc:sldMk cId="2949397629" sldId="309"/>
            <ac:spMk id="33" creationId="{8EDF2654-BE01-EF84-31E7-1DC08914F93A}"/>
          </ac:spMkLst>
        </pc:spChg>
        <pc:picChg chg="add del">
          <ac:chgData name="이 은찬" userId="7171d596-a1e6-43c2-b263-57fdfdab9399" providerId="ADAL" clId="{DA5D67FD-7EFE-4B61-8369-8F9F6D30E81F}" dt="2026-10-03T11:57:05.384" v="2956" actId="478"/>
          <ac:picMkLst>
            <pc:docMk/>
            <pc:sldMk cId="2949397629" sldId="309"/>
            <ac:picMk id="7" creationId="{EF8F0759-5D47-5735-ADB7-0DC5CE1245C8}"/>
          </ac:picMkLst>
        </pc:picChg>
        <pc:picChg chg="add del mod">
          <ac:chgData name="이 은찬" userId="7171d596-a1e6-43c2-b263-57fdfdab9399" providerId="ADAL" clId="{DA5D67FD-7EFE-4B61-8369-8F9F6D30E81F}" dt="2026-10-03T12:01:17.619" v="3142" actId="478"/>
          <ac:picMkLst>
            <pc:docMk/>
            <pc:sldMk cId="2949397629" sldId="309"/>
            <ac:picMk id="12" creationId="{0DA50090-79CB-C002-933E-9BE5077A02D0}"/>
          </ac:picMkLst>
        </pc:picChg>
        <pc:picChg chg="add del mod">
          <ac:chgData name="이 은찬" userId="7171d596-a1e6-43c2-b263-57fdfdab9399" providerId="ADAL" clId="{DA5D67FD-7EFE-4B61-8369-8F9F6D30E81F}" dt="2026-10-03T12:07:46.545" v="3423" actId="478"/>
          <ac:picMkLst>
            <pc:docMk/>
            <pc:sldMk cId="2949397629" sldId="309"/>
            <ac:picMk id="13" creationId="{0336AF58-FEE5-B1F9-EF8C-97BE2A479575}"/>
          </ac:picMkLst>
        </pc:picChg>
        <pc:picChg chg="add mod">
          <ac:chgData name="이 은찬" userId="7171d596-a1e6-43c2-b263-57fdfdab9399" providerId="ADAL" clId="{DA5D67FD-7EFE-4B61-8369-8F9F6D30E81F}" dt="2026-10-03T12:07:47.950" v="3425"/>
          <ac:picMkLst>
            <pc:docMk/>
            <pc:sldMk cId="2949397629" sldId="309"/>
            <ac:picMk id="14" creationId="{A5DB008C-38A6-4B3B-4AD3-619AC430C87A}"/>
          </ac:picMkLst>
        </pc:picChg>
        <pc:picChg chg="add del">
          <ac:chgData name="이 은찬" userId="7171d596-a1e6-43c2-b263-57fdfdab9399" providerId="ADAL" clId="{DA5D67FD-7EFE-4B61-8369-8F9F6D30E81F}" dt="2026-10-03T12:07:47.008" v="3424" actId="478"/>
          <ac:picMkLst>
            <pc:docMk/>
            <pc:sldMk cId="2949397629" sldId="309"/>
            <ac:picMk id="16" creationId="{8EF727D5-4B40-DB51-757C-C3066ABA24B8}"/>
          </ac:picMkLst>
        </pc:picChg>
        <pc:picChg chg="add mod modCrop">
          <ac:chgData name="이 은찬" userId="7171d596-a1e6-43c2-b263-57fdfdab9399" providerId="ADAL" clId="{DA5D67FD-7EFE-4B61-8369-8F9F6D30E81F}" dt="2026-10-03T12:33:31.198" v="4047" actId="1076"/>
          <ac:picMkLst>
            <pc:docMk/>
            <pc:sldMk cId="2949397629" sldId="309"/>
            <ac:picMk id="19" creationId="{E2C7B0E8-0C87-D3CB-9598-893C5BEB53AC}"/>
          </ac:picMkLst>
        </pc:picChg>
      </pc:sldChg>
      <pc:sldChg chg="addSp delSp modSp add mod">
        <pc:chgData name="이 은찬" userId="7171d596-a1e6-43c2-b263-57fdfdab9399" providerId="ADAL" clId="{DA5D67FD-7EFE-4B61-8369-8F9F6D30E81F}" dt="2026-10-03T12:43:16.263" v="4498" actId="1076"/>
        <pc:sldMkLst>
          <pc:docMk/>
          <pc:sldMk cId="2550466425" sldId="310"/>
        </pc:sldMkLst>
        <pc:spChg chg="mod">
          <ac:chgData name="이 은찬" userId="7171d596-a1e6-43c2-b263-57fdfdab9399" providerId="ADAL" clId="{DA5D67FD-7EFE-4B61-8369-8F9F6D30E81F}" dt="2026-10-03T12:06:01.530" v="3190"/>
          <ac:spMkLst>
            <pc:docMk/>
            <pc:sldMk cId="2550466425" sldId="310"/>
            <ac:spMk id="4" creationId="{6C821A32-21E9-FD18-7E3B-0520F537AC69}"/>
          </ac:spMkLst>
        </pc:spChg>
        <pc:spChg chg="mod">
          <ac:chgData name="이 은찬" userId="7171d596-a1e6-43c2-b263-57fdfdab9399" providerId="ADAL" clId="{DA5D67FD-7EFE-4B61-8369-8F9F6D30E81F}" dt="2026-10-03T12:07:14.615" v="3415" actId="207"/>
          <ac:spMkLst>
            <pc:docMk/>
            <pc:sldMk cId="2550466425" sldId="310"/>
            <ac:spMk id="5" creationId="{F5FF7AA6-7EB5-105F-3E43-F34F0FD7D578}"/>
          </ac:spMkLst>
        </pc:spChg>
        <pc:spChg chg="add">
          <ac:chgData name="이 은찬" userId="7171d596-a1e6-43c2-b263-57fdfdab9399" providerId="ADAL" clId="{DA5D67FD-7EFE-4B61-8369-8F9F6D30E81F}" dt="2026-10-03T12:07:29.013" v="3416"/>
          <ac:spMkLst>
            <pc:docMk/>
            <pc:sldMk cId="2550466425" sldId="310"/>
            <ac:spMk id="6" creationId="{FA5F6FF6-3308-E9C5-AF4A-344E69907C87}"/>
          </ac:spMkLst>
        </pc:spChg>
        <pc:spChg chg="add mod">
          <ac:chgData name="이 은찬" userId="7171d596-a1e6-43c2-b263-57fdfdab9399" providerId="ADAL" clId="{DA5D67FD-7EFE-4B61-8369-8F9F6D30E81F}" dt="2026-10-03T12:15:33.473" v="3575" actId="207"/>
          <ac:spMkLst>
            <pc:docMk/>
            <pc:sldMk cId="2550466425" sldId="310"/>
            <ac:spMk id="11" creationId="{ACBB58CA-C2CB-B40E-1625-B4FF7E20B9A8}"/>
          </ac:spMkLst>
        </pc:spChg>
        <pc:spChg chg="add mod">
          <ac:chgData name="이 은찬" userId="7171d596-a1e6-43c2-b263-57fdfdab9399" providerId="ADAL" clId="{DA5D67FD-7EFE-4B61-8369-8F9F6D30E81F}" dt="2026-10-03T12:29:28.868" v="4023"/>
          <ac:spMkLst>
            <pc:docMk/>
            <pc:sldMk cId="2550466425" sldId="310"/>
            <ac:spMk id="12" creationId="{3FA20F89-2C05-D9F6-D77A-B59E9B97C4C4}"/>
          </ac:spMkLst>
        </pc:spChg>
        <pc:spChg chg="add">
          <ac:chgData name="이 은찬" userId="7171d596-a1e6-43c2-b263-57fdfdab9399" providerId="ADAL" clId="{DA5D67FD-7EFE-4B61-8369-8F9F6D30E81F}" dt="2026-10-03T12:42:35.369" v="4487"/>
          <ac:spMkLst>
            <pc:docMk/>
            <pc:sldMk cId="2550466425" sldId="310"/>
            <ac:spMk id="13" creationId="{02D6DB75-1729-4C46-19FD-8A332F3A1999}"/>
          </ac:spMkLst>
        </pc:spChg>
        <pc:spChg chg="mod">
          <ac:chgData name="이 은찬" userId="7171d596-a1e6-43c2-b263-57fdfdab9399" providerId="ADAL" clId="{DA5D67FD-7EFE-4B61-8369-8F9F6D30E81F}" dt="2026-10-03T12:05:27.286" v="3187"/>
          <ac:spMkLst>
            <pc:docMk/>
            <pc:sldMk cId="2550466425" sldId="310"/>
            <ac:spMk id="31" creationId="{C1E058C1-8AAF-AE76-7C38-254B98CD19BD}"/>
          </ac:spMkLst>
        </pc:spChg>
        <pc:spChg chg="mod">
          <ac:chgData name="이 은찬" userId="7171d596-a1e6-43c2-b263-57fdfdab9399" providerId="ADAL" clId="{DA5D67FD-7EFE-4B61-8369-8F9F6D30E81F}" dt="2026-10-03T12:03:22.102" v="3151" actId="20577"/>
          <ac:spMkLst>
            <pc:docMk/>
            <pc:sldMk cId="2550466425" sldId="310"/>
            <ac:spMk id="33" creationId="{8EDF2654-BE01-EF84-31E7-1DC08914F93A}"/>
          </ac:spMkLst>
        </pc:spChg>
        <pc:picChg chg="add del">
          <ac:chgData name="이 은찬" userId="7171d596-a1e6-43c2-b263-57fdfdab9399" providerId="ADAL" clId="{DA5D67FD-7EFE-4B61-8369-8F9F6D30E81F}" dt="2026-10-03T12:07:32.731" v="3418" actId="478"/>
          <ac:picMkLst>
            <pc:docMk/>
            <pc:sldMk cId="2550466425" sldId="310"/>
            <ac:picMk id="7" creationId="{84F54BED-3502-F7D6-9CE7-BF8345BE22BC}"/>
          </ac:picMkLst>
        </pc:picChg>
        <pc:picChg chg="add del mod">
          <ac:chgData name="이 은찬" userId="7171d596-a1e6-43c2-b263-57fdfdab9399" providerId="ADAL" clId="{DA5D67FD-7EFE-4B61-8369-8F9F6D30E81F}" dt="2026-10-03T12:14:53.635" v="3564" actId="478"/>
          <ac:picMkLst>
            <pc:docMk/>
            <pc:sldMk cId="2550466425" sldId="310"/>
            <ac:picMk id="8" creationId="{14D25F52-E2F6-CAD7-57BF-32D0C85489A2}"/>
          </ac:picMkLst>
        </pc:picChg>
        <pc:picChg chg="add mod">
          <ac:chgData name="이 은찬" userId="7171d596-a1e6-43c2-b263-57fdfdab9399" providerId="ADAL" clId="{DA5D67FD-7EFE-4B61-8369-8F9F6D30E81F}" dt="2026-10-03T12:14:55.053" v="3566"/>
          <ac:picMkLst>
            <pc:docMk/>
            <pc:sldMk cId="2550466425" sldId="310"/>
            <ac:picMk id="10" creationId="{25C40873-B693-3742-A1D4-398C63878BE0}"/>
          </ac:picMkLst>
        </pc:picChg>
        <pc:picChg chg="add mod modCrop">
          <ac:chgData name="이 은찬" userId="7171d596-a1e6-43c2-b263-57fdfdab9399" providerId="ADAL" clId="{DA5D67FD-7EFE-4B61-8369-8F9F6D30E81F}" dt="2026-10-03T12:43:16.263" v="4498" actId="1076"/>
          <ac:picMkLst>
            <pc:docMk/>
            <pc:sldMk cId="2550466425" sldId="310"/>
            <ac:picMk id="14" creationId="{C8DC16AB-B092-E1A3-AFA6-794F1762B015}"/>
          </ac:picMkLst>
        </pc:picChg>
        <pc:picChg chg="del">
          <ac:chgData name="이 은찬" userId="7171d596-a1e6-43c2-b263-57fdfdab9399" providerId="ADAL" clId="{DA5D67FD-7EFE-4B61-8369-8F9F6D30E81F}" dt="2026-10-03T12:14:54.013" v="3565" actId="478"/>
          <ac:picMkLst>
            <pc:docMk/>
            <pc:sldMk cId="2550466425" sldId="310"/>
            <ac:picMk id="16" creationId="{8EF727D5-4B40-DB51-757C-C3066ABA24B8}"/>
          </ac:picMkLst>
        </pc:picChg>
      </pc:sldChg>
      <pc:sldChg chg="addSp delSp modSp add mod">
        <pc:chgData name="이 은찬" userId="7171d596-a1e6-43c2-b263-57fdfdab9399" providerId="ADAL" clId="{DA5D67FD-7EFE-4B61-8369-8F9F6D30E81F}" dt="2026-10-03T12:29:30.119" v="4024"/>
        <pc:sldMkLst>
          <pc:docMk/>
          <pc:sldMk cId="1320647034" sldId="311"/>
        </pc:sldMkLst>
        <pc:spChg chg="mod">
          <ac:chgData name="이 은찬" userId="7171d596-a1e6-43c2-b263-57fdfdab9399" providerId="ADAL" clId="{DA5D67FD-7EFE-4B61-8369-8F9F6D30E81F}" dt="2026-10-03T12:12:07.556" v="3491" actId="20577"/>
          <ac:spMkLst>
            <pc:docMk/>
            <pc:sldMk cId="1320647034" sldId="311"/>
            <ac:spMk id="4" creationId="{6C821A32-21E9-FD18-7E3B-0520F537AC69}"/>
          </ac:spMkLst>
        </pc:spChg>
        <pc:spChg chg="mod">
          <ac:chgData name="이 은찬" userId="7171d596-a1e6-43c2-b263-57fdfdab9399" providerId="ADAL" clId="{DA5D67FD-7EFE-4B61-8369-8F9F6D30E81F}" dt="2026-10-03T12:13:01.504" v="3553" actId="207"/>
          <ac:spMkLst>
            <pc:docMk/>
            <pc:sldMk cId="1320647034" sldId="311"/>
            <ac:spMk id="5" creationId="{F5FF7AA6-7EB5-105F-3E43-F34F0FD7D578}"/>
          </ac:spMkLst>
        </pc:spChg>
        <pc:spChg chg="add">
          <ac:chgData name="이 은찬" userId="7171d596-a1e6-43c2-b263-57fdfdab9399" providerId="ADAL" clId="{DA5D67FD-7EFE-4B61-8369-8F9F6D30E81F}" dt="2026-10-03T12:12:20.950" v="3492"/>
          <ac:spMkLst>
            <pc:docMk/>
            <pc:sldMk cId="1320647034" sldId="311"/>
            <ac:spMk id="6" creationId="{22AAFE9E-DB86-BCCF-B605-58338662FCB9}"/>
          </ac:spMkLst>
        </pc:spChg>
        <pc:spChg chg="add">
          <ac:chgData name="이 은찬" userId="7171d596-a1e6-43c2-b263-57fdfdab9399" providerId="ADAL" clId="{DA5D67FD-7EFE-4B61-8369-8F9F6D30E81F}" dt="2026-10-03T12:14:29.779" v="3554"/>
          <ac:spMkLst>
            <pc:docMk/>
            <pc:sldMk cId="1320647034" sldId="311"/>
            <ac:spMk id="7" creationId="{412D870F-D554-4D41-F176-64AEE2DECFA7}"/>
          </ac:spMkLst>
        </pc:spChg>
        <pc:spChg chg="add">
          <ac:chgData name="이 은찬" userId="7171d596-a1e6-43c2-b263-57fdfdab9399" providerId="ADAL" clId="{DA5D67FD-7EFE-4B61-8369-8F9F6D30E81F}" dt="2026-10-03T12:18:44.759" v="3576"/>
          <ac:spMkLst>
            <pc:docMk/>
            <pc:sldMk cId="1320647034" sldId="311"/>
            <ac:spMk id="10" creationId="{CB76B514-81D2-57F2-0724-681D94CC8702}"/>
          </ac:spMkLst>
        </pc:spChg>
        <pc:spChg chg="add mod">
          <ac:chgData name="이 은찬" userId="7171d596-a1e6-43c2-b263-57fdfdab9399" providerId="ADAL" clId="{DA5D67FD-7EFE-4B61-8369-8F9F6D30E81F}" dt="2026-10-03T12:25:21.147" v="3880" actId="207"/>
          <ac:spMkLst>
            <pc:docMk/>
            <pc:sldMk cId="1320647034" sldId="311"/>
            <ac:spMk id="13" creationId="{FAE46583-2330-79DD-3FCD-E4E6E5EB7E88}"/>
          </ac:spMkLst>
        </pc:spChg>
        <pc:spChg chg="add mod">
          <ac:chgData name="이 은찬" userId="7171d596-a1e6-43c2-b263-57fdfdab9399" providerId="ADAL" clId="{DA5D67FD-7EFE-4B61-8369-8F9F6D30E81F}" dt="2026-10-03T12:29:30.119" v="4024"/>
          <ac:spMkLst>
            <pc:docMk/>
            <pc:sldMk cId="1320647034" sldId="311"/>
            <ac:spMk id="14" creationId="{1E8873BD-D777-F5B4-87AC-632FCA60772C}"/>
          </ac:spMkLst>
        </pc:spChg>
        <pc:spChg chg="mod">
          <ac:chgData name="이 은찬" userId="7171d596-a1e6-43c2-b263-57fdfdab9399" providerId="ADAL" clId="{DA5D67FD-7EFE-4B61-8369-8F9F6D30E81F}" dt="2026-10-03T12:11:44.879" v="3487" actId="20577"/>
          <ac:spMkLst>
            <pc:docMk/>
            <pc:sldMk cId="1320647034" sldId="311"/>
            <ac:spMk id="31" creationId="{C1E058C1-8AAF-AE76-7C38-254B98CD19BD}"/>
          </ac:spMkLst>
        </pc:spChg>
        <pc:spChg chg="mod">
          <ac:chgData name="이 은찬" userId="7171d596-a1e6-43c2-b263-57fdfdab9399" providerId="ADAL" clId="{DA5D67FD-7EFE-4B61-8369-8F9F6D30E81F}" dt="2026-10-03T12:22:17.954" v="3587" actId="20577"/>
          <ac:spMkLst>
            <pc:docMk/>
            <pc:sldMk cId="1320647034" sldId="311"/>
            <ac:spMk id="33" creationId="{8EDF2654-BE01-EF84-31E7-1DC08914F93A}"/>
          </ac:spMkLst>
        </pc:spChg>
        <pc:picChg chg="add del">
          <ac:chgData name="이 은찬" userId="7171d596-a1e6-43c2-b263-57fdfdab9399" providerId="ADAL" clId="{DA5D67FD-7EFE-4B61-8369-8F9F6D30E81F}" dt="2026-10-03T12:14:34.090" v="3556" actId="478"/>
          <ac:picMkLst>
            <pc:docMk/>
            <pc:sldMk cId="1320647034" sldId="311"/>
            <ac:picMk id="8" creationId="{8CF1D69F-E698-BB4B-E16B-E7B595F73731}"/>
          </ac:picMkLst>
        </pc:picChg>
        <pc:picChg chg="add del mod">
          <ac:chgData name="이 은찬" userId="7171d596-a1e6-43c2-b263-57fdfdab9399" providerId="ADAL" clId="{DA5D67FD-7EFE-4B61-8369-8F9F6D30E81F}" dt="2026-10-03T12:19:00.163" v="3581" actId="478"/>
          <ac:picMkLst>
            <pc:docMk/>
            <pc:sldMk cId="1320647034" sldId="311"/>
            <ac:picMk id="11" creationId="{573737E0-3D64-BE50-A319-41C147608283}"/>
          </ac:picMkLst>
        </pc:picChg>
        <pc:picChg chg="add mod">
          <ac:chgData name="이 은찬" userId="7171d596-a1e6-43c2-b263-57fdfdab9399" providerId="ADAL" clId="{DA5D67FD-7EFE-4B61-8369-8F9F6D30E81F}" dt="2026-10-03T12:19:01.599" v="3583"/>
          <ac:picMkLst>
            <pc:docMk/>
            <pc:sldMk cId="1320647034" sldId="311"/>
            <ac:picMk id="12" creationId="{458F062C-86C9-394A-F010-2021E0DD225D}"/>
          </ac:picMkLst>
        </pc:picChg>
        <pc:picChg chg="del">
          <ac:chgData name="이 은찬" userId="7171d596-a1e6-43c2-b263-57fdfdab9399" providerId="ADAL" clId="{DA5D67FD-7EFE-4B61-8369-8F9F6D30E81F}" dt="2026-10-03T12:19:00.552" v="3582" actId="478"/>
          <ac:picMkLst>
            <pc:docMk/>
            <pc:sldMk cId="1320647034" sldId="311"/>
            <ac:picMk id="16" creationId="{8EF727D5-4B40-DB51-757C-C3066ABA24B8}"/>
          </ac:picMkLst>
        </pc:picChg>
      </pc:sldChg>
      <pc:sldChg chg="addSp delSp modSp add mod">
        <pc:chgData name="이 은찬" userId="7171d596-a1e6-43c2-b263-57fdfdab9399" providerId="ADAL" clId="{DA5D67FD-7EFE-4B61-8369-8F9F6D30E81F}" dt="2026-10-03T13:35:04.254" v="6479" actId="20577"/>
        <pc:sldMkLst>
          <pc:docMk/>
          <pc:sldMk cId="1367865884" sldId="312"/>
        </pc:sldMkLst>
        <pc:spChg chg="add mod">
          <ac:chgData name="이 은찬" userId="7171d596-a1e6-43c2-b263-57fdfdab9399" providerId="ADAL" clId="{DA5D67FD-7EFE-4B61-8369-8F9F6D30E81F}" dt="2026-10-03T12:49:38.200" v="4953" actId="20577"/>
          <ac:spMkLst>
            <pc:docMk/>
            <pc:sldMk cId="1367865884" sldId="312"/>
            <ac:spMk id="2" creationId="{62876AB5-056C-8710-6C53-6EF0454DEB7A}"/>
          </ac:spMkLst>
        </pc:spChg>
        <pc:spChg chg="add mod">
          <ac:chgData name="이 은찬" userId="7171d596-a1e6-43c2-b263-57fdfdab9399" providerId="ADAL" clId="{DA5D67FD-7EFE-4B61-8369-8F9F6D30E81F}" dt="2026-10-03T13:35:04.254" v="6479" actId="20577"/>
          <ac:spMkLst>
            <pc:docMk/>
            <pc:sldMk cId="1367865884" sldId="312"/>
            <ac:spMk id="3" creationId="{957466A8-744E-60CD-FC2D-01E1CD5D3A91}"/>
          </ac:spMkLst>
        </pc:spChg>
        <pc:spChg chg="mod">
          <ac:chgData name="이 은찬" userId="7171d596-a1e6-43c2-b263-57fdfdab9399" providerId="ADAL" clId="{DA5D67FD-7EFE-4B61-8369-8F9F6D30E81F}" dt="2026-10-03T13:20:15.284" v="6117" actId="20577"/>
          <ac:spMkLst>
            <pc:docMk/>
            <pc:sldMk cId="1367865884" sldId="312"/>
            <ac:spMk id="9" creationId="{00000000-0000-0000-0000-000000000000}"/>
          </ac:spMkLst>
        </pc:spChg>
        <pc:spChg chg="del">
          <ac:chgData name="이 은찬" userId="7171d596-a1e6-43c2-b263-57fdfdab9399" providerId="ADAL" clId="{DA5D67FD-7EFE-4B61-8369-8F9F6D30E81F}" dt="2026-10-03T12:43:53.790" v="4500" actId="478"/>
          <ac:spMkLst>
            <pc:docMk/>
            <pc:sldMk cId="1367865884" sldId="312"/>
            <ac:spMk id="11" creationId="{83EE46A6-BEFF-7F58-E8B9-E73895B9BC0A}"/>
          </ac:spMkLst>
        </pc:spChg>
        <pc:spChg chg="del">
          <ac:chgData name="이 은찬" userId="7171d596-a1e6-43c2-b263-57fdfdab9399" providerId="ADAL" clId="{DA5D67FD-7EFE-4B61-8369-8F9F6D30E81F}" dt="2026-10-03T12:43:53.790" v="4500" actId="478"/>
          <ac:spMkLst>
            <pc:docMk/>
            <pc:sldMk cId="1367865884" sldId="312"/>
            <ac:spMk id="14" creationId="{746E904D-4A6D-6C73-002C-D5CBC4762FAE}"/>
          </ac:spMkLst>
        </pc:spChg>
        <pc:spChg chg="mod">
          <ac:chgData name="이 은찬" userId="7171d596-a1e6-43c2-b263-57fdfdab9399" providerId="ADAL" clId="{DA5D67FD-7EFE-4B61-8369-8F9F6D30E81F}" dt="2026-10-03T12:49:11.062" v="4946" actId="20577"/>
          <ac:spMkLst>
            <pc:docMk/>
            <pc:sldMk cId="1367865884" sldId="312"/>
            <ac:spMk id="29" creationId="{A62A6DE8-A1F9-6F73-ACB6-86786FD63B50}"/>
          </ac:spMkLst>
        </pc:spChg>
        <pc:spChg chg="mod">
          <ac:chgData name="이 은찬" userId="7171d596-a1e6-43c2-b263-57fdfdab9399" providerId="ADAL" clId="{DA5D67FD-7EFE-4B61-8369-8F9F6D30E81F}" dt="2026-10-03T12:45:33.580" v="4502" actId="20577"/>
          <ac:spMkLst>
            <pc:docMk/>
            <pc:sldMk cId="1367865884" sldId="312"/>
            <ac:spMk id="31" creationId="{C03F09F3-36C3-A1E2-BBA6-B2B1A807FCEE}"/>
          </ac:spMkLst>
        </pc:spChg>
        <pc:graphicFrameChg chg="del">
          <ac:chgData name="이 은찬" userId="7171d596-a1e6-43c2-b263-57fdfdab9399" providerId="ADAL" clId="{DA5D67FD-7EFE-4B61-8369-8F9F6D30E81F}" dt="2026-10-03T12:43:53.790" v="4500" actId="478"/>
          <ac:graphicFrameMkLst>
            <pc:docMk/>
            <pc:sldMk cId="1367865884" sldId="312"/>
            <ac:graphicFrameMk id="13" creationId="{EA7A9D24-F1D3-FEE5-D3AD-0A29AB908C6B}"/>
          </ac:graphicFrameMkLst>
        </pc:graphicFrameChg>
        <pc:graphicFrameChg chg="del">
          <ac:chgData name="이 은찬" userId="7171d596-a1e6-43c2-b263-57fdfdab9399" providerId="ADAL" clId="{DA5D67FD-7EFE-4B61-8369-8F9F6D30E81F}" dt="2026-10-03T12:43:53.790" v="4500" actId="478"/>
          <ac:graphicFrameMkLst>
            <pc:docMk/>
            <pc:sldMk cId="1367865884" sldId="312"/>
            <ac:graphicFrameMk id="18" creationId="{36A126D4-A6AA-A5AA-80E3-82D6C0043159}"/>
          </ac:graphicFrameMkLst>
        </pc:graphicFrameChg>
      </pc:sldChg>
      <pc:sldChg chg="addSp delSp modSp add mod">
        <pc:chgData name="이 은찬" userId="7171d596-a1e6-43c2-b263-57fdfdab9399" providerId="ADAL" clId="{DA5D67FD-7EFE-4B61-8369-8F9F6D30E81F}" dt="2026-10-03T13:42:46.909" v="6603" actId="14734"/>
        <pc:sldMkLst>
          <pc:docMk/>
          <pc:sldMk cId="3833130666" sldId="313"/>
        </pc:sldMkLst>
        <pc:spChg chg="del">
          <ac:chgData name="이 은찬" userId="7171d596-a1e6-43c2-b263-57fdfdab9399" providerId="ADAL" clId="{DA5D67FD-7EFE-4B61-8369-8F9F6D30E81F}" dt="2026-10-03T12:51:30.678" v="5107" actId="478"/>
          <ac:spMkLst>
            <pc:docMk/>
            <pc:sldMk cId="3833130666" sldId="313"/>
            <ac:spMk id="2" creationId="{62876AB5-056C-8710-6C53-6EF0454DEB7A}"/>
          </ac:spMkLst>
        </pc:spChg>
        <pc:spChg chg="mod">
          <ac:chgData name="이 은찬" userId="7171d596-a1e6-43c2-b263-57fdfdab9399" providerId="ADAL" clId="{DA5D67FD-7EFE-4B61-8369-8F9F6D30E81F}" dt="2026-10-03T13:20:22.147" v="6120" actId="20577"/>
          <ac:spMkLst>
            <pc:docMk/>
            <pc:sldMk cId="3833130666" sldId="313"/>
            <ac:spMk id="9" creationId="{00000000-0000-0000-0000-000000000000}"/>
          </ac:spMkLst>
        </pc:spChg>
        <pc:spChg chg="mod">
          <ac:chgData name="이 은찬" userId="7171d596-a1e6-43c2-b263-57fdfdab9399" providerId="ADAL" clId="{DA5D67FD-7EFE-4B61-8369-8F9F6D30E81F}" dt="2026-10-03T12:51:16.132" v="5106" actId="20577"/>
          <ac:spMkLst>
            <pc:docMk/>
            <pc:sldMk cId="3833130666" sldId="313"/>
            <ac:spMk id="29" creationId="{A62A6DE8-A1F9-6F73-ACB6-86786FD63B50}"/>
          </ac:spMkLst>
        </pc:spChg>
        <pc:spChg chg="mod">
          <ac:chgData name="이 은찬" userId="7171d596-a1e6-43c2-b263-57fdfdab9399" providerId="ADAL" clId="{DA5D67FD-7EFE-4B61-8369-8F9F6D30E81F}" dt="2026-10-03T12:50:49.988" v="4956" actId="20577"/>
          <ac:spMkLst>
            <pc:docMk/>
            <pc:sldMk cId="3833130666" sldId="313"/>
            <ac:spMk id="31" creationId="{C03F09F3-36C3-A1E2-BBA6-B2B1A807FCEE}"/>
          </ac:spMkLst>
        </pc:spChg>
        <pc:graphicFrameChg chg="add del mod modGraphic">
          <ac:chgData name="이 은찬" userId="7171d596-a1e6-43c2-b263-57fdfdab9399" providerId="ADAL" clId="{DA5D67FD-7EFE-4B61-8369-8F9F6D30E81F}" dt="2026-10-03T13:35:43.150" v="6495" actId="20577"/>
          <ac:graphicFrameMkLst>
            <pc:docMk/>
            <pc:sldMk cId="3833130666" sldId="313"/>
            <ac:graphicFrameMk id="3" creationId="{775E540E-46C0-8473-FCD8-49EB150C3F15}"/>
          </ac:graphicFrameMkLst>
        </pc:graphicFrameChg>
        <pc:graphicFrameChg chg="add mod modGraphic">
          <ac:chgData name="이 은찬" userId="7171d596-a1e6-43c2-b263-57fdfdab9399" providerId="ADAL" clId="{DA5D67FD-7EFE-4B61-8369-8F9F6D30E81F}" dt="2026-10-03T13:41:01.826" v="6544" actId="404"/>
          <ac:graphicFrameMkLst>
            <pc:docMk/>
            <pc:sldMk cId="3833130666" sldId="313"/>
            <ac:graphicFrameMk id="4" creationId="{F8C64728-3816-CFFA-1AB8-AE8AD18FCCBE}"/>
          </ac:graphicFrameMkLst>
        </pc:graphicFrameChg>
        <pc:graphicFrameChg chg="add mod modGraphic">
          <ac:chgData name="이 은찬" userId="7171d596-a1e6-43c2-b263-57fdfdab9399" providerId="ADAL" clId="{DA5D67FD-7EFE-4B61-8369-8F9F6D30E81F}" dt="2026-10-03T13:42:46.909" v="6603" actId="14734"/>
          <ac:graphicFrameMkLst>
            <pc:docMk/>
            <pc:sldMk cId="3833130666" sldId="313"/>
            <ac:graphicFrameMk id="5" creationId="{4E63ABFF-EC05-5E2C-11A8-A81D8CE30D40}"/>
          </ac:graphicFrameMkLst>
        </pc:graphicFrameChg>
        <pc:picChg chg="add mod">
          <ac:chgData name="이 은찬" userId="7171d596-a1e6-43c2-b263-57fdfdab9399" providerId="ADAL" clId="{DA5D67FD-7EFE-4B61-8369-8F9F6D30E81F}" dt="2026-10-03T13:42:43.038" v="6602" actId="1076"/>
          <ac:picMkLst>
            <pc:docMk/>
            <pc:sldMk cId="3833130666" sldId="313"/>
            <ac:picMk id="7" creationId="{A46159B6-9149-37B0-A130-FCC4E37F4060}"/>
          </ac:picMkLst>
        </pc:picChg>
        <pc:picChg chg="add mod">
          <ac:chgData name="이 은찬" userId="7171d596-a1e6-43c2-b263-57fdfdab9399" providerId="ADAL" clId="{DA5D67FD-7EFE-4B61-8369-8F9F6D30E81F}" dt="2026-10-03T13:06:24.454" v="5716" actId="1076"/>
          <ac:picMkLst>
            <pc:docMk/>
            <pc:sldMk cId="3833130666" sldId="313"/>
            <ac:picMk id="11" creationId="{70072D36-18C3-FC86-E0C9-406937FC673E}"/>
          </ac:picMkLst>
        </pc:picChg>
        <pc:picChg chg="add mod">
          <ac:chgData name="이 은찬" userId="7171d596-a1e6-43c2-b263-57fdfdab9399" providerId="ADAL" clId="{DA5D67FD-7EFE-4B61-8369-8F9F6D30E81F}" dt="2026-10-03T13:42:43.038" v="6602" actId="1076"/>
          <ac:picMkLst>
            <pc:docMk/>
            <pc:sldMk cId="3833130666" sldId="313"/>
            <ac:picMk id="13" creationId="{5906230C-24EE-829F-8086-9A785431AAD1}"/>
          </ac:picMkLst>
        </pc:picChg>
        <pc:picChg chg="add mod">
          <ac:chgData name="이 은찬" userId="7171d596-a1e6-43c2-b263-57fdfdab9399" providerId="ADAL" clId="{DA5D67FD-7EFE-4B61-8369-8F9F6D30E81F}" dt="2026-10-03T13:06:39.690" v="5724" actId="1076"/>
          <ac:picMkLst>
            <pc:docMk/>
            <pc:sldMk cId="3833130666" sldId="313"/>
            <ac:picMk id="14" creationId="{BBBFD4DC-880B-21A8-D0B8-8D10AD22B4E0}"/>
          </ac:picMkLst>
        </pc:picChg>
      </pc:sldChg>
      <pc:sldChg chg="addSp delSp modSp add mod">
        <pc:chgData name="이 은찬" userId="7171d596-a1e6-43c2-b263-57fdfdab9399" providerId="ADAL" clId="{DA5D67FD-7EFE-4B61-8369-8F9F6D30E81F}" dt="2026-10-03T13:47:47.993" v="6614"/>
        <pc:sldMkLst>
          <pc:docMk/>
          <pc:sldMk cId="1460867288" sldId="314"/>
        </pc:sldMkLst>
        <pc:spChg chg="add">
          <ac:chgData name="이 은찬" userId="7171d596-a1e6-43c2-b263-57fdfdab9399" providerId="ADAL" clId="{DA5D67FD-7EFE-4B61-8369-8F9F6D30E81F}" dt="2026-10-03T13:47:16.401" v="6604"/>
          <ac:spMkLst>
            <pc:docMk/>
            <pc:sldMk cId="1460867288" sldId="314"/>
            <ac:spMk id="2" creationId="{0479CD15-4B67-17C3-A28E-139FF4A6D7FE}"/>
          </ac:spMkLst>
        </pc:spChg>
        <pc:spChg chg="del mod">
          <ac:chgData name="이 은찬" userId="7171d596-a1e6-43c2-b263-57fdfdab9399" providerId="ADAL" clId="{DA5D67FD-7EFE-4B61-8369-8F9F6D30E81F}" dt="2026-10-03T13:09:32.156" v="5959" actId="478"/>
          <ac:spMkLst>
            <pc:docMk/>
            <pc:sldMk cId="1460867288" sldId="314"/>
            <ac:spMk id="2" creationId="{BD2BA96E-A503-E600-DCB9-64F97FC65F5D}"/>
          </ac:spMkLst>
        </pc:spChg>
        <pc:spChg chg="mod">
          <ac:chgData name="이 은찬" userId="7171d596-a1e6-43c2-b263-57fdfdab9399" providerId="ADAL" clId="{DA5D67FD-7EFE-4B61-8369-8F9F6D30E81F}" dt="2026-10-03T13:09:27.752" v="5956" actId="20577"/>
          <ac:spMkLst>
            <pc:docMk/>
            <pc:sldMk cId="1460867288" sldId="314"/>
            <ac:spMk id="3" creationId="{9B7CF3A5-02F4-467E-1443-5C318ABEE8D7}"/>
          </ac:spMkLst>
        </pc:spChg>
        <pc:spChg chg="add">
          <ac:chgData name="이 은찬" userId="7171d596-a1e6-43c2-b263-57fdfdab9399" providerId="ADAL" clId="{DA5D67FD-7EFE-4B61-8369-8F9F6D30E81F}" dt="2026-10-03T13:14:16.919" v="6072"/>
          <ac:spMkLst>
            <pc:docMk/>
            <pc:sldMk cId="1460867288" sldId="314"/>
            <ac:spMk id="4" creationId="{877ABA00-591A-E50F-3D6E-FD8A28C776AD}"/>
          </ac:spMkLst>
        </pc:spChg>
        <pc:spChg chg="del">
          <ac:chgData name="이 은찬" userId="7171d596-a1e6-43c2-b263-57fdfdab9399" providerId="ADAL" clId="{DA5D67FD-7EFE-4B61-8369-8F9F6D30E81F}" dt="2026-10-03T13:09:33.236" v="5960" actId="478"/>
          <ac:spMkLst>
            <pc:docMk/>
            <pc:sldMk cId="1460867288" sldId="314"/>
            <ac:spMk id="17" creationId="{0F69B248-1DA2-0830-8560-4D249201B6E7}"/>
          </ac:spMkLst>
        </pc:spChg>
        <pc:picChg chg="add del mod">
          <ac:chgData name="이 은찬" userId="7171d596-a1e6-43c2-b263-57fdfdab9399" providerId="ADAL" clId="{DA5D67FD-7EFE-4B61-8369-8F9F6D30E81F}" dt="2026-10-03T13:47:46.439" v="6612" actId="478"/>
          <ac:picMkLst>
            <pc:docMk/>
            <pc:sldMk cId="1460867288" sldId="314"/>
            <ac:picMk id="4" creationId="{435A4FAD-B87F-549B-F3EE-56393659EF1B}"/>
          </ac:picMkLst>
        </pc:picChg>
        <pc:picChg chg="add del mod modCrop">
          <ac:chgData name="이 은찬" userId="7171d596-a1e6-43c2-b263-57fdfdab9399" providerId="ADAL" clId="{DA5D67FD-7EFE-4B61-8369-8F9F6D30E81F}" dt="2026-10-03T13:47:46.967" v="6613" actId="478"/>
          <ac:picMkLst>
            <pc:docMk/>
            <pc:sldMk cId="1460867288" sldId="314"/>
            <ac:picMk id="5" creationId="{86A87B3B-751D-643E-ACA5-9F1CD85B3CB9}"/>
          </ac:picMkLst>
        </pc:picChg>
        <pc:picChg chg="add mod">
          <ac:chgData name="이 은찬" userId="7171d596-a1e6-43c2-b263-57fdfdab9399" providerId="ADAL" clId="{DA5D67FD-7EFE-4B61-8369-8F9F6D30E81F}" dt="2026-10-03T13:47:47.993" v="6614"/>
          <ac:picMkLst>
            <pc:docMk/>
            <pc:sldMk cId="1460867288" sldId="314"/>
            <ac:picMk id="6" creationId="{801FDC8A-44A3-0B51-F709-6E81C571BCC7}"/>
          </ac:picMkLst>
        </pc:picChg>
        <pc:picChg chg="add mod">
          <ac:chgData name="이 은찬" userId="7171d596-a1e6-43c2-b263-57fdfdab9399" providerId="ADAL" clId="{DA5D67FD-7EFE-4B61-8369-8F9F6D30E81F}" dt="2026-10-03T13:15:00.524" v="6083" actId="571"/>
          <ac:picMkLst>
            <pc:docMk/>
            <pc:sldMk cId="1460867288" sldId="314"/>
            <ac:picMk id="6" creationId="{9E0A7137-DC9F-AA34-85B3-BF36AA9CCE34}"/>
          </ac:picMkLst>
        </pc:picChg>
        <pc:picChg chg="del">
          <ac:chgData name="이 은찬" userId="7171d596-a1e6-43c2-b263-57fdfdab9399" providerId="ADAL" clId="{DA5D67FD-7EFE-4B61-8369-8F9F6D30E81F}" dt="2026-10-03T13:09:30.146" v="5957" actId="478"/>
          <ac:picMkLst>
            <pc:docMk/>
            <pc:sldMk cId="1460867288" sldId="314"/>
            <ac:picMk id="11" creationId="{493018B0-CE4A-D0BF-446D-44B1EFCA6D20}"/>
          </ac:picMkLst>
        </pc:picChg>
      </pc:sldChg>
    </pc:docChg>
  </pc:docChgLst>
  <pc:docChgLst>
    <pc:chgData name="이 은찬" userId="7171d596-a1e6-43c2-b263-57fdfdab9399" providerId="ADAL" clId="{84B8E845-A624-4E7E-AAB1-DF2C16F97486}"/>
    <pc:docChg chg="undo redo custSel addSld delSld modSld sldOrd">
      <pc:chgData name="이 은찬" userId="7171d596-a1e6-43c2-b263-57fdfdab9399" providerId="ADAL" clId="{84B8E845-A624-4E7E-AAB1-DF2C16F97486}" dt="2026-10-03T06:36:40.369" v="4766" actId="207"/>
      <pc:docMkLst>
        <pc:docMk/>
      </pc:docMkLst>
      <pc:sldChg chg="del">
        <pc:chgData name="이 은찬" userId="7171d596-a1e6-43c2-b263-57fdfdab9399" providerId="ADAL" clId="{84B8E845-A624-4E7E-AAB1-DF2C16F97486}" dt="2026-10-03T04:52:57.128" v="3738" actId="47"/>
        <pc:sldMkLst>
          <pc:docMk/>
          <pc:sldMk cId="0" sldId="257"/>
        </pc:sldMkLst>
      </pc:sldChg>
      <pc:sldChg chg="del">
        <pc:chgData name="이 은찬" userId="7171d596-a1e6-43c2-b263-57fdfdab9399" providerId="ADAL" clId="{84B8E845-A624-4E7E-AAB1-DF2C16F97486}" dt="2026-10-03T04:52:55.388" v="3735" actId="47"/>
        <pc:sldMkLst>
          <pc:docMk/>
          <pc:sldMk cId="0" sldId="258"/>
        </pc:sldMkLst>
      </pc:sldChg>
      <pc:sldChg chg="del">
        <pc:chgData name="이 은찬" userId="7171d596-a1e6-43c2-b263-57fdfdab9399" providerId="ADAL" clId="{84B8E845-A624-4E7E-AAB1-DF2C16F97486}" dt="2026-10-03T04:52:55.849" v="3736" actId="47"/>
        <pc:sldMkLst>
          <pc:docMk/>
          <pc:sldMk cId="0" sldId="259"/>
        </pc:sldMkLst>
      </pc:sldChg>
      <pc:sldChg chg="del">
        <pc:chgData name="이 은찬" userId="7171d596-a1e6-43c2-b263-57fdfdab9399" providerId="ADAL" clId="{84B8E845-A624-4E7E-AAB1-DF2C16F97486}" dt="2026-10-03T04:52:57.575" v="3739" actId="47"/>
        <pc:sldMkLst>
          <pc:docMk/>
          <pc:sldMk cId="0" sldId="260"/>
        </pc:sldMkLst>
      </pc:sldChg>
      <pc:sldChg chg="add del">
        <pc:chgData name="이 은찬" userId="7171d596-a1e6-43c2-b263-57fdfdab9399" providerId="ADAL" clId="{84B8E845-A624-4E7E-AAB1-DF2C16F97486}" dt="2026-10-03T05:06:20.916" v="3745" actId="47"/>
        <pc:sldMkLst>
          <pc:docMk/>
          <pc:sldMk cId="0" sldId="261"/>
        </pc:sldMkLst>
      </pc:sldChg>
      <pc:sldChg chg="del">
        <pc:chgData name="이 은찬" userId="7171d596-a1e6-43c2-b263-57fdfdab9399" providerId="ADAL" clId="{84B8E845-A624-4E7E-AAB1-DF2C16F97486}" dt="2026-10-03T04:52:53.143" v="3733" actId="47"/>
        <pc:sldMkLst>
          <pc:docMk/>
          <pc:sldMk cId="0" sldId="262"/>
        </pc:sldMkLst>
      </pc:sldChg>
      <pc:sldChg chg="del">
        <pc:chgData name="이 은찬" userId="7171d596-a1e6-43c2-b263-57fdfdab9399" providerId="ADAL" clId="{84B8E845-A624-4E7E-AAB1-DF2C16F97486}" dt="2026-10-03T04:52:53.850" v="3734" actId="47"/>
        <pc:sldMkLst>
          <pc:docMk/>
          <pc:sldMk cId="0" sldId="263"/>
        </pc:sldMkLst>
      </pc:sldChg>
      <pc:sldChg chg="addSp delSp modSp mod">
        <pc:chgData name="이 은찬" userId="7171d596-a1e6-43c2-b263-57fdfdab9399" providerId="ADAL" clId="{84B8E845-A624-4E7E-AAB1-DF2C16F97486}" dt="2026-10-03T06:25:09.019" v="4629" actId="478"/>
        <pc:sldMkLst>
          <pc:docMk/>
          <pc:sldMk cId="2746174679" sldId="264"/>
        </pc:sldMkLst>
        <pc:spChg chg="add mod">
          <ac:chgData name="이 은찬" userId="7171d596-a1e6-43c2-b263-57fdfdab9399" providerId="ADAL" clId="{84B8E845-A624-4E7E-AAB1-DF2C16F97486}" dt="2026-10-03T01:51:45.280" v="65" actId="1076"/>
          <ac:spMkLst>
            <pc:docMk/>
            <pc:sldMk cId="2746174679" sldId="264"/>
            <ac:spMk id="3" creationId="{7FF98ABA-47D1-A5F4-9281-577DFA30E12E}"/>
          </ac:spMkLst>
        </pc:spChg>
        <pc:spChg chg="add mod">
          <ac:chgData name="이 은찬" userId="7171d596-a1e6-43c2-b263-57fdfdab9399" providerId="ADAL" clId="{84B8E845-A624-4E7E-AAB1-DF2C16F97486}" dt="2026-10-03T01:53:58.101" v="87" actId="207"/>
          <ac:spMkLst>
            <pc:docMk/>
            <pc:sldMk cId="2746174679" sldId="264"/>
            <ac:spMk id="4" creationId="{FA334E57-535E-D53B-C8AD-17A1D28241E4}"/>
          </ac:spMkLst>
        </pc:spChg>
        <pc:spChg chg="add del mod">
          <ac:chgData name="이 은찬" userId="7171d596-a1e6-43c2-b263-57fdfdab9399" providerId="ADAL" clId="{84B8E845-A624-4E7E-AAB1-DF2C16F97486}" dt="2026-10-03T06:24:59.862" v="4626" actId="478"/>
          <ac:spMkLst>
            <pc:docMk/>
            <pc:sldMk cId="2746174679" sldId="264"/>
            <ac:spMk id="5" creationId="{162C1998-3DCB-A03F-FB03-30BFD0A8433B}"/>
          </ac:spMkLst>
        </pc:spChg>
        <pc:spChg chg="add mod">
          <ac:chgData name="이 은찬" userId="7171d596-a1e6-43c2-b263-57fdfdab9399" providerId="ADAL" clId="{84B8E845-A624-4E7E-AAB1-DF2C16F97486}" dt="2026-10-03T02:30:57.094" v="336"/>
          <ac:spMkLst>
            <pc:docMk/>
            <pc:sldMk cId="2746174679" sldId="264"/>
            <ac:spMk id="5" creationId="{BAF42349-9DF2-0B32-6004-270B29B33EB4}"/>
          </ac:spMkLst>
        </pc:spChg>
        <pc:spChg chg="add del mod">
          <ac:chgData name="이 은찬" userId="7171d596-a1e6-43c2-b263-57fdfdab9399" providerId="ADAL" clId="{84B8E845-A624-4E7E-AAB1-DF2C16F97486}" dt="2026-10-03T05:55:04.848" v="4312" actId="478"/>
          <ac:spMkLst>
            <pc:docMk/>
            <pc:sldMk cId="2746174679" sldId="264"/>
            <ac:spMk id="5" creationId="{F28F94AA-0963-B1C7-1A03-74346581ED37}"/>
          </ac:spMkLst>
        </pc:spChg>
        <pc:spChg chg="add del mod">
          <ac:chgData name="이 은찬" userId="7171d596-a1e6-43c2-b263-57fdfdab9399" providerId="ADAL" clId="{84B8E845-A624-4E7E-AAB1-DF2C16F97486}" dt="2026-10-03T06:25:09.019" v="4629" actId="478"/>
          <ac:spMkLst>
            <pc:docMk/>
            <pc:sldMk cId="2746174679" sldId="264"/>
            <ac:spMk id="6" creationId="{0F0653A8-7BC0-4078-8379-318D8B1E7F45}"/>
          </ac:spMkLst>
        </pc:spChg>
        <pc:spChg chg="add del mod">
          <ac:chgData name="이 은찬" userId="7171d596-a1e6-43c2-b263-57fdfdab9399" providerId="ADAL" clId="{84B8E845-A624-4E7E-AAB1-DF2C16F97486}" dt="2026-10-03T06:24:20.939" v="4618" actId="478"/>
          <ac:spMkLst>
            <pc:docMk/>
            <pc:sldMk cId="2746174679" sldId="264"/>
            <ac:spMk id="7" creationId="{1175197C-A06A-E601-4FBB-64CA63C62ECB}"/>
          </ac:spMkLst>
        </pc:spChg>
        <pc:spChg chg="add mod">
          <ac:chgData name="이 은찬" userId="7171d596-a1e6-43c2-b263-57fdfdab9399" providerId="ADAL" clId="{84B8E845-A624-4E7E-AAB1-DF2C16F97486}" dt="2026-10-03T02:31:05.430" v="339"/>
          <ac:spMkLst>
            <pc:docMk/>
            <pc:sldMk cId="2746174679" sldId="264"/>
            <ac:spMk id="7" creationId="{30CD6CCE-AE6D-E3F2-AF85-C0BE71D7F486}"/>
          </ac:spMkLst>
        </pc:spChg>
        <pc:spChg chg="add mod">
          <ac:chgData name="이 은찬" userId="7171d596-a1e6-43c2-b263-57fdfdab9399" providerId="ADAL" clId="{84B8E845-A624-4E7E-AAB1-DF2C16F97486}" dt="2026-10-03T06:23:33.777" v="4587"/>
          <ac:spMkLst>
            <pc:docMk/>
            <pc:sldMk cId="2746174679" sldId="264"/>
            <ac:spMk id="8" creationId="{8A85E423-5130-678A-F2A2-6017CB42FB8E}"/>
          </ac:spMkLst>
        </pc:spChg>
        <pc:spChg chg="add del mod">
          <ac:chgData name="이 은찬" userId="7171d596-a1e6-43c2-b263-57fdfdab9399" providerId="ADAL" clId="{84B8E845-A624-4E7E-AAB1-DF2C16F97486}" dt="2026-10-03T02:32:27.252" v="351" actId="478"/>
          <ac:spMkLst>
            <pc:docMk/>
            <pc:sldMk cId="2746174679" sldId="264"/>
            <ac:spMk id="9" creationId="{32690B8D-D7E6-F335-272A-468CC210DC04}"/>
          </ac:spMkLst>
        </pc:spChg>
        <pc:spChg chg="add mod">
          <ac:chgData name="이 은찬" userId="7171d596-a1e6-43c2-b263-57fdfdab9399" providerId="ADAL" clId="{84B8E845-A624-4E7E-AAB1-DF2C16F97486}" dt="2026-10-03T02:31:55.573" v="347"/>
          <ac:spMkLst>
            <pc:docMk/>
            <pc:sldMk cId="2746174679" sldId="264"/>
            <ac:spMk id="10" creationId="{EA1082FF-C7E3-1A95-EF8D-AE111BAE8482}"/>
          </ac:spMkLst>
        </pc:spChg>
        <pc:spChg chg="add del mod">
          <ac:chgData name="이 은찬" userId="7171d596-a1e6-43c2-b263-57fdfdab9399" providerId="ADAL" clId="{84B8E845-A624-4E7E-AAB1-DF2C16F97486}" dt="2026-10-03T06:24:21.242" v="4619" actId="478"/>
          <ac:spMkLst>
            <pc:docMk/>
            <pc:sldMk cId="2746174679" sldId="264"/>
            <ac:spMk id="17" creationId="{00000000-0000-0000-0000-000000000000}"/>
          </ac:spMkLst>
        </pc:spChg>
        <pc:spChg chg="add">
          <ac:chgData name="이 은찬" userId="7171d596-a1e6-43c2-b263-57fdfdab9399" providerId="ADAL" clId="{84B8E845-A624-4E7E-AAB1-DF2C16F97486}" dt="2026-10-03T04:35:54.258" v="3469"/>
          <ac:spMkLst>
            <pc:docMk/>
            <pc:sldMk cId="2746174679" sldId="264"/>
            <ac:spMk id="19" creationId="{8C909D58-D29A-AB7C-2D3A-BE2B628652A5}"/>
          </ac:spMkLst>
        </pc:spChg>
        <pc:spChg chg="mod">
          <ac:chgData name="이 은찬" userId="7171d596-a1e6-43c2-b263-57fdfdab9399" providerId="ADAL" clId="{84B8E845-A624-4E7E-AAB1-DF2C16F97486}" dt="2026-10-03T01:51:23.146" v="62" actId="1076"/>
          <ac:spMkLst>
            <pc:docMk/>
            <pc:sldMk cId="2746174679" sldId="264"/>
            <ac:spMk id="32" creationId="{00000000-0000-0000-0000-000000000000}"/>
          </ac:spMkLst>
        </pc:spChg>
        <pc:graphicFrameChg chg="add mod">
          <ac:chgData name="이 은찬" userId="7171d596-a1e6-43c2-b263-57fdfdab9399" providerId="ADAL" clId="{84B8E845-A624-4E7E-AAB1-DF2C16F97486}" dt="2026-10-03T02:31:51.055" v="346"/>
          <ac:graphicFrameMkLst>
            <pc:docMk/>
            <pc:sldMk cId="2746174679" sldId="264"/>
            <ac:graphicFrameMk id="11" creationId="{7B1EA0E9-877B-62BA-B138-730055945D45}"/>
          </ac:graphicFrameMkLst>
        </pc:graphicFrameChg>
        <pc:picChg chg="add">
          <ac:chgData name="이 은찬" userId="7171d596-a1e6-43c2-b263-57fdfdab9399" providerId="ADAL" clId="{84B8E845-A624-4E7E-AAB1-DF2C16F97486}" dt="2026-10-03T02:30:57.112" v="337"/>
          <ac:picMkLst>
            <pc:docMk/>
            <pc:sldMk cId="2746174679" sldId="264"/>
            <ac:picMk id="6" creationId="{8B157987-BF9D-5C04-07D4-1FC4C7776C23}"/>
          </ac:picMkLst>
        </pc:picChg>
        <pc:picChg chg="add del mod">
          <ac:chgData name="이 은찬" userId="7171d596-a1e6-43c2-b263-57fdfdab9399" providerId="ADAL" clId="{84B8E845-A624-4E7E-AAB1-DF2C16F97486}" dt="2026-10-03T02:31:10.619" v="342" actId="478"/>
          <ac:picMkLst>
            <pc:docMk/>
            <pc:sldMk cId="2746174679" sldId="264"/>
            <ac:picMk id="8" creationId="{2D614995-5065-5BA8-20AD-41DDFCDAC445}"/>
          </ac:picMkLst>
        </pc:picChg>
        <pc:picChg chg="add del mod">
          <ac:chgData name="이 은찬" userId="7171d596-a1e6-43c2-b263-57fdfdab9399" providerId="ADAL" clId="{84B8E845-A624-4E7E-AAB1-DF2C16F97486}" dt="2026-10-03T02:41:15.982" v="439" actId="478"/>
          <ac:picMkLst>
            <pc:docMk/>
            <pc:sldMk cId="2746174679" sldId="264"/>
            <ac:picMk id="13" creationId="{E8AD7C4C-7D08-F719-BAD7-B045A653097F}"/>
          </ac:picMkLst>
        </pc:picChg>
        <pc:picChg chg="add del mod modCrop">
          <ac:chgData name="이 은찬" userId="7171d596-a1e6-43c2-b263-57fdfdab9399" providerId="ADAL" clId="{84B8E845-A624-4E7E-AAB1-DF2C16F97486}" dt="2026-10-03T04:36:06.095" v="3474" actId="478"/>
          <ac:picMkLst>
            <pc:docMk/>
            <pc:sldMk cId="2746174679" sldId="264"/>
            <ac:picMk id="18" creationId="{24847A83-373B-38EE-3CF4-1DE8D9B4E2E5}"/>
          </ac:picMkLst>
        </pc:picChg>
        <pc:picChg chg="add mod">
          <ac:chgData name="이 은찬" userId="7171d596-a1e6-43c2-b263-57fdfdab9399" providerId="ADAL" clId="{84B8E845-A624-4E7E-AAB1-DF2C16F97486}" dt="2026-10-03T04:36:13.061" v="3478" actId="1076"/>
          <ac:picMkLst>
            <pc:docMk/>
            <pc:sldMk cId="2746174679" sldId="264"/>
            <ac:picMk id="20" creationId="{CF129326-65E2-B351-ED3A-4D3C7ED73678}"/>
          </ac:picMkLst>
        </pc:picChg>
      </pc:sldChg>
      <pc:sldChg chg="addSp delSp modSp mod">
        <pc:chgData name="이 은찬" userId="7171d596-a1e6-43c2-b263-57fdfdab9399" providerId="ADAL" clId="{84B8E845-A624-4E7E-AAB1-DF2C16F97486}" dt="2026-10-03T06:09:35.421" v="4364" actId="1076"/>
        <pc:sldMkLst>
          <pc:docMk/>
          <pc:sldMk cId="1828356913" sldId="265"/>
        </pc:sldMkLst>
        <pc:spChg chg="add mod">
          <ac:chgData name="이 은찬" userId="7171d596-a1e6-43c2-b263-57fdfdab9399" providerId="ADAL" clId="{84B8E845-A624-4E7E-AAB1-DF2C16F97486}" dt="2026-10-03T06:09:31.544" v="4363" actId="1076"/>
          <ac:spMkLst>
            <pc:docMk/>
            <pc:sldMk cId="1828356913" sldId="265"/>
            <ac:spMk id="3" creationId="{A0A52C7F-80DB-1F40-2637-9FB6949E0EB8}"/>
          </ac:spMkLst>
        </pc:spChg>
        <pc:spChg chg="add del mod topLvl">
          <ac:chgData name="이 은찬" userId="7171d596-a1e6-43c2-b263-57fdfdab9399" providerId="ADAL" clId="{84B8E845-A624-4E7E-AAB1-DF2C16F97486}" dt="2026-10-03T02:36:43.735" v="423" actId="478"/>
          <ac:spMkLst>
            <pc:docMk/>
            <pc:sldMk cId="1828356913" sldId="265"/>
            <ac:spMk id="4" creationId="{00000000-0000-0000-0000-000000000000}"/>
          </ac:spMkLst>
        </pc:spChg>
        <pc:spChg chg="mod">
          <ac:chgData name="이 은찬" userId="7171d596-a1e6-43c2-b263-57fdfdab9399" providerId="ADAL" clId="{84B8E845-A624-4E7E-AAB1-DF2C16F97486}" dt="2026-10-03T06:08:18.142" v="4354"/>
          <ac:spMkLst>
            <pc:docMk/>
            <pc:sldMk cId="1828356913" sldId="265"/>
            <ac:spMk id="7" creationId="{CBC2C76D-8DC9-EA54-BE33-1D18DBD91EA4}"/>
          </ac:spMkLst>
        </pc:spChg>
        <pc:spChg chg="mod">
          <ac:chgData name="이 은찬" userId="7171d596-a1e6-43c2-b263-57fdfdab9399" providerId="ADAL" clId="{84B8E845-A624-4E7E-AAB1-DF2C16F97486}" dt="2026-10-03T06:08:18.142" v="4354"/>
          <ac:spMkLst>
            <pc:docMk/>
            <pc:sldMk cId="1828356913" sldId="265"/>
            <ac:spMk id="8" creationId="{2C941C2D-7DC9-7D8B-4987-2642B706813E}"/>
          </ac:spMkLst>
        </pc:spChg>
        <pc:spChg chg="mod">
          <ac:chgData name="이 은찬" userId="7171d596-a1e6-43c2-b263-57fdfdab9399" providerId="ADAL" clId="{84B8E845-A624-4E7E-AAB1-DF2C16F97486}" dt="2026-10-03T06:08:18.142" v="4354"/>
          <ac:spMkLst>
            <pc:docMk/>
            <pc:sldMk cId="1828356913" sldId="265"/>
            <ac:spMk id="9" creationId="{378A2C20-B586-B7B2-78C0-88BD0992DFA9}"/>
          </ac:spMkLst>
        </pc:spChg>
        <pc:spChg chg="mod">
          <ac:chgData name="이 은찬" userId="7171d596-a1e6-43c2-b263-57fdfdab9399" providerId="ADAL" clId="{84B8E845-A624-4E7E-AAB1-DF2C16F97486}" dt="2026-10-03T06:08:18.142" v="4354"/>
          <ac:spMkLst>
            <pc:docMk/>
            <pc:sldMk cId="1828356913" sldId="265"/>
            <ac:spMk id="12" creationId="{A9A0C67A-8D91-F6AE-AED2-7BE2C34F4DF7}"/>
          </ac:spMkLst>
        </pc:spChg>
        <pc:spChg chg="mod">
          <ac:chgData name="이 은찬" userId="7171d596-a1e6-43c2-b263-57fdfdab9399" providerId="ADAL" clId="{84B8E845-A624-4E7E-AAB1-DF2C16F97486}" dt="2026-10-03T01:57:26.695" v="140" actId="20577"/>
          <ac:spMkLst>
            <pc:docMk/>
            <pc:sldMk cId="1828356913" sldId="265"/>
            <ac:spMk id="58" creationId="{00000000-0000-0000-0000-000000000000}"/>
          </ac:spMkLst>
        </pc:spChg>
        <pc:spChg chg="add del mod topLvl">
          <ac:chgData name="이 은찬" userId="7171d596-a1e6-43c2-b263-57fdfdab9399" providerId="ADAL" clId="{84B8E845-A624-4E7E-AAB1-DF2C16F97486}" dt="2026-10-03T06:08:14.809" v="4353" actId="478"/>
          <ac:spMkLst>
            <pc:docMk/>
            <pc:sldMk cId="1828356913" sldId="265"/>
            <ac:spMk id="59" creationId="{00000000-0000-0000-0000-000000000000}"/>
          </ac:spMkLst>
        </pc:spChg>
        <pc:spChg chg="mod">
          <ac:chgData name="이 은찬" userId="7171d596-a1e6-43c2-b263-57fdfdab9399" providerId="ADAL" clId="{84B8E845-A624-4E7E-AAB1-DF2C16F97486}" dt="2026-10-03T02:36:19.607" v="416" actId="165"/>
          <ac:spMkLst>
            <pc:docMk/>
            <pc:sldMk cId="1828356913" sldId="265"/>
            <ac:spMk id="61" creationId="{00000000-0000-0000-0000-000000000000}"/>
          </ac:spMkLst>
        </pc:spChg>
        <pc:spChg chg="mod">
          <ac:chgData name="이 은찬" userId="7171d596-a1e6-43c2-b263-57fdfdab9399" providerId="ADAL" clId="{84B8E845-A624-4E7E-AAB1-DF2C16F97486}" dt="2026-10-03T02:36:19.607" v="416" actId="165"/>
          <ac:spMkLst>
            <pc:docMk/>
            <pc:sldMk cId="1828356913" sldId="265"/>
            <ac:spMk id="62" creationId="{00000000-0000-0000-0000-000000000000}"/>
          </ac:spMkLst>
        </pc:spChg>
        <pc:grpChg chg="add del mod">
          <ac:chgData name="이 은찬" userId="7171d596-a1e6-43c2-b263-57fdfdab9399" providerId="ADAL" clId="{84B8E845-A624-4E7E-AAB1-DF2C16F97486}" dt="2026-10-03T06:09:27.952" v="4362" actId="478"/>
          <ac:grpSpMkLst>
            <pc:docMk/>
            <pc:sldMk cId="1828356913" sldId="265"/>
            <ac:grpSpMk id="4" creationId="{2D0EBA59-D93D-7F1A-B690-7E453D52E469}"/>
          </ac:grpSpMkLst>
        </pc:grpChg>
        <pc:grpChg chg="mod">
          <ac:chgData name="이 은찬" userId="7171d596-a1e6-43c2-b263-57fdfdab9399" providerId="ADAL" clId="{84B8E845-A624-4E7E-AAB1-DF2C16F97486}" dt="2026-10-03T06:08:18.142" v="4354"/>
          <ac:grpSpMkLst>
            <pc:docMk/>
            <pc:sldMk cId="1828356913" sldId="265"/>
            <ac:grpSpMk id="5" creationId="{38CB197A-BB76-F7CC-B6C9-9F60F191FF41}"/>
          </ac:grpSpMkLst>
        </pc:grpChg>
        <pc:grpChg chg="mod">
          <ac:chgData name="이 은찬" userId="7171d596-a1e6-43c2-b263-57fdfdab9399" providerId="ADAL" clId="{84B8E845-A624-4E7E-AAB1-DF2C16F97486}" dt="2026-10-03T06:08:18.142" v="4354"/>
          <ac:grpSpMkLst>
            <pc:docMk/>
            <pc:sldMk cId="1828356913" sldId="265"/>
            <ac:grpSpMk id="6" creationId="{A5584B69-7A9C-EA3D-80B8-D9746222D5B2}"/>
          </ac:grpSpMkLst>
        </pc:grpChg>
        <pc:grpChg chg="del mod topLvl">
          <ac:chgData name="이 은찬" userId="7171d596-a1e6-43c2-b263-57fdfdab9399" providerId="ADAL" clId="{84B8E845-A624-4E7E-AAB1-DF2C16F97486}" dt="2026-10-03T02:36:44.904" v="424" actId="478"/>
          <ac:grpSpMkLst>
            <pc:docMk/>
            <pc:sldMk cId="1828356913" sldId="265"/>
            <ac:grpSpMk id="14" creationId="{00000000-0000-0000-0000-000000000000}"/>
          </ac:grpSpMkLst>
        </pc:grpChg>
        <pc:grpChg chg="del mod topLvl">
          <ac:chgData name="이 은찬" userId="7171d596-a1e6-43c2-b263-57fdfdab9399" providerId="ADAL" clId="{84B8E845-A624-4E7E-AAB1-DF2C16F97486}" dt="2026-10-03T02:36:30.079" v="418" actId="165"/>
          <ac:grpSpMkLst>
            <pc:docMk/>
            <pc:sldMk cId="1828356913" sldId="265"/>
            <ac:grpSpMk id="15" creationId="{00000000-0000-0000-0000-000000000000}"/>
          </ac:grpSpMkLst>
        </pc:grpChg>
        <pc:grpChg chg="del">
          <ac:chgData name="이 은찬" userId="7171d596-a1e6-43c2-b263-57fdfdab9399" providerId="ADAL" clId="{84B8E845-A624-4E7E-AAB1-DF2C16F97486}" dt="2026-10-03T02:36:19.607" v="416" actId="165"/>
          <ac:grpSpMkLst>
            <pc:docMk/>
            <pc:sldMk cId="1828356913" sldId="265"/>
            <ac:grpSpMk id="18" creationId="{00000000-0000-0000-0000-000000000000}"/>
          </ac:grpSpMkLst>
        </pc:grpChg>
        <pc:picChg chg="add mod">
          <ac:chgData name="이 은찬" userId="7171d596-a1e6-43c2-b263-57fdfdab9399" providerId="ADAL" clId="{84B8E845-A624-4E7E-AAB1-DF2C16F97486}" dt="2026-10-03T06:09:35.421" v="4364" actId="1076"/>
          <ac:picMkLst>
            <pc:docMk/>
            <pc:sldMk cId="1828356913" sldId="265"/>
            <ac:picMk id="2" creationId="{B978FEC4-9884-5BFF-1132-A216038AAB4C}"/>
          </ac:picMkLst>
        </pc:picChg>
      </pc:sldChg>
      <pc:sldChg chg="addSp modSp mod ord">
        <pc:chgData name="이 은찬" userId="7171d596-a1e6-43c2-b263-57fdfdab9399" providerId="ADAL" clId="{84B8E845-A624-4E7E-AAB1-DF2C16F97486}" dt="2026-10-03T05:43:39.204" v="4192" actId="208"/>
        <pc:sldMkLst>
          <pc:docMk/>
          <pc:sldMk cId="4246831794" sldId="266"/>
        </pc:sldMkLst>
        <pc:spChg chg="mod">
          <ac:chgData name="이 은찬" userId="7171d596-a1e6-43c2-b263-57fdfdab9399" providerId="ADAL" clId="{84B8E845-A624-4E7E-AAB1-DF2C16F97486}" dt="2026-10-03T02:26:47.024" v="180" actId="20577"/>
          <ac:spMkLst>
            <pc:docMk/>
            <pc:sldMk cId="4246831794" sldId="266"/>
            <ac:spMk id="2" creationId="{00000000-0000-0000-0000-000000000000}"/>
          </ac:spMkLst>
        </pc:spChg>
        <pc:spChg chg="add mod">
          <ac:chgData name="이 은찬" userId="7171d596-a1e6-43c2-b263-57fdfdab9399" providerId="ADAL" clId="{84B8E845-A624-4E7E-AAB1-DF2C16F97486}" dt="2026-10-03T02:28:30.907" v="308" actId="571"/>
          <ac:spMkLst>
            <pc:docMk/>
            <pc:sldMk cId="4246831794" sldId="266"/>
            <ac:spMk id="4" creationId="{72A5A0B7-2CED-37B2-7308-54EFDA8BF8C4}"/>
          </ac:spMkLst>
        </pc:spChg>
        <pc:spChg chg="mod">
          <ac:chgData name="이 은찬" userId="7171d596-a1e6-43c2-b263-57fdfdab9399" providerId="ADAL" clId="{84B8E845-A624-4E7E-AAB1-DF2C16F97486}" dt="2026-10-03T02:30:47.323" v="334" actId="20577"/>
          <ac:spMkLst>
            <pc:docMk/>
            <pc:sldMk cId="4246831794" sldId="266"/>
            <ac:spMk id="9" creationId="{00000000-0000-0000-0000-000000000000}"/>
          </ac:spMkLst>
        </pc:spChg>
        <pc:spChg chg="add mod">
          <ac:chgData name="이 은찬" userId="7171d596-a1e6-43c2-b263-57fdfdab9399" providerId="ADAL" clId="{84B8E845-A624-4E7E-AAB1-DF2C16F97486}" dt="2026-10-03T05:43:33.189" v="4191" actId="208"/>
          <ac:spMkLst>
            <pc:docMk/>
            <pc:sldMk cId="4246831794" sldId="266"/>
            <ac:spMk id="10" creationId="{694512E4-038C-FE6D-478A-6D746473F87C}"/>
          </ac:spMkLst>
        </pc:spChg>
        <pc:spChg chg="add mod">
          <ac:chgData name="이 은찬" userId="7171d596-a1e6-43c2-b263-57fdfdab9399" providerId="ADAL" clId="{84B8E845-A624-4E7E-AAB1-DF2C16F97486}" dt="2026-10-03T05:43:39.204" v="4192" actId="208"/>
          <ac:spMkLst>
            <pc:docMk/>
            <pc:sldMk cId="4246831794" sldId="266"/>
            <ac:spMk id="11" creationId="{633A60DF-EA79-DF55-16FD-AB2777B25155}"/>
          </ac:spMkLst>
        </pc:spChg>
        <pc:spChg chg="add mod">
          <ac:chgData name="이 은찬" userId="7171d596-a1e6-43c2-b263-57fdfdab9399" providerId="ADAL" clId="{84B8E845-A624-4E7E-AAB1-DF2C16F97486}" dt="2026-10-03T03:00:21.255" v="977" actId="1076"/>
          <ac:spMkLst>
            <pc:docMk/>
            <pc:sldMk cId="4246831794" sldId="266"/>
            <ac:spMk id="12" creationId="{46F7658C-5ACD-DB48-86C2-E2D6DBC41B78}"/>
          </ac:spMkLst>
        </pc:spChg>
        <pc:spChg chg="add mod">
          <ac:chgData name="이 은찬" userId="7171d596-a1e6-43c2-b263-57fdfdab9399" providerId="ADAL" clId="{84B8E845-A624-4E7E-AAB1-DF2C16F97486}" dt="2026-10-03T03:00:21.255" v="977" actId="1076"/>
          <ac:spMkLst>
            <pc:docMk/>
            <pc:sldMk cId="4246831794" sldId="266"/>
            <ac:spMk id="13" creationId="{A76FD4A6-26AA-DACE-945D-2E02C7D2DC37}"/>
          </ac:spMkLst>
        </pc:spChg>
        <pc:spChg chg="mod">
          <ac:chgData name="이 은찬" userId="7171d596-a1e6-43c2-b263-57fdfdab9399" providerId="ADAL" clId="{84B8E845-A624-4E7E-AAB1-DF2C16F97486}" dt="2026-10-03T02:28:30.907" v="308" actId="571"/>
          <ac:spMkLst>
            <pc:docMk/>
            <pc:sldMk cId="4246831794" sldId="266"/>
            <ac:spMk id="41" creationId="{00000000-0000-0000-0000-000000000000}"/>
          </ac:spMkLst>
        </pc:spChg>
        <pc:spChg chg="mod">
          <ac:chgData name="이 은찬" userId="7171d596-a1e6-43c2-b263-57fdfdab9399" providerId="ADAL" clId="{84B8E845-A624-4E7E-AAB1-DF2C16F97486}" dt="2026-10-03T02:28:30.907" v="308" actId="571"/>
          <ac:spMkLst>
            <pc:docMk/>
            <pc:sldMk cId="4246831794" sldId="266"/>
            <ac:spMk id="42" creationId="{00000000-0000-0000-0000-000000000000}"/>
          </ac:spMkLst>
        </pc:spChg>
        <pc:spChg chg="mod">
          <ac:chgData name="이 은찬" userId="7171d596-a1e6-43c2-b263-57fdfdab9399" providerId="ADAL" clId="{84B8E845-A624-4E7E-AAB1-DF2C16F97486}" dt="2026-10-03T02:44:12.725" v="472" actId="14100"/>
          <ac:spMkLst>
            <pc:docMk/>
            <pc:sldMk cId="4246831794" sldId="266"/>
            <ac:spMk id="43" creationId="{00000000-0000-0000-0000-000000000000}"/>
          </ac:spMkLst>
        </pc:spChg>
        <pc:spChg chg="mod">
          <ac:chgData name="이 은찬" userId="7171d596-a1e6-43c2-b263-57fdfdab9399" providerId="ADAL" clId="{84B8E845-A624-4E7E-AAB1-DF2C16F97486}" dt="2026-10-03T05:08:44.051" v="3954" actId="20577"/>
          <ac:spMkLst>
            <pc:docMk/>
            <pc:sldMk cId="4246831794" sldId="266"/>
            <ac:spMk id="96" creationId="{00000000-0000-0000-0000-000000000000}"/>
          </ac:spMkLst>
        </pc:spChg>
        <pc:grpChg chg="mod">
          <ac:chgData name="이 은찬" userId="7171d596-a1e6-43c2-b263-57fdfdab9399" providerId="ADAL" clId="{84B8E845-A624-4E7E-AAB1-DF2C16F97486}" dt="2026-10-03T02:28:49.808" v="317" actId="1076"/>
          <ac:grpSpMkLst>
            <pc:docMk/>
            <pc:sldMk cId="4246831794" sldId="266"/>
            <ac:grpSpMk id="35" creationId="{00000000-0000-0000-0000-000000000000}"/>
          </ac:grpSpMkLst>
        </pc:grpChg>
        <pc:grpChg chg="mod">
          <ac:chgData name="이 은찬" userId="7171d596-a1e6-43c2-b263-57fdfdab9399" providerId="ADAL" clId="{84B8E845-A624-4E7E-AAB1-DF2C16F97486}" dt="2026-10-03T02:28:30.907" v="308" actId="571"/>
          <ac:grpSpMkLst>
            <pc:docMk/>
            <pc:sldMk cId="4246831794" sldId="266"/>
            <ac:grpSpMk id="36" creationId="{00000000-0000-0000-0000-000000000000}"/>
          </ac:grpSpMkLst>
        </pc:grpChg>
        <pc:picChg chg="add mod">
          <ac:chgData name="이 은찬" userId="7171d596-a1e6-43c2-b263-57fdfdab9399" providerId="ADAL" clId="{84B8E845-A624-4E7E-AAB1-DF2C16F97486}" dt="2026-10-03T03:00:21.255" v="977" actId="1076"/>
          <ac:picMkLst>
            <pc:docMk/>
            <pc:sldMk cId="4246831794" sldId="266"/>
            <ac:picMk id="6" creationId="{25BD36E0-EFC0-CE4C-9351-BBC1FA87EEB6}"/>
          </ac:picMkLst>
        </pc:picChg>
        <pc:picChg chg="add mod">
          <ac:chgData name="이 은찬" userId="7171d596-a1e6-43c2-b263-57fdfdab9399" providerId="ADAL" clId="{84B8E845-A624-4E7E-AAB1-DF2C16F97486}" dt="2026-10-03T03:00:21.255" v="977" actId="1076"/>
          <ac:picMkLst>
            <pc:docMk/>
            <pc:sldMk cId="4246831794" sldId="266"/>
            <ac:picMk id="8" creationId="{CECE14DE-457C-9229-F57C-CFBD788E1D5A}"/>
          </ac:picMkLst>
        </pc:picChg>
      </pc:sldChg>
      <pc:sldChg chg="modSp del mod">
        <pc:chgData name="이 은찬" userId="7171d596-a1e6-43c2-b263-57fdfdab9399" providerId="ADAL" clId="{84B8E845-A624-4E7E-AAB1-DF2C16F97486}" dt="2026-10-03T04:08:17.035" v="2997" actId="47"/>
        <pc:sldMkLst>
          <pc:docMk/>
          <pc:sldMk cId="1153451921" sldId="267"/>
        </pc:sldMkLst>
        <pc:spChg chg="mod">
          <ac:chgData name="이 은찬" userId="7171d596-a1e6-43c2-b263-57fdfdab9399" providerId="ADAL" clId="{84B8E845-A624-4E7E-AAB1-DF2C16F97486}" dt="2026-10-03T02:43:55.815" v="471"/>
          <ac:spMkLst>
            <pc:docMk/>
            <pc:sldMk cId="1153451921" sldId="267"/>
            <ac:spMk id="2" creationId="{00000000-0000-0000-0000-000000000000}"/>
          </ac:spMkLst>
        </pc:spChg>
      </pc:sldChg>
      <pc:sldChg chg="del">
        <pc:chgData name="이 은찬" userId="7171d596-a1e6-43c2-b263-57fdfdab9399" providerId="ADAL" clId="{84B8E845-A624-4E7E-AAB1-DF2C16F97486}" dt="2026-10-03T04:08:22.160" v="2998" actId="47"/>
        <pc:sldMkLst>
          <pc:docMk/>
          <pc:sldMk cId="3756504613" sldId="268"/>
        </pc:sldMkLst>
      </pc:sldChg>
      <pc:sldChg chg="addSp delSp modSp mod">
        <pc:chgData name="이 은찬" userId="7171d596-a1e6-43c2-b263-57fdfdab9399" providerId="ADAL" clId="{84B8E845-A624-4E7E-AAB1-DF2C16F97486}" dt="2026-10-03T04:13:06.913" v="3145" actId="14100"/>
        <pc:sldMkLst>
          <pc:docMk/>
          <pc:sldMk cId="3974363792" sldId="269"/>
        </pc:sldMkLst>
        <pc:spChg chg="add del mod">
          <ac:chgData name="이 은찬" userId="7171d596-a1e6-43c2-b263-57fdfdab9399" providerId="ADAL" clId="{84B8E845-A624-4E7E-AAB1-DF2C16F97486}" dt="2026-10-03T04:10:33.779" v="3005" actId="478"/>
          <ac:spMkLst>
            <pc:docMk/>
            <pc:sldMk cId="3974363792" sldId="269"/>
            <ac:spMk id="2" creationId="{4E29BBBE-97B0-B63D-F9C2-62DA6457E530}"/>
          </ac:spMkLst>
        </pc:spChg>
        <pc:spChg chg="add mod">
          <ac:chgData name="이 은찬" userId="7171d596-a1e6-43c2-b263-57fdfdab9399" providerId="ADAL" clId="{84B8E845-A624-4E7E-AAB1-DF2C16F97486}" dt="2026-10-03T04:12:44.388" v="3140" actId="20577"/>
          <ac:spMkLst>
            <pc:docMk/>
            <pc:sldMk cId="3974363792" sldId="269"/>
            <ac:spMk id="3" creationId="{9B7CF3A5-02F4-467E-1443-5C318ABEE8D7}"/>
          </ac:spMkLst>
        </pc:spChg>
        <pc:picChg chg="add mod">
          <ac:chgData name="이 은찬" userId="7171d596-a1e6-43c2-b263-57fdfdab9399" providerId="ADAL" clId="{84B8E845-A624-4E7E-AAB1-DF2C16F97486}" dt="2026-10-03T04:13:06.913" v="3145" actId="14100"/>
          <ac:picMkLst>
            <pc:docMk/>
            <pc:sldMk cId="3974363792" sldId="269"/>
            <ac:picMk id="4" creationId="{C40A784B-04E8-7C48-1F22-7B2AD1BFCDFE}"/>
          </ac:picMkLst>
        </pc:picChg>
      </pc:sldChg>
      <pc:sldChg chg="addSp modSp mod">
        <pc:chgData name="이 은찬" userId="7171d596-a1e6-43c2-b263-57fdfdab9399" providerId="ADAL" clId="{84B8E845-A624-4E7E-AAB1-DF2C16F97486}" dt="2026-10-03T04:33:34.006" v="3468" actId="1076"/>
        <pc:sldMkLst>
          <pc:docMk/>
          <pc:sldMk cId="2661022117" sldId="270"/>
        </pc:sldMkLst>
        <pc:picChg chg="add mod">
          <ac:chgData name="이 은찬" userId="7171d596-a1e6-43c2-b263-57fdfdab9399" providerId="ADAL" clId="{84B8E845-A624-4E7E-AAB1-DF2C16F97486}" dt="2026-10-03T04:33:34.006" v="3468" actId="1076"/>
          <ac:picMkLst>
            <pc:docMk/>
            <pc:sldMk cId="2661022117" sldId="270"/>
            <ac:picMk id="3" creationId="{888A0CB2-5A9D-FB97-20BE-35995711E5A6}"/>
          </ac:picMkLst>
        </pc:picChg>
      </pc:sldChg>
      <pc:sldChg chg="del">
        <pc:chgData name="이 은찬" userId="7171d596-a1e6-43c2-b263-57fdfdab9399" providerId="ADAL" clId="{84B8E845-A624-4E7E-AAB1-DF2C16F97486}" dt="2026-10-03T04:52:56.734" v="3737" actId="47"/>
        <pc:sldMkLst>
          <pc:docMk/>
          <pc:sldMk cId="2919975388" sldId="271"/>
        </pc:sldMkLst>
      </pc:sldChg>
      <pc:sldChg chg="addSp delSp modSp add mod">
        <pc:chgData name="이 은찬" userId="7171d596-a1e6-43c2-b263-57fdfdab9399" providerId="ADAL" clId="{84B8E845-A624-4E7E-AAB1-DF2C16F97486}" dt="2026-10-03T06:10:25.260" v="4372" actId="1076"/>
        <pc:sldMkLst>
          <pc:docMk/>
          <pc:sldMk cId="1468056876" sldId="272"/>
        </pc:sldMkLst>
        <pc:spChg chg="mod">
          <ac:chgData name="이 은찬" userId="7171d596-a1e6-43c2-b263-57fdfdab9399" providerId="ADAL" clId="{84B8E845-A624-4E7E-AAB1-DF2C16F97486}" dt="2026-10-03T06:09:22.668" v="4360"/>
          <ac:spMkLst>
            <pc:docMk/>
            <pc:sldMk cId="1468056876" sldId="272"/>
            <ac:spMk id="6" creationId="{702A533B-750F-D3DA-05E5-BF140579B77C}"/>
          </ac:spMkLst>
        </pc:spChg>
        <pc:spChg chg="mod">
          <ac:chgData name="이 은찬" userId="7171d596-a1e6-43c2-b263-57fdfdab9399" providerId="ADAL" clId="{84B8E845-A624-4E7E-AAB1-DF2C16F97486}" dt="2026-10-03T06:09:57.377" v="4367" actId="255"/>
          <ac:spMkLst>
            <pc:docMk/>
            <pc:sldMk cId="1468056876" sldId="272"/>
            <ac:spMk id="7" creationId="{BA6F16A0-9C58-E2C5-EAC6-285D5992B700}"/>
          </ac:spMkLst>
        </pc:spChg>
        <pc:spChg chg="mod">
          <ac:chgData name="이 은찬" userId="7171d596-a1e6-43c2-b263-57fdfdab9399" providerId="ADAL" clId="{84B8E845-A624-4E7E-AAB1-DF2C16F97486}" dt="2026-10-03T06:09:22.668" v="4360"/>
          <ac:spMkLst>
            <pc:docMk/>
            <pc:sldMk cId="1468056876" sldId="272"/>
            <ac:spMk id="8" creationId="{3168F200-C15A-7DEE-8B3B-0700DE64E854}"/>
          </ac:spMkLst>
        </pc:spChg>
        <pc:spChg chg="mod">
          <ac:chgData name="이 은찬" userId="7171d596-a1e6-43c2-b263-57fdfdab9399" providerId="ADAL" clId="{84B8E845-A624-4E7E-AAB1-DF2C16F97486}" dt="2026-10-03T06:09:57.377" v="4367" actId="255"/>
          <ac:spMkLst>
            <pc:docMk/>
            <pc:sldMk cId="1468056876" sldId="272"/>
            <ac:spMk id="9" creationId="{DFD1A338-1A2E-A94C-E877-B5FD7BF6AB01}"/>
          </ac:spMkLst>
        </pc:spChg>
        <pc:spChg chg="mod">
          <ac:chgData name="이 은찬" userId="7171d596-a1e6-43c2-b263-57fdfdab9399" providerId="ADAL" clId="{84B8E845-A624-4E7E-AAB1-DF2C16F97486}" dt="2026-10-03T01:57:36.975" v="150" actId="20577"/>
          <ac:spMkLst>
            <pc:docMk/>
            <pc:sldMk cId="1468056876" sldId="272"/>
            <ac:spMk id="58" creationId="{00000000-0000-0000-0000-000000000000}"/>
          </ac:spMkLst>
        </pc:spChg>
        <pc:spChg chg="mod">
          <ac:chgData name="이 은찬" userId="7171d596-a1e6-43c2-b263-57fdfdab9399" providerId="ADAL" clId="{84B8E845-A624-4E7E-AAB1-DF2C16F97486}" dt="2026-10-03T06:05:59.470" v="4342" actId="113"/>
          <ac:spMkLst>
            <pc:docMk/>
            <pc:sldMk cId="1468056876" sldId="272"/>
            <ac:spMk id="59" creationId="{00000000-0000-0000-0000-000000000000}"/>
          </ac:spMkLst>
        </pc:spChg>
        <pc:spChg chg="mod">
          <ac:chgData name="이 은찬" userId="7171d596-a1e6-43c2-b263-57fdfdab9399" providerId="ADAL" clId="{84B8E845-A624-4E7E-AAB1-DF2C16F97486}" dt="2026-10-03T06:06:04.545" v="4343" actId="113"/>
          <ac:spMkLst>
            <pc:docMk/>
            <pc:sldMk cId="1468056876" sldId="272"/>
            <ac:spMk id="62" creationId="{00000000-0000-0000-0000-000000000000}"/>
          </ac:spMkLst>
        </pc:spChg>
        <pc:grpChg chg="add mod">
          <ac:chgData name="이 은찬" userId="7171d596-a1e6-43c2-b263-57fdfdab9399" providerId="ADAL" clId="{84B8E845-A624-4E7E-AAB1-DF2C16F97486}" dt="2026-10-03T06:10:25.260" v="4372" actId="1076"/>
          <ac:grpSpMkLst>
            <pc:docMk/>
            <pc:sldMk cId="1468056876" sldId="272"/>
            <ac:grpSpMk id="2" creationId="{DAE63B14-E732-26C8-79E1-2768CEF592C9}"/>
          </ac:grpSpMkLst>
        </pc:grpChg>
        <pc:grpChg chg="mod">
          <ac:chgData name="이 은찬" userId="7171d596-a1e6-43c2-b263-57fdfdab9399" providerId="ADAL" clId="{84B8E845-A624-4E7E-AAB1-DF2C16F97486}" dt="2026-10-03T06:09:22.668" v="4360"/>
          <ac:grpSpMkLst>
            <pc:docMk/>
            <pc:sldMk cId="1468056876" sldId="272"/>
            <ac:grpSpMk id="3" creationId="{7C3A767F-83BB-FD12-A589-D82DA76B03BD}"/>
          </ac:grpSpMkLst>
        </pc:grpChg>
        <pc:grpChg chg="mod">
          <ac:chgData name="이 은찬" userId="7171d596-a1e6-43c2-b263-57fdfdab9399" providerId="ADAL" clId="{84B8E845-A624-4E7E-AAB1-DF2C16F97486}" dt="2026-10-03T06:09:22.668" v="4360"/>
          <ac:grpSpMkLst>
            <pc:docMk/>
            <pc:sldMk cId="1468056876" sldId="272"/>
            <ac:grpSpMk id="5" creationId="{55405D80-DA08-2C3F-8474-6E812B033F40}"/>
          </ac:grpSpMkLst>
        </pc:grpChg>
        <pc:grpChg chg="del mod">
          <ac:chgData name="이 은찬" userId="7171d596-a1e6-43c2-b263-57fdfdab9399" providerId="ADAL" clId="{84B8E845-A624-4E7E-AAB1-DF2C16F97486}" dt="2026-10-03T06:10:04.077" v="4369" actId="478"/>
          <ac:grpSpMkLst>
            <pc:docMk/>
            <pc:sldMk cId="1468056876" sldId="272"/>
            <ac:grpSpMk id="18" creationId="{00000000-0000-0000-0000-000000000000}"/>
          </ac:grpSpMkLst>
        </pc:grpChg>
      </pc:sldChg>
      <pc:sldChg chg="addSp delSp modSp add del mod">
        <pc:chgData name="이 은찬" userId="7171d596-a1e6-43c2-b263-57fdfdab9399" providerId="ADAL" clId="{84B8E845-A624-4E7E-AAB1-DF2C16F97486}" dt="2026-10-03T04:40:22.340" v="3594" actId="47"/>
        <pc:sldMkLst>
          <pc:docMk/>
          <pc:sldMk cId="4038838865" sldId="273"/>
        </pc:sldMkLst>
        <pc:spChg chg="mod">
          <ac:chgData name="이 은찬" userId="7171d596-a1e6-43c2-b263-57fdfdab9399" providerId="ADAL" clId="{84B8E845-A624-4E7E-AAB1-DF2C16F97486}" dt="2026-10-03T02:46:03.215" v="573" actId="20577"/>
          <ac:spMkLst>
            <pc:docMk/>
            <pc:sldMk cId="4038838865" sldId="273"/>
            <ac:spMk id="6" creationId="{5A1E37DF-B5CC-CCF7-097F-8504787E7547}"/>
          </ac:spMkLst>
        </pc:spChg>
        <pc:spChg chg="mod">
          <ac:chgData name="이 은찬" userId="7171d596-a1e6-43c2-b263-57fdfdab9399" providerId="ADAL" clId="{84B8E845-A624-4E7E-AAB1-DF2C16F97486}" dt="2026-10-03T02:44:35.062" v="477"/>
          <ac:spMkLst>
            <pc:docMk/>
            <pc:sldMk cId="4038838865" sldId="273"/>
            <ac:spMk id="7" creationId="{D408C355-C02C-0396-ED0E-49D2039C4DAA}"/>
          </ac:spMkLst>
        </pc:spChg>
        <pc:spChg chg="mod">
          <ac:chgData name="이 은찬" userId="7171d596-a1e6-43c2-b263-57fdfdab9399" providerId="ADAL" clId="{84B8E845-A624-4E7E-AAB1-DF2C16F97486}" dt="2026-10-03T02:44:35.062" v="477"/>
          <ac:spMkLst>
            <pc:docMk/>
            <pc:sldMk cId="4038838865" sldId="273"/>
            <ac:spMk id="8" creationId="{EB511667-1812-485F-91F2-03A3B725A3CB}"/>
          </ac:spMkLst>
        </pc:spChg>
        <pc:spChg chg="add mod">
          <ac:chgData name="이 은찬" userId="7171d596-a1e6-43c2-b263-57fdfdab9399" providerId="ADAL" clId="{84B8E845-A624-4E7E-AAB1-DF2C16F97486}" dt="2026-10-03T02:50:55.573" v="755" actId="14100"/>
          <ac:spMkLst>
            <pc:docMk/>
            <pc:sldMk cId="4038838865" sldId="273"/>
            <ac:spMk id="10" creationId="{C9F175F2-0079-42FA-10BC-34AC17FF1E12}"/>
          </ac:spMkLst>
        </pc:spChg>
        <pc:spChg chg="add del mod">
          <ac:chgData name="이 은찬" userId="7171d596-a1e6-43c2-b263-57fdfdab9399" providerId="ADAL" clId="{84B8E845-A624-4E7E-AAB1-DF2C16F97486}" dt="2026-10-03T02:48:16.837" v="597" actId="478"/>
          <ac:spMkLst>
            <pc:docMk/>
            <pc:sldMk cId="4038838865" sldId="273"/>
            <ac:spMk id="12" creationId="{11D6998E-E5B5-9A8D-60FE-CBBFEF6538FF}"/>
          </ac:spMkLst>
        </pc:spChg>
        <pc:spChg chg="mod">
          <ac:chgData name="이 은찬" userId="7171d596-a1e6-43c2-b263-57fdfdab9399" providerId="ADAL" clId="{84B8E845-A624-4E7E-AAB1-DF2C16F97486}" dt="2026-10-03T02:50:41.183" v="752" actId="20577"/>
          <ac:spMkLst>
            <pc:docMk/>
            <pc:sldMk cId="4038838865" sldId="273"/>
            <ac:spMk id="15" creationId="{1F23B2C3-B9FC-AB49-82CD-3466095637C9}"/>
          </ac:spMkLst>
        </pc:spChg>
        <pc:spChg chg="mod">
          <ac:chgData name="이 은찬" userId="7171d596-a1e6-43c2-b263-57fdfdab9399" providerId="ADAL" clId="{84B8E845-A624-4E7E-AAB1-DF2C16F97486}" dt="2026-10-03T02:49:12.738" v="624" actId="14100"/>
          <ac:spMkLst>
            <pc:docMk/>
            <pc:sldMk cId="4038838865" sldId="273"/>
            <ac:spMk id="16" creationId="{F2C35FB4-5CDC-A169-654B-D282967A04DA}"/>
          </ac:spMkLst>
        </pc:spChg>
        <pc:spChg chg="mod">
          <ac:chgData name="이 은찬" userId="7171d596-a1e6-43c2-b263-57fdfdab9399" providerId="ADAL" clId="{84B8E845-A624-4E7E-AAB1-DF2C16F97486}" dt="2026-10-03T02:49:03.151" v="622" actId="1037"/>
          <ac:spMkLst>
            <pc:docMk/>
            <pc:sldMk cId="4038838865" sldId="273"/>
            <ac:spMk id="17" creationId="{8BF57D5A-C5EE-EC5B-5626-304200C18423}"/>
          </ac:spMkLst>
        </pc:spChg>
        <pc:spChg chg="mod">
          <ac:chgData name="이 은찬" userId="7171d596-a1e6-43c2-b263-57fdfdab9399" providerId="ADAL" clId="{84B8E845-A624-4E7E-AAB1-DF2C16F97486}" dt="2026-10-03T02:51:44.130" v="874" actId="20577"/>
          <ac:spMkLst>
            <pc:docMk/>
            <pc:sldMk cId="4038838865" sldId="273"/>
            <ac:spMk id="20" creationId="{2A170367-3CDA-1D23-C5A8-4C1877F64B78}"/>
          </ac:spMkLst>
        </pc:spChg>
        <pc:spChg chg="mod">
          <ac:chgData name="이 은찬" userId="7171d596-a1e6-43c2-b263-57fdfdab9399" providerId="ADAL" clId="{84B8E845-A624-4E7E-AAB1-DF2C16F97486}" dt="2026-10-03T02:51:11.799" v="756"/>
          <ac:spMkLst>
            <pc:docMk/>
            <pc:sldMk cId="4038838865" sldId="273"/>
            <ac:spMk id="21" creationId="{84AA21E0-85A2-E40F-4084-3E264E771337}"/>
          </ac:spMkLst>
        </pc:spChg>
        <pc:spChg chg="mod">
          <ac:chgData name="이 은찬" userId="7171d596-a1e6-43c2-b263-57fdfdab9399" providerId="ADAL" clId="{84B8E845-A624-4E7E-AAB1-DF2C16F97486}" dt="2026-10-03T02:51:20.902" v="759" actId="20577"/>
          <ac:spMkLst>
            <pc:docMk/>
            <pc:sldMk cId="4038838865" sldId="273"/>
            <ac:spMk id="22" creationId="{83B1E64A-CB46-3E78-5F91-0DE64BF313D4}"/>
          </ac:spMkLst>
        </pc:spChg>
        <pc:spChg chg="add mod">
          <ac:chgData name="이 은찬" userId="7171d596-a1e6-43c2-b263-57fdfdab9399" providerId="ADAL" clId="{84B8E845-A624-4E7E-AAB1-DF2C16F97486}" dt="2026-10-03T02:52:09.401" v="876" actId="1076"/>
          <ac:spMkLst>
            <pc:docMk/>
            <pc:sldMk cId="4038838865" sldId="273"/>
            <ac:spMk id="23" creationId="{B4A21C59-1C12-E2A6-960F-312D7CC901C7}"/>
          </ac:spMkLst>
        </pc:spChg>
        <pc:spChg chg="mod">
          <ac:chgData name="이 은찬" userId="7171d596-a1e6-43c2-b263-57fdfdab9399" providerId="ADAL" clId="{84B8E845-A624-4E7E-AAB1-DF2C16F97486}" dt="2026-10-03T04:39:38.410" v="3580"/>
          <ac:spMkLst>
            <pc:docMk/>
            <pc:sldMk cId="4038838865" sldId="273"/>
            <ac:spMk id="26" creationId="{979EC6E0-7ACB-5742-7884-68D54B082A35}"/>
          </ac:spMkLst>
        </pc:spChg>
        <pc:spChg chg="mod">
          <ac:chgData name="이 은찬" userId="7171d596-a1e6-43c2-b263-57fdfdab9399" providerId="ADAL" clId="{84B8E845-A624-4E7E-AAB1-DF2C16F97486}" dt="2026-10-03T04:39:38.410" v="3580"/>
          <ac:spMkLst>
            <pc:docMk/>
            <pc:sldMk cId="4038838865" sldId="273"/>
            <ac:spMk id="27" creationId="{47B3B612-265B-DE7C-46EC-923316246692}"/>
          </ac:spMkLst>
        </pc:spChg>
        <pc:spChg chg="mod">
          <ac:chgData name="이 은찬" userId="7171d596-a1e6-43c2-b263-57fdfdab9399" providerId="ADAL" clId="{84B8E845-A624-4E7E-AAB1-DF2C16F97486}" dt="2026-10-03T04:39:38.410" v="3580"/>
          <ac:spMkLst>
            <pc:docMk/>
            <pc:sldMk cId="4038838865" sldId="273"/>
            <ac:spMk id="28" creationId="{CD57D096-EF25-9521-497D-91D8B3446581}"/>
          </ac:spMkLst>
        </pc:spChg>
        <pc:grpChg chg="add mod">
          <ac:chgData name="이 은찬" userId="7171d596-a1e6-43c2-b263-57fdfdab9399" providerId="ADAL" clId="{84B8E845-A624-4E7E-AAB1-DF2C16F97486}" dt="2026-10-03T02:44:35.062" v="477"/>
          <ac:grpSpMkLst>
            <pc:docMk/>
            <pc:sldMk cId="4038838865" sldId="273"/>
            <ac:grpSpMk id="4" creationId="{62981F9E-D36F-D0A9-4E5D-A1B944E73136}"/>
          </ac:grpSpMkLst>
        </pc:grpChg>
        <pc:grpChg chg="mod">
          <ac:chgData name="이 은찬" userId="7171d596-a1e6-43c2-b263-57fdfdab9399" providerId="ADAL" clId="{84B8E845-A624-4E7E-AAB1-DF2C16F97486}" dt="2026-10-03T02:44:35.062" v="477"/>
          <ac:grpSpMkLst>
            <pc:docMk/>
            <pc:sldMk cId="4038838865" sldId="273"/>
            <ac:grpSpMk id="5" creationId="{73ED9472-2BDC-674C-6DD0-EAF7A5789581}"/>
          </ac:grpSpMkLst>
        </pc:grpChg>
        <pc:grpChg chg="add mod">
          <ac:chgData name="이 은찬" userId="7171d596-a1e6-43c2-b263-57fdfdab9399" providerId="ADAL" clId="{84B8E845-A624-4E7E-AAB1-DF2C16F97486}" dt="2026-10-03T02:48:30.684" v="600" actId="1076"/>
          <ac:grpSpMkLst>
            <pc:docMk/>
            <pc:sldMk cId="4038838865" sldId="273"/>
            <ac:grpSpMk id="13" creationId="{D317BD3F-3C26-91F2-0113-ED2108B9280E}"/>
          </ac:grpSpMkLst>
        </pc:grpChg>
        <pc:grpChg chg="mod">
          <ac:chgData name="이 은찬" userId="7171d596-a1e6-43c2-b263-57fdfdab9399" providerId="ADAL" clId="{84B8E845-A624-4E7E-AAB1-DF2C16F97486}" dt="2026-10-03T02:48:25.318" v="599"/>
          <ac:grpSpMkLst>
            <pc:docMk/>
            <pc:sldMk cId="4038838865" sldId="273"/>
            <ac:grpSpMk id="14" creationId="{D33265D5-F20A-56F9-A294-101EC2CB6BBF}"/>
          </ac:grpSpMkLst>
        </pc:grpChg>
        <pc:grpChg chg="add mod">
          <ac:chgData name="이 은찬" userId="7171d596-a1e6-43c2-b263-57fdfdab9399" providerId="ADAL" clId="{84B8E845-A624-4E7E-AAB1-DF2C16F97486}" dt="2026-10-03T02:51:19.149" v="757" actId="1076"/>
          <ac:grpSpMkLst>
            <pc:docMk/>
            <pc:sldMk cId="4038838865" sldId="273"/>
            <ac:grpSpMk id="18" creationId="{83B51A87-DF90-3D09-D221-B54D0AB9FD3B}"/>
          </ac:grpSpMkLst>
        </pc:grpChg>
        <pc:grpChg chg="mod">
          <ac:chgData name="이 은찬" userId="7171d596-a1e6-43c2-b263-57fdfdab9399" providerId="ADAL" clId="{84B8E845-A624-4E7E-AAB1-DF2C16F97486}" dt="2026-10-03T02:51:11.799" v="756"/>
          <ac:grpSpMkLst>
            <pc:docMk/>
            <pc:sldMk cId="4038838865" sldId="273"/>
            <ac:grpSpMk id="19" creationId="{DA54E09B-1C67-AD5E-B831-8E25C10449E6}"/>
          </ac:grpSpMkLst>
        </pc:grpChg>
        <pc:grpChg chg="add mod">
          <ac:chgData name="이 은찬" userId="7171d596-a1e6-43c2-b263-57fdfdab9399" providerId="ADAL" clId="{84B8E845-A624-4E7E-AAB1-DF2C16F97486}" dt="2026-10-03T04:39:38.410" v="3580"/>
          <ac:grpSpMkLst>
            <pc:docMk/>
            <pc:sldMk cId="4038838865" sldId="273"/>
            <ac:grpSpMk id="24" creationId="{8F2E4EBD-F970-AC42-52AC-C5522DD213EC}"/>
          </ac:grpSpMkLst>
        </pc:grpChg>
        <pc:grpChg chg="mod">
          <ac:chgData name="이 은찬" userId="7171d596-a1e6-43c2-b263-57fdfdab9399" providerId="ADAL" clId="{84B8E845-A624-4E7E-AAB1-DF2C16F97486}" dt="2026-10-03T04:39:38.410" v="3580"/>
          <ac:grpSpMkLst>
            <pc:docMk/>
            <pc:sldMk cId="4038838865" sldId="273"/>
            <ac:grpSpMk id="25" creationId="{B030F0CB-D552-F7A7-C368-63938E8E4CF8}"/>
          </ac:grpSpMkLst>
        </pc:grpChg>
        <pc:grpChg chg="del">
          <ac:chgData name="이 은찬" userId="7171d596-a1e6-43c2-b263-57fdfdab9399" providerId="ADAL" clId="{84B8E845-A624-4E7E-AAB1-DF2C16F97486}" dt="2026-10-03T02:44:26.024" v="474" actId="478"/>
          <ac:grpSpMkLst>
            <pc:docMk/>
            <pc:sldMk cId="4038838865" sldId="273"/>
            <ac:grpSpMk id="35" creationId="{00000000-0000-0000-0000-000000000000}"/>
          </ac:grpSpMkLst>
        </pc:grpChg>
        <pc:graphicFrameChg chg="del">
          <ac:chgData name="이 은찬" userId="7171d596-a1e6-43c2-b263-57fdfdab9399" providerId="ADAL" clId="{84B8E845-A624-4E7E-AAB1-DF2C16F97486}" dt="2026-10-03T02:46:28.057" v="574" actId="478"/>
          <ac:graphicFrameMkLst>
            <pc:docMk/>
            <pc:sldMk cId="4038838865" sldId="273"/>
            <ac:graphicFrameMk id="11" creationId="{00000000-0000-0000-0000-000000000000}"/>
          </ac:graphicFrameMkLst>
        </pc:graphicFrameChg>
      </pc:sldChg>
      <pc:sldChg chg="addSp delSp modSp add mod">
        <pc:chgData name="이 은찬" userId="7171d596-a1e6-43c2-b263-57fdfdab9399" providerId="ADAL" clId="{84B8E845-A624-4E7E-AAB1-DF2C16F97486}" dt="2026-10-03T06:32:27.342" v="4672" actId="207"/>
        <pc:sldMkLst>
          <pc:docMk/>
          <pc:sldMk cId="2003696341" sldId="274"/>
        </pc:sldMkLst>
        <pc:spChg chg="add mod">
          <ac:chgData name="이 은찬" userId="7171d596-a1e6-43c2-b263-57fdfdab9399" providerId="ADAL" clId="{84B8E845-A624-4E7E-AAB1-DF2C16F97486}" dt="2026-10-03T06:32:27.342" v="4672" actId="207"/>
          <ac:spMkLst>
            <pc:docMk/>
            <pc:sldMk cId="2003696341" sldId="274"/>
            <ac:spMk id="4" creationId="{6AC4BE56-2517-14EB-2368-E703864108EB}"/>
          </ac:spMkLst>
        </pc:spChg>
        <pc:spChg chg="mod">
          <ac:chgData name="이 은찬" userId="7171d596-a1e6-43c2-b263-57fdfdab9399" providerId="ADAL" clId="{84B8E845-A624-4E7E-AAB1-DF2C16F97486}" dt="2026-10-03T02:52:43.443" v="906" actId="20577"/>
          <ac:spMkLst>
            <pc:docMk/>
            <pc:sldMk cId="2003696341" sldId="274"/>
            <ac:spMk id="6" creationId="{5A1E37DF-B5CC-CCF7-097F-8504787E7547}"/>
          </ac:spMkLst>
        </pc:spChg>
        <pc:spChg chg="mod">
          <ac:chgData name="이 은찬" userId="7171d596-a1e6-43c2-b263-57fdfdab9399" providerId="ADAL" clId="{84B8E845-A624-4E7E-AAB1-DF2C16F97486}" dt="2026-10-03T03:33:13.131" v="1846" actId="20577"/>
          <ac:spMkLst>
            <pc:docMk/>
            <pc:sldMk cId="2003696341" sldId="274"/>
            <ac:spMk id="8" creationId="{EB511667-1812-485F-91F2-03A3B725A3CB}"/>
          </ac:spMkLst>
        </pc:spChg>
        <pc:spChg chg="del">
          <ac:chgData name="이 은찬" userId="7171d596-a1e6-43c2-b263-57fdfdab9399" providerId="ADAL" clId="{84B8E845-A624-4E7E-AAB1-DF2C16F97486}" dt="2026-10-03T02:52:36.021" v="878" actId="478"/>
          <ac:spMkLst>
            <pc:docMk/>
            <pc:sldMk cId="2003696341" sldId="274"/>
            <ac:spMk id="10" creationId="{C9F175F2-0079-42FA-10BC-34AC17FF1E12}"/>
          </ac:spMkLst>
        </pc:spChg>
        <pc:spChg chg="add mod">
          <ac:chgData name="이 은찬" userId="7171d596-a1e6-43c2-b263-57fdfdab9399" providerId="ADAL" clId="{84B8E845-A624-4E7E-AAB1-DF2C16F97486}" dt="2026-10-03T06:31:42.416" v="4662" actId="20577"/>
          <ac:spMkLst>
            <pc:docMk/>
            <pc:sldMk cId="2003696341" sldId="274"/>
            <ac:spMk id="11" creationId="{85C1EBB4-E1E7-1D50-20DE-C572F9829AF7}"/>
          </ac:spMkLst>
        </pc:spChg>
        <pc:spChg chg="add">
          <ac:chgData name="이 은찬" userId="7171d596-a1e6-43c2-b263-57fdfdab9399" providerId="ADAL" clId="{84B8E845-A624-4E7E-AAB1-DF2C16F97486}" dt="2026-10-03T02:56:47.908" v="936"/>
          <ac:spMkLst>
            <pc:docMk/>
            <pc:sldMk cId="2003696341" sldId="274"/>
            <ac:spMk id="12" creationId="{0AF56750-E69A-0F08-6E47-06B57CFDFA27}"/>
          </ac:spMkLst>
        </pc:spChg>
        <pc:spChg chg="del">
          <ac:chgData name="이 은찬" userId="7171d596-a1e6-43c2-b263-57fdfdab9399" providerId="ADAL" clId="{84B8E845-A624-4E7E-AAB1-DF2C16F97486}" dt="2026-10-03T02:52:36.021" v="878" actId="478"/>
          <ac:spMkLst>
            <pc:docMk/>
            <pc:sldMk cId="2003696341" sldId="274"/>
            <ac:spMk id="23" creationId="{B4A21C59-1C12-E2A6-960F-312D7CC901C7}"/>
          </ac:spMkLst>
        </pc:spChg>
        <pc:spChg chg="add del mod">
          <ac:chgData name="이 은찬" userId="7171d596-a1e6-43c2-b263-57fdfdab9399" providerId="ADAL" clId="{84B8E845-A624-4E7E-AAB1-DF2C16F97486}" dt="2026-10-03T02:58:48.061" v="955" actId="478"/>
          <ac:spMkLst>
            <pc:docMk/>
            <pc:sldMk cId="2003696341" sldId="274"/>
            <ac:spMk id="26" creationId="{07C1447C-879A-C59D-B4B0-3349736E436F}"/>
          </ac:spMkLst>
        </pc:spChg>
        <pc:spChg chg="add del mod">
          <ac:chgData name="이 은찬" userId="7171d596-a1e6-43c2-b263-57fdfdab9399" providerId="ADAL" clId="{84B8E845-A624-4E7E-AAB1-DF2C16F97486}" dt="2026-10-03T02:58:48.066" v="957"/>
          <ac:spMkLst>
            <pc:docMk/>
            <pc:sldMk cId="2003696341" sldId="274"/>
            <ac:spMk id="27" creationId="{679107AD-CED1-336E-D9BC-07C8B9B0C030}"/>
          </ac:spMkLst>
        </pc:spChg>
        <pc:spChg chg="add del mod">
          <ac:chgData name="이 은찬" userId="7171d596-a1e6-43c2-b263-57fdfdab9399" providerId="ADAL" clId="{84B8E845-A624-4E7E-AAB1-DF2C16F97486}" dt="2026-10-03T04:06:55.631" v="2991" actId="478"/>
          <ac:spMkLst>
            <pc:docMk/>
            <pc:sldMk cId="2003696341" sldId="274"/>
            <ac:spMk id="28" creationId="{F9DCDCF8-F5B8-DA68-BA50-46B55A00AE18}"/>
          </ac:spMkLst>
        </pc:spChg>
        <pc:spChg chg="mod">
          <ac:chgData name="이 은찬" userId="7171d596-a1e6-43c2-b263-57fdfdab9399" providerId="ADAL" clId="{84B8E845-A624-4E7E-AAB1-DF2C16F97486}" dt="2026-10-03T03:47:32.891" v="2403" actId="20577"/>
          <ac:spMkLst>
            <pc:docMk/>
            <pc:sldMk cId="2003696341" sldId="274"/>
            <ac:spMk id="31" creationId="{C1E058C1-8AAF-AE76-7C38-254B98CD19BD}"/>
          </ac:spMkLst>
        </pc:spChg>
        <pc:spChg chg="mod">
          <ac:chgData name="이 은찬" userId="7171d596-a1e6-43c2-b263-57fdfdab9399" providerId="ADAL" clId="{84B8E845-A624-4E7E-AAB1-DF2C16F97486}" dt="2026-10-03T03:47:23.387" v="2374"/>
          <ac:spMkLst>
            <pc:docMk/>
            <pc:sldMk cId="2003696341" sldId="274"/>
            <ac:spMk id="32" creationId="{47476463-6039-C9F2-E3FD-0CAAC3B3A5E6}"/>
          </ac:spMkLst>
        </pc:spChg>
        <pc:spChg chg="mod">
          <ac:chgData name="이 은찬" userId="7171d596-a1e6-43c2-b263-57fdfdab9399" providerId="ADAL" clId="{84B8E845-A624-4E7E-AAB1-DF2C16F97486}" dt="2026-10-03T03:47:28.278" v="2376" actId="20577"/>
          <ac:spMkLst>
            <pc:docMk/>
            <pc:sldMk cId="2003696341" sldId="274"/>
            <ac:spMk id="33" creationId="{8EDF2654-BE01-EF84-31E7-1DC08914F93A}"/>
          </ac:spMkLst>
        </pc:spChg>
        <pc:grpChg chg="del">
          <ac:chgData name="이 은찬" userId="7171d596-a1e6-43c2-b263-57fdfdab9399" providerId="ADAL" clId="{84B8E845-A624-4E7E-AAB1-DF2C16F97486}" dt="2026-10-03T03:47:23.081" v="2373" actId="478"/>
          <ac:grpSpMkLst>
            <pc:docMk/>
            <pc:sldMk cId="2003696341" sldId="274"/>
            <ac:grpSpMk id="4" creationId="{62981F9E-D36F-D0A9-4E5D-A1B944E73136}"/>
          </ac:grpSpMkLst>
        </pc:grpChg>
        <pc:grpChg chg="del">
          <ac:chgData name="이 은찬" userId="7171d596-a1e6-43c2-b263-57fdfdab9399" providerId="ADAL" clId="{84B8E845-A624-4E7E-AAB1-DF2C16F97486}" dt="2026-10-03T02:52:38.134" v="879" actId="478"/>
          <ac:grpSpMkLst>
            <pc:docMk/>
            <pc:sldMk cId="2003696341" sldId="274"/>
            <ac:grpSpMk id="13" creationId="{D317BD3F-3C26-91F2-0113-ED2108B9280E}"/>
          </ac:grpSpMkLst>
        </pc:grpChg>
        <pc:grpChg chg="del">
          <ac:chgData name="이 은찬" userId="7171d596-a1e6-43c2-b263-57fdfdab9399" providerId="ADAL" clId="{84B8E845-A624-4E7E-AAB1-DF2C16F97486}" dt="2026-10-03T02:52:36.021" v="878" actId="478"/>
          <ac:grpSpMkLst>
            <pc:docMk/>
            <pc:sldMk cId="2003696341" sldId="274"/>
            <ac:grpSpMk id="18" creationId="{83B51A87-DF90-3D09-D221-B54D0AB9FD3B}"/>
          </ac:grpSpMkLst>
        </pc:grpChg>
        <pc:grpChg chg="add mod">
          <ac:chgData name="이 은찬" userId="7171d596-a1e6-43c2-b263-57fdfdab9399" providerId="ADAL" clId="{84B8E845-A624-4E7E-AAB1-DF2C16F97486}" dt="2026-10-03T03:47:23.387" v="2374"/>
          <ac:grpSpMkLst>
            <pc:docMk/>
            <pc:sldMk cId="2003696341" sldId="274"/>
            <ac:grpSpMk id="29" creationId="{EB076271-AAE1-C8D2-4009-72DA8A196114}"/>
          </ac:grpSpMkLst>
        </pc:grpChg>
        <pc:grpChg chg="mod">
          <ac:chgData name="이 은찬" userId="7171d596-a1e6-43c2-b263-57fdfdab9399" providerId="ADAL" clId="{84B8E845-A624-4E7E-AAB1-DF2C16F97486}" dt="2026-10-03T03:47:23.387" v="2374"/>
          <ac:grpSpMkLst>
            <pc:docMk/>
            <pc:sldMk cId="2003696341" sldId="274"/>
            <ac:grpSpMk id="30" creationId="{0C5DEEEB-0296-5683-6F87-98A3B5EA9F94}"/>
          </ac:grpSpMkLst>
        </pc:grpChg>
        <pc:picChg chg="add mod modCrop">
          <ac:chgData name="이 은찬" userId="7171d596-a1e6-43c2-b263-57fdfdab9399" providerId="ADAL" clId="{84B8E845-A624-4E7E-AAB1-DF2C16F97486}" dt="2026-10-03T04:07:06.912" v="2994" actId="1076"/>
          <ac:picMkLst>
            <pc:docMk/>
            <pc:sldMk cId="2003696341" sldId="274"/>
            <ac:picMk id="24" creationId="{02E54112-1E19-CCC0-E200-0A28C9059A07}"/>
          </ac:picMkLst>
        </pc:picChg>
      </pc:sldChg>
      <pc:sldChg chg="add del">
        <pc:chgData name="이 은찬" userId="7171d596-a1e6-43c2-b263-57fdfdab9399" providerId="ADAL" clId="{84B8E845-A624-4E7E-AAB1-DF2C16F97486}" dt="2026-10-03T02:44:28.445" v="476"/>
        <pc:sldMkLst>
          <pc:docMk/>
          <pc:sldMk cId="4155685703" sldId="274"/>
        </pc:sldMkLst>
      </pc:sldChg>
      <pc:sldChg chg="addSp delSp modSp add mod ord">
        <pc:chgData name="이 은찬" userId="7171d596-a1e6-43c2-b263-57fdfdab9399" providerId="ADAL" clId="{84B8E845-A624-4E7E-AAB1-DF2C16F97486}" dt="2026-10-03T03:18:27.200" v="1264" actId="14100"/>
        <pc:sldMkLst>
          <pc:docMk/>
          <pc:sldMk cId="1598805440" sldId="275"/>
        </pc:sldMkLst>
        <pc:spChg chg="add">
          <ac:chgData name="이 은찬" userId="7171d596-a1e6-43c2-b263-57fdfdab9399" providerId="ADAL" clId="{84B8E845-A624-4E7E-AAB1-DF2C16F97486}" dt="2026-10-03T03:11:42.760" v="1047"/>
          <ac:spMkLst>
            <pc:docMk/>
            <pc:sldMk cId="1598805440" sldId="275"/>
            <ac:spMk id="2" creationId="{F3300FC3-AA27-27B2-69BB-D98765762695}"/>
          </ac:spMkLst>
        </pc:spChg>
        <pc:spChg chg="add">
          <ac:chgData name="이 은찬" userId="7171d596-a1e6-43c2-b263-57fdfdab9399" providerId="ADAL" clId="{84B8E845-A624-4E7E-AAB1-DF2C16F97486}" dt="2026-10-03T03:13:15.468" v="1054"/>
          <ac:spMkLst>
            <pc:docMk/>
            <pc:sldMk cId="1598805440" sldId="275"/>
            <ac:spMk id="4" creationId="{352A1CAE-611F-F300-EE15-B0ACE24C28C3}"/>
          </ac:spMkLst>
        </pc:spChg>
        <pc:spChg chg="add del mod">
          <ac:chgData name="이 은찬" userId="7171d596-a1e6-43c2-b263-57fdfdab9399" providerId="ADAL" clId="{84B8E845-A624-4E7E-AAB1-DF2C16F97486}" dt="2026-10-03T03:15:52.507" v="1078" actId="478"/>
          <ac:spMkLst>
            <pc:docMk/>
            <pc:sldMk cId="1598805440" sldId="275"/>
            <ac:spMk id="6" creationId="{21E93CEC-2BCE-A71B-5A18-770F2D144CED}"/>
          </ac:spMkLst>
        </pc:spChg>
        <pc:spChg chg="add mod">
          <ac:chgData name="이 은찬" userId="7171d596-a1e6-43c2-b263-57fdfdab9399" providerId="ADAL" clId="{84B8E845-A624-4E7E-AAB1-DF2C16F97486}" dt="2026-10-03T03:18:27.200" v="1264" actId="14100"/>
          <ac:spMkLst>
            <pc:docMk/>
            <pc:sldMk cId="1598805440" sldId="275"/>
            <ac:spMk id="7" creationId="{A6180808-8A34-E9BC-9310-E9BA65B48220}"/>
          </ac:spMkLst>
        </pc:spChg>
        <pc:spChg chg="mod">
          <ac:chgData name="이 은찬" userId="7171d596-a1e6-43c2-b263-57fdfdab9399" providerId="ADAL" clId="{84B8E845-A624-4E7E-AAB1-DF2C16F97486}" dt="2026-10-03T03:02:40.757" v="1046" actId="20577"/>
          <ac:spMkLst>
            <pc:docMk/>
            <pc:sldMk cId="1598805440" sldId="275"/>
            <ac:spMk id="8" creationId="{00000000-0000-0000-0000-000000000000}"/>
          </ac:spMkLst>
        </pc:spChg>
        <pc:spChg chg="add mod">
          <ac:chgData name="이 은찬" userId="7171d596-a1e6-43c2-b263-57fdfdab9399" providerId="ADAL" clId="{84B8E845-A624-4E7E-AAB1-DF2C16F97486}" dt="2026-10-03T03:17:56.125" v="1263" actId="1076"/>
          <ac:spMkLst>
            <pc:docMk/>
            <pc:sldMk cId="1598805440" sldId="275"/>
            <ac:spMk id="11" creationId="{8E61CD36-C972-184F-0FC4-66D3C5D68705}"/>
          </ac:spMkLst>
        </pc:spChg>
        <pc:picChg chg="add del mod modCrop">
          <ac:chgData name="이 은찬" userId="7171d596-a1e6-43c2-b263-57fdfdab9399" providerId="ADAL" clId="{84B8E845-A624-4E7E-AAB1-DF2C16F97486}" dt="2026-10-03T03:13:02.639" v="1053" actId="478"/>
          <ac:picMkLst>
            <pc:docMk/>
            <pc:sldMk cId="1598805440" sldId="275"/>
            <ac:picMk id="3" creationId="{13FADE16-2C66-AAD1-8F3A-DEF94F4C74CC}"/>
          </ac:picMkLst>
        </pc:picChg>
        <pc:picChg chg="add mod">
          <ac:chgData name="이 은찬" userId="7171d596-a1e6-43c2-b263-57fdfdab9399" providerId="ADAL" clId="{84B8E845-A624-4E7E-AAB1-DF2C16F97486}" dt="2026-10-03T03:16:11.940" v="1081" actId="14100"/>
          <ac:picMkLst>
            <pc:docMk/>
            <pc:sldMk cId="1598805440" sldId="275"/>
            <ac:picMk id="5" creationId="{01D8E59E-456E-0F11-B786-A03E3F3A7FFB}"/>
          </ac:picMkLst>
        </pc:picChg>
      </pc:sldChg>
      <pc:sldChg chg="addSp delSp modSp add mod">
        <pc:chgData name="이 은찬" userId="7171d596-a1e6-43c2-b263-57fdfdab9399" providerId="ADAL" clId="{84B8E845-A624-4E7E-AAB1-DF2C16F97486}" dt="2026-10-03T05:28:15.242" v="3988" actId="207"/>
        <pc:sldMkLst>
          <pc:docMk/>
          <pc:sldMk cId="1625460004" sldId="276"/>
        </pc:sldMkLst>
        <pc:spChg chg="mod">
          <ac:chgData name="이 은찬" userId="7171d596-a1e6-43c2-b263-57fdfdab9399" providerId="ADAL" clId="{84B8E845-A624-4E7E-AAB1-DF2C16F97486}" dt="2026-10-03T03:35:26.399" v="1971" actId="1076"/>
          <ac:spMkLst>
            <pc:docMk/>
            <pc:sldMk cId="1625460004" sldId="276"/>
            <ac:spMk id="4" creationId="{B7F59C59-2A64-A30C-9290-55F4A4C5FECC}"/>
          </ac:spMkLst>
        </pc:spChg>
        <pc:spChg chg="mod">
          <ac:chgData name="이 은찬" userId="7171d596-a1e6-43c2-b263-57fdfdab9399" providerId="ADAL" clId="{84B8E845-A624-4E7E-AAB1-DF2C16F97486}" dt="2026-10-03T05:12:07.747" v="3974" actId="207"/>
          <ac:spMkLst>
            <pc:docMk/>
            <pc:sldMk cId="1625460004" sldId="276"/>
            <ac:spMk id="6" creationId="{D3086C3C-BC29-E36E-1CB1-0AA08F24BC10}"/>
          </ac:spMkLst>
        </pc:spChg>
        <pc:spChg chg="del">
          <ac:chgData name="이 은찬" userId="7171d596-a1e6-43c2-b263-57fdfdab9399" providerId="ADAL" clId="{84B8E845-A624-4E7E-AAB1-DF2C16F97486}" dt="2026-10-03T03:18:40.638" v="1266" actId="478"/>
          <ac:spMkLst>
            <pc:docMk/>
            <pc:sldMk cId="1625460004" sldId="276"/>
            <ac:spMk id="7" creationId="{A6180808-8A34-E9BC-9310-E9BA65B48220}"/>
          </ac:spMkLst>
        </pc:spChg>
        <pc:spChg chg="del">
          <ac:chgData name="이 은찬" userId="7171d596-a1e6-43c2-b263-57fdfdab9399" providerId="ADAL" clId="{84B8E845-A624-4E7E-AAB1-DF2C16F97486}" dt="2026-10-03T03:18:41.683" v="1267" actId="478"/>
          <ac:spMkLst>
            <pc:docMk/>
            <pc:sldMk cId="1625460004" sldId="276"/>
            <ac:spMk id="11" creationId="{8E61CD36-C972-184F-0FC4-66D3C5D68705}"/>
          </ac:spMkLst>
        </pc:spChg>
        <pc:spChg chg="mod">
          <ac:chgData name="이 은찬" userId="7171d596-a1e6-43c2-b263-57fdfdab9399" providerId="ADAL" clId="{84B8E845-A624-4E7E-AAB1-DF2C16F97486}" dt="2026-10-03T05:12:10.231" v="3975" actId="14100"/>
          <ac:spMkLst>
            <pc:docMk/>
            <pc:sldMk cId="1625460004" sldId="276"/>
            <ac:spMk id="13" creationId="{A9F26C73-D4DE-543C-D0A3-4814F1D48A22}"/>
          </ac:spMkLst>
        </pc:spChg>
        <pc:spChg chg="add mod">
          <ac:chgData name="이 은찬" userId="7171d596-a1e6-43c2-b263-57fdfdab9399" providerId="ADAL" clId="{84B8E845-A624-4E7E-AAB1-DF2C16F97486}" dt="2026-10-03T05:27:56.865" v="3985" actId="208"/>
          <ac:spMkLst>
            <pc:docMk/>
            <pc:sldMk cId="1625460004" sldId="276"/>
            <ac:spMk id="14" creationId="{D4983C1E-0649-193D-32E2-E95B13FCA23E}"/>
          </ac:spMkLst>
        </pc:spChg>
        <pc:spChg chg="mod">
          <ac:chgData name="이 은찬" userId="7171d596-a1e6-43c2-b263-57fdfdab9399" providerId="ADAL" clId="{84B8E845-A624-4E7E-AAB1-DF2C16F97486}" dt="2026-10-03T03:21:49.074" v="1430" actId="1076"/>
          <ac:spMkLst>
            <pc:docMk/>
            <pc:sldMk cId="1625460004" sldId="276"/>
            <ac:spMk id="17" creationId="{68EB7A8A-4403-FA6C-4BF8-A7E02DF29DBE}"/>
          </ac:spMkLst>
        </pc:spChg>
        <pc:spChg chg="mod">
          <ac:chgData name="이 은찬" userId="7171d596-a1e6-43c2-b263-57fdfdab9399" providerId="ADAL" clId="{84B8E845-A624-4E7E-AAB1-DF2C16F97486}" dt="2026-10-03T05:27:45.683" v="3983" actId="207"/>
          <ac:spMkLst>
            <pc:docMk/>
            <pc:sldMk cId="1625460004" sldId="276"/>
            <ac:spMk id="18" creationId="{A49F1205-B5B4-AFBD-8E2B-3A499A208811}"/>
          </ac:spMkLst>
        </pc:spChg>
        <pc:spChg chg="mod">
          <ac:chgData name="이 은찬" userId="7171d596-a1e6-43c2-b263-57fdfdab9399" providerId="ADAL" clId="{84B8E845-A624-4E7E-AAB1-DF2C16F97486}" dt="2026-10-03T05:27:40.627" v="3982" actId="207"/>
          <ac:spMkLst>
            <pc:docMk/>
            <pc:sldMk cId="1625460004" sldId="276"/>
            <ac:spMk id="19" creationId="{D59B6DD5-4F91-FB02-1709-7F3BE72AF0DC}"/>
          </ac:spMkLst>
        </pc:spChg>
        <pc:spChg chg="add mod">
          <ac:chgData name="이 은찬" userId="7171d596-a1e6-43c2-b263-57fdfdab9399" providerId="ADAL" clId="{84B8E845-A624-4E7E-AAB1-DF2C16F97486}" dt="2026-10-03T05:27:58.856" v="3986" actId="208"/>
          <ac:spMkLst>
            <pc:docMk/>
            <pc:sldMk cId="1625460004" sldId="276"/>
            <ac:spMk id="20" creationId="{BE5322C0-1B5E-FF4F-1658-5750BEA8F3B2}"/>
          </ac:spMkLst>
        </pc:spChg>
        <pc:spChg chg="mod">
          <ac:chgData name="이 은찬" userId="7171d596-a1e6-43c2-b263-57fdfdab9399" providerId="ADAL" clId="{84B8E845-A624-4E7E-AAB1-DF2C16F97486}" dt="2026-10-03T03:26:28.961" v="1671" actId="14100"/>
          <ac:spMkLst>
            <pc:docMk/>
            <pc:sldMk cId="1625460004" sldId="276"/>
            <ac:spMk id="23" creationId="{5F30466F-BA9F-EC5A-3FB0-D19E4B25B497}"/>
          </ac:spMkLst>
        </pc:spChg>
        <pc:spChg chg="mod">
          <ac:chgData name="이 은찬" userId="7171d596-a1e6-43c2-b263-57fdfdab9399" providerId="ADAL" clId="{84B8E845-A624-4E7E-AAB1-DF2C16F97486}" dt="2026-10-03T05:27:53.258" v="3984" actId="207"/>
          <ac:spMkLst>
            <pc:docMk/>
            <pc:sldMk cId="1625460004" sldId="276"/>
            <ac:spMk id="24" creationId="{3DE17034-32A5-EDF7-24E7-8B30A15C7B27}"/>
          </ac:spMkLst>
        </pc:spChg>
        <pc:spChg chg="mod">
          <ac:chgData name="이 은찬" userId="7171d596-a1e6-43c2-b263-57fdfdab9399" providerId="ADAL" clId="{84B8E845-A624-4E7E-AAB1-DF2C16F97486}" dt="2026-10-03T03:22:09.372" v="1434" actId="20577"/>
          <ac:spMkLst>
            <pc:docMk/>
            <pc:sldMk cId="1625460004" sldId="276"/>
            <ac:spMk id="25" creationId="{E203D596-D344-D9D1-2EB2-C0857F4C7493}"/>
          </ac:spMkLst>
        </pc:spChg>
        <pc:spChg chg="add mod">
          <ac:chgData name="이 은찬" userId="7171d596-a1e6-43c2-b263-57fdfdab9399" providerId="ADAL" clId="{84B8E845-A624-4E7E-AAB1-DF2C16F97486}" dt="2026-10-03T05:12:36.550" v="3979" actId="208"/>
          <ac:spMkLst>
            <pc:docMk/>
            <pc:sldMk cId="1625460004" sldId="276"/>
            <ac:spMk id="26" creationId="{BEA714A9-CCF4-CCFD-9831-4CD90E022C5A}"/>
          </ac:spMkLst>
        </pc:spChg>
        <pc:spChg chg="mod">
          <ac:chgData name="이 은찬" userId="7171d596-a1e6-43c2-b263-57fdfdab9399" providerId="ADAL" clId="{84B8E845-A624-4E7E-AAB1-DF2C16F97486}" dt="2026-10-03T03:23:40.228" v="1645" actId="20577"/>
          <ac:spMkLst>
            <pc:docMk/>
            <pc:sldMk cId="1625460004" sldId="276"/>
            <ac:spMk id="29" creationId="{E89BDF46-312C-20D9-275F-410FF03A4846}"/>
          </ac:spMkLst>
        </pc:spChg>
        <pc:spChg chg="mod">
          <ac:chgData name="이 은찬" userId="7171d596-a1e6-43c2-b263-57fdfdab9399" providerId="ADAL" clId="{84B8E845-A624-4E7E-AAB1-DF2C16F97486}" dt="2026-10-03T05:28:15.242" v="3988" actId="207"/>
          <ac:spMkLst>
            <pc:docMk/>
            <pc:sldMk cId="1625460004" sldId="276"/>
            <ac:spMk id="30" creationId="{C5FEA864-A265-8E1B-3393-D6848190A7AF}"/>
          </ac:spMkLst>
        </pc:spChg>
        <pc:spChg chg="mod">
          <ac:chgData name="이 은찬" userId="7171d596-a1e6-43c2-b263-57fdfdab9399" providerId="ADAL" clId="{84B8E845-A624-4E7E-AAB1-DF2C16F97486}" dt="2026-10-03T03:27:05.409" v="1677" actId="20577"/>
          <ac:spMkLst>
            <pc:docMk/>
            <pc:sldMk cId="1625460004" sldId="276"/>
            <ac:spMk id="31" creationId="{55ADBC9B-4888-7459-8DED-9A2AF2E8E639}"/>
          </ac:spMkLst>
        </pc:spChg>
        <pc:spChg chg="add mod">
          <ac:chgData name="이 은찬" userId="7171d596-a1e6-43c2-b263-57fdfdab9399" providerId="ADAL" clId="{84B8E845-A624-4E7E-AAB1-DF2C16F97486}" dt="2026-10-03T05:12:40.537" v="3980" actId="208"/>
          <ac:spMkLst>
            <pc:docMk/>
            <pc:sldMk cId="1625460004" sldId="276"/>
            <ac:spMk id="32" creationId="{90A282A1-4B54-B4F3-2395-DD0A5E6B607B}"/>
          </ac:spMkLst>
        </pc:spChg>
        <pc:spChg chg="mod">
          <ac:chgData name="이 은찬" userId="7171d596-a1e6-43c2-b263-57fdfdab9399" providerId="ADAL" clId="{84B8E845-A624-4E7E-AAB1-DF2C16F97486}" dt="2026-10-03T03:27:56.518" v="1842" actId="20577"/>
          <ac:spMkLst>
            <pc:docMk/>
            <pc:sldMk cId="1625460004" sldId="276"/>
            <ac:spMk id="35" creationId="{365F84B2-FC8C-DB63-2B0A-0A640A6F7C56}"/>
          </ac:spMkLst>
        </pc:spChg>
        <pc:spChg chg="mod">
          <ac:chgData name="이 은찬" userId="7171d596-a1e6-43c2-b263-57fdfdab9399" providerId="ADAL" clId="{84B8E845-A624-4E7E-AAB1-DF2C16F97486}" dt="2026-10-03T05:28:05.754" v="3987" actId="207"/>
          <ac:spMkLst>
            <pc:docMk/>
            <pc:sldMk cId="1625460004" sldId="276"/>
            <ac:spMk id="36" creationId="{69674494-9930-58F9-54AB-BB0DA398025E}"/>
          </ac:spMkLst>
        </pc:spChg>
        <pc:spChg chg="mod">
          <ac:chgData name="이 은찬" userId="7171d596-a1e6-43c2-b263-57fdfdab9399" providerId="ADAL" clId="{84B8E845-A624-4E7E-AAB1-DF2C16F97486}" dt="2026-10-03T03:27:08.494" v="1679" actId="20577"/>
          <ac:spMkLst>
            <pc:docMk/>
            <pc:sldMk cId="1625460004" sldId="276"/>
            <ac:spMk id="37" creationId="{E8290DF1-498E-8E61-96B2-720A899CB9AF}"/>
          </ac:spMkLst>
        </pc:spChg>
        <pc:spChg chg="mod">
          <ac:chgData name="이 은찬" userId="7171d596-a1e6-43c2-b263-57fdfdab9399" providerId="ADAL" clId="{84B8E845-A624-4E7E-AAB1-DF2C16F97486}" dt="2026-10-03T03:36:02.147" v="2064" actId="20577"/>
          <ac:spMkLst>
            <pc:docMk/>
            <pc:sldMk cId="1625460004" sldId="276"/>
            <ac:spMk id="40" creationId="{3532657A-F875-AA96-9E4B-89E6233B0377}"/>
          </ac:spMkLst>
        </pc:spChg>
        <pc:spChg chg="mod">
          <ac:chgData name="이 은찬" userId="7171d596-a1e6-43c2-b263-57fdfdab9399" providerId="ADAL" clId="{84B8E845-A624-4E7E-AAB1-DF2C16F97486}" dt="2026-10-03T05:12:18.055" v="3977" actId="207"/>
          <ac:spMkLst>
            <pc:docMk/>
            <pc:sldMk cId="1625460004" sldId="276"/>
            <ac:spMk id="41" creationId="{F18A1280-E63D-EAD9-5245-620D90D5C8FB}"/>
          </ac:spMkLst>
        </pc:spChg>
        <pc:spChg chg="mod">
          <ac:chgData name="이 은찬" userId="7171d596-a1e6-43c2-b263-57fdfdab9399" providerId="ADAL" clId="{84B8E845-A624-4E7E-AAB1-DF2C16F97486}" dt="2026-10-03T05:12:20.844" v="3978" actId="14100"/>
          <ac:spMkLst>
            <pc:docMk/>
            <pc:sldMk cId="1625460004" sldId="276"/>
            <ac:spMk id="42" creationId="{D4EF4F2E-57E3-F0A8-D424-0BF5B299659D}"/>
          </ac:spMkLst>
        </pc:spChg>
        <pc:grpChg chg="add mod">
          <ac:chgData name="이 은찬" userId="7171d596-a1e6-43c2-b263-57fdfdab9399" providerId="ADAL" clId="{84B8E845-A624-4E7E-AAB1-DF2C16F97486}" dt="2026-10-03T03:19:28.758" v="1271"/>
          <ac:grpSpMkLst>
            <pc:docMk/>
            <pc:sldMk cId="1625460004" sldId="276"/>
            <ac:grpSpMk id="2" creationId="{4C887594-229C-FEE0-A5BD-BB26C97DBF90}"/>
          </ac:grpSpMkLst>
        </pc:grpChg>
        <pc:grpChg chg="mod">
          <ac:chgData name="이 은찬" userId="7171d596-a1e6-43c2-b263-57fdfdab9399" providerId="ADAL" clId="{84B8E845-A624-4E7E-AAB1-DF2C16F97486}" dt="2026-10-03T03:19:28.758" v="1271"/>
          <ac:grpSpMkLst>
            <pc:docMk/>
            <pc:sldMk cId="1625460004" sldId="276"/>
            <ac:grpSpMk id="3" creationId="{E0040FDD-0F91-E82A-6DD8-8E92FD0B5A0E}"/>
          </ac:grpSpMkLst>
        </pc:grpChg>
        <pc:grpChg chg="add mod">
          <ac:chgData name="이 은찬" userId="7171d596-a1e6-43c2-b263-57fdfdab9399" providerId="ADAL" clId="{84B8E845-A624-4E7E-AAB1-DF2C16F97486}" dt="2026-10-03T03:25:57.616" v="1664" actId="1076"/>
          <ac:grpSpMkLst>
            <pc:docMk/>
            <pc:sldMk cId="1625460004" sldId="276"/>
            <ac:grpSpMk id="15" creationId="{4F35C2FE-D47D-018F-14BA-DD1C7C554FD8}"/>
          </ac:grpSpMkLst>
        </pc:grpChg>
        <pc:grpChg chg="mod">
          <ac:chgData name="이 은찬" userId="7171d596-a1e6-43c2-b263-57fdfdab9399" providerId="ADAL" clId="{84B8E845-A624-4E7E-AAB1-DF2C16F97486}" dt="2026-10-03T03:20:08.447" v="1372"/>
          <ac:grpSpMkLst>
            <pc:docMk/>
            <pc:sldMk cId="1625460004" sldId="276"/>
            <ac:grpSpMk id="16" creationId="{F4160DC7-43FC-87B0-57C8-99EFAB08D44E}"/>
          </ac:grpSpMkLst>
        </pc:grpChg>
        <pc:grpChg chg="add mod">
          <ac:chgData name="이 은찬" userId="7171d596-a1e6-43c2-b263-57fdfdab9399" providerId="ADAL" clId="{84B8E845-A624-4E7E-AAB1-DF2C16F97486}" dt="2026-10-03T03:26:25.238" v="1670" actId="14100"/>
          <ac:grpSpMkLst>
            <pc:docMk/>
            <pc:sldMk cId="1625460004" sldId="276"/>
            <ac:grpSpMk id="21" creationId="{5D87C44E-99C8-D733-E446-3BF9D0A4E5A1}"/>
          </ac:grpSpMkLst>
        </pc:grpChg>
        <pc:grpChg chg="mod">
          <ac:chgData name="이 은찬" userId="7171d596-a1e6-43c2-b263-57fdfdab9399" providerId="ADAL" clId="{84B8E845-A624-4E7E-AAB1-DF2C16F97486}" dt="2026-10-03T03:21:58.160" v="1431"/>
          <ac:grpSpMkLst>
            <pc:docMk/>
            <pc:sldMk cId="1625460004" sldId="276"/>
            <ac:grpSpMk id="22" creationId="{810C23F1-45C9-4346-81CD-37BB81FDD1F5}"/>
          </ac:grpSpMkLst>
        </pc:grpChg>
        <pc:grpChg chg="add mod">
          <ac:chgData name="이 은찬" userId="7171d596-a1e6-43c2-b263-57fdfdab9399" providerId="ADAL" clId="{84B8E845-A624-4E7E-AAB1-DF2C16F97486}" dt="2026-10-03T03:25:57.616" v="1664" actId="1076"/>
          <ac:grpSpMkLst>
            <pc:docMk/>
            <pc:sldMk cId="1625460004" sldId="276"/>
            <ac:grpSpMk id="27" creationId="{BFA97D95-DE8F-2F92-8B79-A53D23429665}"/>
          </ac:grpSpMkLst>
        </pc:grpChg>
        <pc:grpChg chg="mod">
          <ac:chgData name="이 은찬" userId="7171d596-a1e6-43c2-b263-57fdfdab9399" providerId="ADAL" clId="{84B8E845-A624-4E7E-AAB1-DF2C16F97486}" dt="2026-10-03T03:22:50.778" v="1496"/>
          <ac:grpSpMkLst>
            <pc:docMk/>
            <pc:sldMk cId="1625460004" sldId="276"/>
            <ac:grpSpMk id="28" creationId="{E2EB6C78-B1B8-36DE-B71E-1FD4624B7EC9}"/>
          </ac:grpSpMkLst>
        </pc:grpChg>
        <pc:grpChg chg="add mod">
          <ac:chgData name="이 은찬" userId="7171d596-a1e6-43c2-b263-57fdfdab9399" providerId="ADAL" clId="{84B8E845-A624-4E7E-AAB1-DF2C16F97486}" dt="2026-10-03T03:36:13.061" v="2067" actId="1076"/>
          <ac:grpSpMkLst>
            <pc:docMk/>
            <pc:sldMk cId="1625460004" sldId="276"/>
            <ac:grpSpMk id="33" creationId="{9DC6A02E-8920-2FBA-B5EB-F12FA28C7A2A}"/>
          </ac:grpSpMkLst>
        </pc:grpChg>
        <pc:grpChg chg="mod">
          <ac:chgData name="이 은찬" userId="7171d596-a1e6-43c2-b263-57fdfdab9399" providerId="ADAL" clId="{84B8E845-A624-4E7E-AAB1-DF2C16F97486}" dt="2026-10-03T03:23:55.589" v="1647"/>
          <ac:grpSpMkLst>
            <pc:docMk/>
            <pc:sldMk cId="1625460004" sldId="276"/>
            <ac:grpSpMk id="34" creationId="{573E26CE-B54E-C57F-31EB-83A722F27BA7}"/>
          </ac:grpSpMkLst>
        </pc:grpChg>
        <pc:grpChg chg="add mod">
          <ac:chgData name="이 은찬" userId="7171d596-a1e6-43c2-b263-57fdfdab9399" providerId="ADAL" clId="{84B8E845-A624-4E7E-AAB1-DF2C16F97486}" dt="2026-10-03T03:36:18.467" v="2068" actId="1076"/>
          <ac:grpSpMkLst>
            <pc:docMk/>
            <pc:sldMk cId="1625460004" sldId="276"/>
            <ac:grpSpMk id="38" creationId="{CC3BCE3A-677D-EC07-274E-382FA1F81B31}"/>
          </ac:grpSpMkLst>
        </pc:grpChg>
        <pc:grpChg chg="mod">
          <ac:chgData name="이 은찬" userId="7171d596-a1e6-43c2-b263-57fdfdab9399" providerId="ADAL" clId="{84B8E845-A624-4E7E-AAB1-DF2C16F97486}" dt="2026-10-03T03:34:55.290" v="1967"/>
          <ac:grpSpMkLst>
            <pc:docMk/>
            <pc:sldMk cId="1625460004" sldId="276"/>
            <ac:grpSpMk id="39" creationId="{89E712CE-BADE-0BE5-27FF-17526264928D}"/>
          </ac:grpSpMkLst>
        </pc:grpChg>
        <pc:picChg chg="mod">
          <ac:chgData name="이 은찬" userId="7171d596-a1e6-43c2-b263-57fdfdab9399" providerId="ADAL" clId="{84B8E845-A624-4E7E-AAB1-DF2C16F97486}" dt="2026-10-03T03:25:49.237" v="1663" actId="1076"/>
          <ac:picMkLst>
            <pc:docMk/>
            <pc:sldMk cId="1625460004" sldId="276"/>
            <ac:picMk id="5" creationId="{01D8E59E-456E-0F11-B786-A03E3F3A7FFB}"/>
          </ac:picMkLst>
        </pc:picChg>
      </pc:sldChg>
      <pc:sldChg chg="addSp delSp modSp add mod">
        <pc:chgData name="이 은찬" userId="7171d596-a1e6-43c2-b263-57fdfdab9399" providerId="ADAL" clId="{84B8E845-A624-4E7E-AAB1-DF2C16F97486}" dt="2026-10-03T05:29:56.082" v="3996" actId="208"/>
        <pc:sldMkLst>
          <pc:docMk/>
          <pc:sldMk cId="959801221" sldId="277"/>
        </pc:sldMkLst>
        <pc:spChg chg="add mod">
          <ac:chgData name="이 은찬" userId="7171d596-a1e6-43c2-b263-57fdfdab9399" providerId="ADAL" clId="{84B8E845-A624-4E7E-AAB1-DF2C16F97486}" dt="2026-10-03T03:33:25.483" v="1848"/>
          <ac:spMkLst>
            <pc:docMk/>
            <pc:sldMk cId="959801221" sldId="277"/>
            <ac:spMk id="2" creationId="{EAF8963B-9B38-B263-AB95-3DC531074663}"/>
          </ac:spMkLst>
        </pc:spChg>
        <pc:spChg chg="mod">
          <ac:chgData name="이 은찬" userId="7171d596-a1e6-43c2-b263-57fdfdab9399" providerId="ADAL" clId="{84B8E845-A624-4E7E-AAB1-DF2C16F97486}" dt="2026-10-03T03:34:27.191" v="1964" actId="20577"/>
          <ac:spMkLst>
            <pc:docMk/>
            <pc:sldMk cId="959801221" sldId="277"/>
            <ac:spMk id="5" creationId="{35A08FDA-E2DD-19D8-F0A9-EC46A80D542F}"/>
          </ac:spMkLst>
        </pc:spChg>
        <pc:spChg chg="mod">
          <ac:chgData name="이 은찬" userId="7171d596-a1e6-43c2-b263-57fdfdab9399" providerId="ADAL" clId="{84B8E845-A624-4E7E-AAB1-DF2C16F97486}" dt="2026-10-03T03:33:31.300" v="1849"/>
          <ac:spMkLst>
            <pc:docMk/>
            <pc:sldMk cId="959801221" sldId="277"/>
            <ac:spMk id="6" creationId="{1B247B4E-2791-177E-A211-F06412EC845C}"/>
          </ac:spMkLst>
        </pc:spChg>
        <pc:spChg chg="mod">
          <ac:chgData name="이 은찬" userId="7171d596-a1e6-43c2-b263-57fdfdab9399" providerId="ADAL" clId="{84B8E845-A624-4E7E-AAB1-DF2C16F97486}" dt="2026-10-03T03:36:29.693" v="2070" actId="20577"/>
          <ac:spMkLst>
            <pc:docMk/>
            <pc:sldMk cId="959801221" sldId="277"/>
            <ac:spMk id="7" creationId="{D42D438A-7F06-1CD1-DA26-FFBA09B48F7F}"/>
          </ac:spMkLst>
        </pc:spChg>
        <pc:spChg chg="mod">
          <ac:chgData name="이 은찬" userId="7171d596-a1e6-43c2-b263-57fdfdab9399" providerId="ADAL" clId="{84B8E845-A624-4E7E-AAB1-DF2C16F97486}" dt="2026-10-03T03:32:45.302" v="1844"/>
          <ac:spMkLst>
            <pc:docMk/>
            <pc:sldMk cId="959801221" sldId="277"/>
            <ac:spMk id="8" creationId="{00000000-0000-0000-0000-000000000000}"/>
          </ac:spMkLst>
        </pc:spChg>
        <pc:spChg chg="add mod">
          <ac:chgData name="이 은찬" userId="7171d596-a1e6-43c2-b263-57fdfdab9399" providerId="ADAL" clId="{84B8E845-A624-4E7E-AAB1-DF2C16F97486}" dt="2026-10-03T03:37:20.657" v="2072"/>
          <ac:spMkLst>
            <pc:docMk/>
            <pc:sldMk cId="959801221" sldId="277"/>
            <ac:spMk id="11" creationId="{40A4C2EC-6ED7-EF9C-D790-2A01A1120AF8}"/>
          </ac:spMkLst>
        </pc:spChg>
        <pc:spChg chg="mod">
          <ac:chgData name="이 은찬" userId="7171d596-a1e6-43c2-b263-57fdfdab9399" providerId="ADAL" clId="{84B8E845-A624-4E7E-AAB1-DF2C16F97486}" dt="2026-10-03T03:45:24.698" v="2276" actId="20577"/>
          <ac:spMkLst>
            <pc:docMk/>
            <pc:sldMk cId="959801221" sldId="277"/>
            <ac:spMk id="15" creationId="{B23A71EE-1E52-98B7-A287-E26337A899E4}"/>
          </ac:spMkLst>
        </pc:spChg>
        <pc:spChg chg="mod">
          <ac:chgData name="이 은찬" userId="7171d596-a1e6-43c2-b263-57fdfdab9399" providerId="ADAL" clId="{84B8E845-A624-4E7E-AAB1-DF2C16F97486}" dt="2026-10-03T05:29:47.131" v="3994" actId="207"/>
          <ac:spMkLst>
            <pc:docMk/>
            <pc:sldMk cId="959801221" sldId="277"/>
            <ac:spMk id="16" creationId="{20C6C91A-8568-BDC8-4F94-76165AA868B6}"/>
          </ac:spMkLst>
        </pc:spChg>
        <pc:spChg chg="mod">
          <ac:chgData name="이 은찬" userId="7171d596-a1e6-43c2-b263-57fdfdab9399" providerId="ADAL" clId="{84B8E845-A624-4E7E-AAB1-DF2C16F97486}" dt="2026-10-03T05:29:51.947" v="3995" actId="14100"/>
          <ac:spMkLst>
            <pc:docMk/>
            <pc:sldMk cId="959801221" sldId="277"/>
            <ac:spMk id="17" creationId="{BF9F6B7E-69C6-44E6-88BA-FCBA6F2267F5}"/>
          </ac:spMkLst>
        </pc:spChg>
        <pc:spChg chg="add">
          <ac:chgData name="이 은찬" userId="7171d596-a1e6-43c2-b263-57fdfdab9399" providerId="ADAL" clId="{84B8E845-A624-4E7E-AAB1-DF2C16F97486}" dt="2026-10-03T03:41:38.428" v="2219"/>
          <ac:spMkLst>
            <pc:docMk/>
            <pc:sldMk cId="959801221" sldId="277"/>
            <ac:spMk id="18" creationId="{41C0C307-4E8C-D4B9-A4BD-300B2CF610DB}"/>
          </ac:spMkLst>
        </pc:spChg>
        <pc:spChg chg="add mod">
          <ac:chgData name="이 은찬" userId="7171d596-a1e6-43c2-b263-57fdfdab9399" providerId="ADAL" clId="{84B8E845-A624-4E7E-AAB1-DF2C16F97486}" dt="2026-10-03T05:29:56.082" v="3996" actId="208"/>
          <ac:spMkLst>
            <pc:docMk/>
            <pc:sldMk cId="959801221" sldId="277"/>
            <ac:spMk id="20" creationId="{779ACC18-372B-2603-8125-7B2C60DED3FB}"/>
          </ac:spMkLst>
        </pc:spChg>
        <pc:spChg chg="add">
          <ac:chgData name="이 은찬" userId="7171d596-a1e6-43c2-b263-57fdfdab9399" providerId="ADAL" clId="{84B8E845-A624-4E7E-AAB1-DF2C16F97486}" dt="2026-10-03T03:44:15.673" v="2238"/>
          <ac:spMkLst>
            <pc:docMk/>
            <pc:sldMk cId="959801221" sldId="277"/>
            <ac:spMk id="21" creationId="{06BE3927-9F85-2688-BF43-87C3BE3C2D0F}"/>
          </ac:spMkLst>
        </pc:spChg>
        <pc:spChg chg="add mod">
          <ac:chgData name="이 은찬" userId="7171d596-a1e6-43c2-b263-57fdfdab9399" providerId="ADAL" clId="{84B8E845-A624-4E7E-AAB1-DF2C16F97486}" dt="2026-10-03T03:46:21.904" v="2369" actId="20577"/>
          <ac:spMkLst>
            <pc:docMk/>
            <pc:sldMk cId="959801221" sldId="277"/>
            <ac:spMk id="23" creationId="{31DFE897-9EF6-0FEF-BFCE-6BAC1355BBF7}"/>
          </ac:spMkLst>
        </pc:spChg>
        <pc:grpChg chg="add del mod">
          <ac:chgData name="이 은찬" userId="7171d596-a1e6-43c2-b263-57fdfdab9399" providerId="ADAL" clId="{84B8E845-A624-4E7E-AAB1-DF2C16F97486}" dt="2026-10-03T03:37:16.784" v="2071" actId="478"/>
          <ac:grpSpMkLst>
            <pc:docMk/>
            <pc:sldMk cId="959801221" sldId="277"/>
            <ac:grpSpMk id="3" creationId="{25DEE451-3075-573C-4202-BA4AC47B967A}"/>
          </ac:grpSpMkLst>
        </pc:grpChg>
        <pc:grpChg chg="mod">
          <ac:chgData name="이 은찬" userId="7171d596-a1e6-43c2-b263-57fdfdab9399" providerId="ADAL" clId="{84B8E845-A624-4E7E-AAB1-DF2C16F97486}" dt="2026-10-03T03:33:31.300" v="1849"/>
          <ac:grpSpMkLst>
            <pc:docMk/>
            <pc:sldMk cId="959801221" sldId="277"/>
            <ac:grpSpMk id="4" creationId="{74876BB6-1A36-112F-C40F-64503B2F73DC}"/>
          </ac:grpSpMkLst>
        </pc:grpChg>
        <pc:grpChg chg="add mod">
          <ac:chgData name="이 은찬" userId="7171d596-a1e6-43c2-b263-57fdfdab9399" providerId="ADAL" clId="{84B8E845-A624-4E7E-AAB1-DF2C16F97486}" dt="2026-10-03T03:37:25.452" v="2073"/>
          <ac:grpSpMkLst>
            <pc:docMk/>
            <pc:sldMk cId="959801221" sldId="277"/>
            <ac:grpSpMk id="13" creationId="{51D84E5A-6783-8811-184F-E76B7E2124FB}"/>
          </ac:grpSpMkLst>
        </pc:grpChg>
        <pc:grpChg chg="mod">
          <ac:chgData name="이 은찬" userId="7171d596-a1e6-43c2-b263-57fdfdab9399" providerId="ADAL" clId="{84B8E845-A624-4E7E-AAB1-DF2C16F97486}" dt="2026-10-03T03:37:25.452" v="2073"/>
          <ac:grpSpMkLst>
            <pc:docMk/>
            <pc:sldMk cId="959801221" sldId="277"/>
            <ac:grpSpMk id="14" creationId="{B1A69CEC-8D14-983A-3A63-AA5D4E93B377}"/>
          </ac:grpSpMkLst>
        </pc:grpChg>
        <pc:picChg chg="add del mod modCrop">
          <ac:chgData name="이 은찬" userId="7171d596-a1e6-43c2-b263-57fdfdab9399" providerId="ADAL" clId="{84B8E845-A624-4E7E-AAB1-DF2C16F97486}" dt="2026-10-03T03:42:36.813" v="2233" actId="14100"/>
          <ac:picMkLst>
            <pc:docMk/>
            <pc:sldMk cId="959801221" sldId="277"/>
            <ac:picMk id="19" creationId="{CE12420A-C697-7461-8B1E-27DB346692D3}"/>
          </ac:picMkLst>
        </pc:picChg>
        <pc:picChg chg="add mod modCrop">
          <ac:chgData name="이 은찬" userId="7171d596-a1e6-43c2-b263-57fdfdab9399" providerId="ADAL" clId="{84B8E845-A624-4E7E-AAB1-DF2C16F97486}" dt="2026-10-03T03:45:01.245" v="2247" actId="732"/>
          <ac:picMkLst>
            <pc:docMk/>
            <pc:sldMk cId="959801221" sldId="277"/>
            <ac:picMk id="22" creationId="{539A5A42-F901-BC8B-82DB-F0BE9DDDCAAD}"/>
          </ac:picMkLst>
        </pc:picChg>
      </pc:sldChg>
      <pc:sldChg chg="addSp delSp modSp add del mod">
        <pc:chgData name="이 은찬" userId="7171d596-a1e6-43c2-b263-57fdfdab9399" providerId="ADAL" clId="{84B8E845-A624-4E7E-AAB1-DF2C16F97486}" dt="2026-10-03T04:08:11.136" v="2996" actId="47"/>
        <pc:sldMkLst>
          <pc:docMk/>
          <pc:sldMk cId="2725197688" sldId="278"/>
        </pc:sldMkLst>
        <pc:spChg chg="mod">
          <ac:chgData name="이 은찬" userId="7171d596-a1e6-43c2-b263-57fdfdab9399" providerId="ADAL" clId="{84B8E845-A624-4E7E-AAB1-DF2C16F97486}" dt="2026-10-03T03:47:07.330" v="2372"/>
          <ac:spMkLst>
            <pc:docMk/>
            <pc:sldMk cId="2725197688" sldId="278"/>
            <ac:spMk id="2" creationId="{00000000-0000-0000-0000-000000000000}"/>
          </ac:spMkLst>
        </pc:spChg>
        <pc:spChg chg="del">
          <ac:chgData name="이 은찬" userId="7171d596-a1e6-43c2-b263-57fdfdab9399" providerId="ADAL" clId="{84B8E845-A624-4E7E-AAB1-DF2C16F97486}" dt="2026-10-03T03:51:14.228" v="2492" actId="478"/>
          <ac:spMkLst>
            <pc:docMk/>
            <pc:sldMk cId="2725197688" sldId="278"/>
            <ac:spMk id="11" creationId="{85C1EBB4-E1E7-1D50-20DE-C572F9829AF7}"/>
          </ac:spMkLst>
        </pc:spChg>
        <pc:spChg chg="mod">
          <ac:chgData name="이 은찬" userId="7171d596-a1e6-43c2-b263-57fdfdab9399" providerId="ADAL" clId="{84B8E845-A624-4E7E-AAB1-DF2C16F97486}" dt="2026-10-03T03:48:19.835" v="2490" actId="20577"/>
          <ac:spMkLst>
            <pc:docMk/>
            <pc:sldMk cId="2725197688" sldId="278"/>
            <ac:spMk id="13" creationId="{D9F06D93-4C47-E8FF-5418-2A48297F89E1}"/>
          </ac:spMkLst>
        </pc:spChg>
        <pc:spChg chg="mod">
          <ac:chgData name="이 은찬" userId="7171d596-a1e6-43c2-b263-57fdfdab9399" providerId="ADAL" clId="{84B8E845-A624-4E7E-AAB1-DF2C16F97486}" dt="2026-10-03T03:47:48.699" v="2405"/>
          <ac:spMkLst>
            <pc:docMk/>
            <pc:sldMk cId="2725197688" sldId="278"/>
            <ac:spMk id="14" creationId="{086689F8-2685-3202-FA56-5032E39A104A}"/>
          </ac:spMkLst>
        </pc:spChg>
        <pc:spChg chg="mod">
          <ac:chgData name="이 은찬" userId="7171d596-a1e6-43c2-b263-57fdfdab9399" providerId="ADAL" clId="{84B8E845-A624-4E7E-AAB1-DF2C16F97486}" dt="2026-10-03T03:47:55.735" v="2407" actId="20577"/>
          <ac:spMkLst>
            <pc:docMk/>
            <pc:sldMk cId="2725197688" sldId="278"/>
            <ac:spMk id="15" creationId="{3D4FFB20-9F87-1FB4-7F61-3C39161F3872}"/>
          </ac:spMkLst>
        </pc:spChg>
        <pc:spChg chg="add del mod">
          <ac:chgData name="이 은찬" userId="7171d596-a1e6-43c2-b263-57fdfdab9399" providerId="ADAL" clId="{84B8E845-A624-4E7E-AAB1-DF2C16F97486}" dt="2026-10-03T03:54:16.621" v="2671" actId="478"/>
          <ac:spMkLst>
            <pc:docMk/>
            <pc:sldMk cId="2725197688" sldId="278"/>
            <ac:spMk id="16" creationId="{0752EF18-6465-70C2-0777-6F13958EE6AB}"/>
          </ac:spMkLst>
        </pc:spChg>
        <pc:spChg chg="add">
          <ac:chgData name="이 은찬" userId="7171d596-a1e6-43c2-b263-57fdfdab9399" providerId="ADAL" clId="{84B8E845-A624-4E7E-AAB1-DF2C16F97486}" dt="2026-10-03T03:54:18.214" v="2672"/>
          <ac:spMkLst>
            <pc:docMk/>
            <pc:sldMk cId="2725197688" sldId="278"/>
            <ac:spMk id="17" creationId="{9AD86FAE-E7F9-4817-911A-DBB82789722A}"/>
          </ac:spMkLst>
        </pc:spChg>
        <pc:spChg chg="add mod ord">
          <ac:chgData name="이 은찬" userId="7171d596-a1e6-43c2-b263-57fdfdab9399" providerId="ADAL" clId="{84B8E845-A624-4E7E-AAB1-DF2C16F97486}" dt="2026-10-03T04:06:06.794" v="2981" actId="1038"/>
          <ac:spMkLst>
            <pc:docMk/>
            <pc:sldMk cId="2725197688" sldId="278"/>
            <ac:spMk id="19" creationId="{D63D451C-63B7-BFAB-B19B-06A2620A96C3}"/>
          </ac:spMkLst>
        </pc:spChg>
        <pc:spChg chg="add del mod">
          <ac:chgData name="이 은찬" userId="7171d596-a1e6-43c2-b263-57fdfdab9399" providerId="ADAL" clId="{84B8E845-A624-4E7E-AAB1-DF2C16F97486}" dt="2026-10-03T03:58:07.213" v="2704" actId="478"/>
          <ac:spMkLst>
            <pc:docMk/>
            <pc:sldMk cId="2725197688" sldId="278"/>
            <ac:spMk id="20" creationId="{554768E9-2BD9-9FD3-54B3-FA8F86145AAF}"/>
          </ac:spMkLst>
        </pc:spChg>
        <pc:spChg chg="add mod ord">
          <ac:chgData name="이 은찬" userId="7171d596-a1e6-43c2-b263-57fdfdab9399" providerId="ADAL" clId="{84B8E845-A624-4E7E-AAB1-DF2C16F97486}" dt="2026-10-03T04:06:20.983" v="2990" actId="408"/>
          <ac:spMkLst>
            <pc:docMk/>
            <pc:sldMk cId="2725197688" sldId="278"/>
            <ac:spMk id="21" creationId="{C3C695BF-A573-141F-2DB7-77B77F5725CD}"/>
          </ac:spMkLst>
        </pc:spChg>
        <pc:spChg chg="add mod ord">
          <ac:chgData name="이 은찬" userId="7171d596-a1e6-43c2-b263-57fdfdab9399" providerId="ADAL" clId="{84B8E845-A624-4E7E-AAB1-DF2C16F97486}" dt="2026-10-03T04:06:20.983" v="2990" actId="408"/>
          <ac:spMkLst>
            <pc:docMk/>
            <pc:sldMk cId="2725197688" sldId="278"/>
            <ac:spMk id="22" creationId="{E6A5D4C4-09DC-8C2F-4D52-EE065BFFB41E}"/>
          </ac:spMkLst>
        </pc:spChg>
        <pc:spChg chg="add mod ord">
          <ac:chgData name="이 은찬" userId="7171d596-a1e6-43c2-b263-57fdfdab9399" providerId="ADAL" clId="{84B8E845-A624-4E7E-AAB1-DF2C16F97486}" dt="2026-10-03T04:06:20.983" v="2990" actId="408"/>
          <ac:spMkLst>
            <pc:docMk/>
            <pc:sldMk cId="2725197688" sldId="278"/>
            <ac:spMk id="23" creationId="{7F368E7E-0DB4-62CD-4491-C91BB7B38A83}"/>
          </ac:spMkLst>
        </pc:spChg>
        <pc:spChg chg="add mod ord">
          <ac:chgData name="이 은찬" userId="7171d596-a1e6-43c2-b263-57fdfdab9399" providerId="ADAL" clId="{84B8E845-A624-4E7E-AAB1-DF2C16F97486}" dt="2026-10-03T04:06:13.051" v="2989" actId="1038"/>
          <ac:spMkLst>
            <pc:docMk/>
            <pc:sldMk cId="2725197688" sldId="278"/>
            <ac:spMk id="25" creationId="{B8B15DA6-6B00-ED01-D74E-8D1E0F98A31B}"/>
          </ac:spMkLst>
        </pc:spChg>
        <pc:spChg chg="del">
          <ac:chgData name="이 은찬" userId="7171d596-a1e6-43c2-b263-57fdfdab9399" providerId="ADAL" clId="{84B8E845-A624-4E7E-AAB1-DF2C16F97486}" dt="2026-10-03T03:54:46.693" v="2679" actId="478"/>
          <ac:spMkLst>
            <pc:docMk/>
            <pc:sldMk cId="2725197688" sldId="278"/>
            <ac:spMk id="28" creationId="{F9DCDCF8-F5B8-DA68-BA50-46B55A00AE18}"/>
          </ac:spMkLst>
        </pc:spChg>
        <pc:grpChg chg="del">
          <ac:chgData name="이 은찬" userId="7171d596-a1e6-43c2-b263-57fdfdab9399" providerId="ADAL" clId="{84B8E845-A624-4E7E-AAB1-DF2C16F97486}" dt="2026-10-03T03:47:48.324" v="2404" actId="478"/>
          <ac:grpSpMkLst>
            <pc:docMk/>
            <pc:sldMk cId="2725197688" sldId="278"/>
            <ac:grpSpMk id="4" creationId="{62981F9E-D36F-D0A9-4E5D-A1B944E73136}"/>
          </ac:grpSpMkLst>
        </pc:grpChg>
        <pc:grpChg chg="add mod">
          <ac:chgData name="이 은찬" userId="7171d596-a1e6-43c2-b263-57fdfdab9399" providerId="ADAL" clId="{84B8E845-A624-4E7E-AAB1-DF2C16F97486}" dt="2026-10-03T03:47:48.699" v="2405"/>
          <ac:grpSpMkLst>
            <pc:docMk/>
            <pc:sldMk cId="2725197688" sldId="278"/>
            <ac:grpSpMk id="10" creationId="{69426EDB-17CE-47A5-F3C1-9534E512EE6C}"/>
          </ac:grpSpMkLst>
        </pc:grpChg>
        <pc:grpChg chg="mod">
          <ac:chgData name="이 은찬" userId="7171d596-a1e6-43c2-b263-57fdfdab9399" providerId="ADAL" clId="{84B8E845-A624-4E7E-AAB1-DF2C16F97486}" dt="2026-10-03T03:47:48.699" v="2405"/>
          <ac:grpSpMkLst>
            <pc:docMk/>
            <pc:sldMk cId="2725197688" sldId="278"/>
            <ac:grpSpMk id="12" creationId="{A119DCEE-4F9A-8693-6F5E-A38F28CF86A1}"/>
          </ac:grpSpMkLst>
        </pc:grpChg>
        <pc:picChg chg="add mod modCrop">
          <ac:chgData name="이 은찬" userId="7171d596-a1e6-43c2-b263-57fdfdab9399" providerId="ADAL" clId="{84B8E845-A624-4E7E-AAB1-DF2C16F97486}" dt="2026-10-03T03:55:33.173" v="2685" actId="14100"/>
          <ac:picMkLst>
            <pc:docMk/>
            <pc:sldMk cId="2725197688" sldId="278"/>
            <ac:picMk id="18" creationId="{F17B63BB-4107-B07C-F7DA-B3181B1DCCC4}"/>
          </ac:picMkLst>
        </pc:picChg>
        <pc:picChg chg="del">
          <ac:chgData name="이 은찬" userId="7171d596-a1e6-43c2-b263-57fdfdab9399" providerId="ADAL" clId="{84B8E845-A624-4E7E-AAB1-DF2C16F97486}" dt="2026-10-03T03:51:13.272" v="2491" actId="478"/>
          <ac:picMkLst>
            <pc:docMk/>
            <pc:sldMk cId="2725197688" sldId="278"/>
            <ac:picMk id="24" creationId="{02E54112-1E19-CCC0-E200-0A28C9059A07}"/>
          </ac:picMkLst>
        </pc:picChg>
      </pc:sldChg>
      <pc:sldChg chg="addSp delSp modSp add mod">
        <pc:chgData name="이 은찬" userId="7171d596-a1e6-43c2-b263-57fdfdab9399" providerId="ADAL" clId="{84B8E845-A624-4E7E-AAB1-DF2C16F97486}" dt="2026-10-03T05:06:21.287" v="3746" actId="1076"/>
        <pc:sldMkLst>
          <pc:docMk/>
          <pc:sldMk cId="1345329290" sldId="279"/>
        </pc:sldMkLst>
        <pc:spChg chg="add mod">
          <ac:chgData name="이 은찬" userId="7171d596-a1e6-43c2-b263-57fdfdab9399" providerId="ADAL" clId="{84B8E845-A624-4E7E-AAB1-DF2C16F97486}" dt="2026-10-03T04:30:53.084" v="3457" actId="1035"/>
          <ac:spMkLst>
            <pc:docMk/>
            <pc:sldMk cId="1345329290" sldId="279"/>
            <ac:spMk id="2" creationId="{BD2BA96E-A503-E600-DCB9-64F97FC65F5D}"/>
          </ac:spMkLst>
        </pc:spChg>
        <pc:spChg chg="mod">
          <ac:chgData name="이 은찬" userId="7171d596-a1e6-43c2-b263-57fdfdab9399" providerId="ADAL" clId="{84B8E845-A624-4E7E-AAB1-DF2C16F97486}" dt="2026-10-03T04:30:53.084" v="3457" actId="1035"/>
          <ac:spMkLst>
            <pc:docMk/>
            <pc:sldMk cId="1345329290" sldId="279"/>
            <ac:spMk id="3" creationId="{9B7CF3A5-02F4-467E-1443-5C318ABEE8D7}"/>
          </ac:spMkLst>
        </pc:spChg>
        <pc:spChg chg="add">
          <ac:chgData name="이 은찬" userId="7171d596-a1e6-43c2-b263-57fdfdab9399" providerId="ADAL" clId="{84B8E845-A624-4E7E-AAB1-DF2C16F97486}" dt="2026-10-03T04:19:14.242" v="3184"/>
          <ac:spMkLst>
            <pc:docMk/>
            <pc:sldMk cId="1345329290" sldId="279"/>
            <ac:spMk id="5" creationId="{4ABE1C99-AF39-8328-8F45-94468AED8658}"/>
          </ac:spMkLst>
        </pc:spChg>
        <pc:spChg chg="add">
          <ac:chgData name="이 은찬" userId="7171d596-a1e6-43c2-b263-57fdfdab9399" providerId="ADAL" clId="{84B8E845-A624-4E7E-AAB1-DF2C16F97486}" dt="2026-10-03T04:21:52.362" v="3210"/>
          <ac:spMkLst>
            <pc:docMk/>
            <pc:sldMk cId="1345329290" sldId="279"/>
            <ac:spMk id="7" creationId="{1AAF3367-91DB-1033-DBC2-99BCC47C9F54}"/>
          </ac:spMkLst>
        </pc:spChg>
        <pc:spChg chg="add">
          <ac:chgData name="이 은찬" userId="7171d596-a1e6-43c2-b263-57fdfdab9399" providerId="ADAL" clId="{84B8E845-A624-4E7E-AAB1-DF2C16F97486}" dt="2026-10-03T04:24:41.875" v="3262"/>
          <ac:spMkLst>
            <pc:docMk/>
            <pc:sldMk cId="1345329290" sldId="279"/>
            <ac:spMk id="11" creationId="{57FF6210-B2B6-F7CB-B38F-0A1DCAD9FAEC}"/>
          </ac:spMkLst>
        </pc:spChg>
        <pc:spChg chg="add mod">
          <ac:chgData name="이 은찬" userId="7171d596-a1e6-43c2-b263-57fdfdab9399" providerId="ADAL" clId="{84B8E845-A624-4E7E-AAB1-DF2C16F97486}" dt="2026-10-03T05:06:21.287" v="3746" actId="1076"/>
          <ac:spMkLst>
            <pc:docMk/>
            <pc:sldMk cId="1345329290" sldId="279"/>
            <ac:spMk id="17" creationId="{0F69B248-1DA2-0830-8560-4D249201B6E7}"/>
          </ac:spMkLst>
        </pc:spChg>
        <pc:picChg chg="del">
          <ac:chgData name="이 은찬" userId="7171d596-a1e6-43c2-b263-57fdfdab9399" providerId="ADAL" clId="{84B8E845-A624-4E7E-AAB1-DF2C16F97486}" dt="2026-10-03T04:18:08.681" v="3171" actId="478"/>
          <ac:picMkLst>
            <pc:docMk/>
            <pc:sldMk cId="1345329290" sldId="279"/>
            <ac:picMk id="4" creationId="{C40A784B-04E8-7C48-1F22-7B2AD1BFCDFE}"/>
          </ac:picMkLst>
        </pc:picChg>
        <pc:picChg chg="add mod">
          <ac:chgData name="이 은찬" userId="7171d596-a1e6-43c2-b263-57fdfdab9399" providerId="ADAL" clId="{84B8E845-A624-4E7E-AAB1-DF2C16F97486}" dt="2026-10-03T04:30:39.354" v="3452" actId="1076"/>
          <ac:picMkLst>
            <pc:docMk/>
            <pc:sldMk cId="1345329290" sldId="279"/>
            <ac:picMk id="6" creationId="{6520D954-91D7-A924-485A-EE52AEC0CE35}"/>
          </ac:picMkLst>
        </pc:picChg>
        <pc:picChg chg="add del mod">
          <ac:chgData name="이 은찬" userId="7171d596-a1e6-43c2-b263-57fdfdab9399" providerId="ADAL" clId="{84B8E845-A624-4E7E-AAB1-DF2C16F97486}" dt="2026-10-03T04:24:40.748" v="3261" actId="478"/>
          <ac:picMkLst>
            <pc:docMk/>
            <pc:sldMk cId="1345329290" sldId="279"/>
            <ac:picMk id="10" creationId="{63BA9F1B-083C-BD80-D647-C656A3B436D0}"/>
          </ac:picMkLst>
        </pc:picChg>
        <pc:picChg chg="add del mod">
          <ac:chgData name="이 은찬" userId="7171d596-a1e6-43c2-b263-57fdfdab9399" providerId="ADAL" clId="{84B8E845-A624-4E7E-AAB1-DF2C16F97486}" dt="2026-10-03T04:25:42.834" v="3274" actId="478"/>
          <ac:picMkLst>
            <pc:docMk/>
            <pc:sldMk cId="1345329290" sldId="279"/>
            <ac:picMk id="12" creationId="{1F44845F-5D9A-28AD-F5E4-26BFD7FF1FF5}"/>
          </ac:picMkLst>
        </pc:picChg>
        <pc:picChg chg="add del mod modCrop">
          <ac:chgData name="이 은찬" userId="7171d596-a1e6-43c2-b263-57fdfdab9399" providerId="ADAL" clId="{84B8E845-A624-4E7E-AAB1-DF2C16F97486}" dt="2026-10-03T04:30:15.307" v="3440" actId="478"/>
          <ac:picMkLst>
            <pc:docMk/>
            <pc:sldMk cId="1345329290" sldId="279"/>
            <ac:picMk id="14" creationId="{28934772-34B4-C5F4-4957-91A18E1376A7}"/>
          </ac:picMkLst>
        </pc:picChg>
        <pc:picChg chg="add del mod">
          <ac:chgData name="이 은찬" userId="7171d596-a1e6-43c2-b263-57fdfdab9399" providerId="ADAL" clId="{84B8E845-A624-4E7E-AAB1-DF2C16F97486}" dt="2026-10-03T04:33:26.009" v="3464" actId="478"/>
          <ac:picMkLst>
            <pc:docMk/>
            <pc:sldMk cId="1345329290" sldId="279"/>
            <ac:picMk id="16" creationId="{57C062DD-EC04-768C-4514-C219D0E54EFC}"/>
          </ac:picMkLst>
        </pc:picChg>
      </pc:sldChg>
      <pc:sldChg chg="add del setBg">
        <pc:chgData name="이 은찬" userId="7171d596-a1e6-43c2-b263-57fdfdab9399" providerId="ADAL" clId="{84B8E845-A624-4E7E-AAB1-DF2C16F97486}" dt="2026-10-03T04:48:18.797" v="3731" actId="47"/>
        <pc:sldMkLst>
          <pc:docMk/>
          <pc:sldMk cId="42283165" sldId="280"/>
        </pc:sldMkLst>
      </pc:sldChg>
      <pc:sldChg chg="addSp delSp modSp add del mod">
        <pc:chgData name="이 은찬" userId="7171d596-a1e6-43c2-b263-57fdfdab9399" providerId="ADAL" clId="{84B8E845-A624-4E7E-AAB1-DF2C16F97486}" dt="2026-10-03T04:52:51.034" v="3732" actId="47"/>
        <pc:sldMkLst>
          <pc:docMk/>
          <pc:sldMk cId="3275416914" sldId="281"/>
        </pc:sldMkLst>
        <pc:spChg chg="mod">
          <ac:chgData name="이 은찬" userId="7171d596-a1e6-43c2-b263-57fdfdab9399" providerId="ADAL" clId="{84B8E845-A624-4E7E-AAB1-DF2C16F97486}" dt="2026-10-03T04:38:11.486" v="3561" actId="20577"/>
          <ac:spMkLst>
            <pc:docMk/>
            <pc:sldMk cId="3275416914" sldId="281"/>
            <ac:spMk id="2" creationId="{00000000-0000-0000-0000-000000000000}"/>
          </ac:spMkLst>
        </pc:spChg>
        <pc:spChg chg="add del">
          <ac:chgData name="이 은찬" userId="7171d596-a1e6-43c2-b263-57fdfdab9399" providerId="ADAL" clId="{84B8E845-A624-4E7E-AAB1-DF2C16F97486}" dt="2026-10-03T04:38:29.307" v="3563" actId="478"/>
          <ac:spMkLst>
            <pc:docMk/>
            <pc:sldMk cId="3275416914" sldId="281"/>
            <ac:spMk id="3" creationId="{00000000-0000-0000-0000-000000000000}"/>
          </ac:spMkLst>
        </pc:spChg>
        <pc:spChg chg="add del">
          <ac:chgData name="이 은찬" userId="7171d596-a1e6-43c2-b263-57fdfdab9399" providerId="ADAL" clId="{84B8E845-A624-4E7E-AAB1-DF2C16F97486}" dt="2026-10-03T04:38:35.618" v="3564" actId="478"/>
          <ac:spMkLst>
            <pc:docMk/>
            <pc:sldMk cId="3275416914" sldId="281"/>
            <ac:spMk id="10" creationId="{C9F175F2-0079-42FA-10BC-34AC17FF1E12}"/>
          </ac:spMkLst>
        </pc:spChg>
        <pc:spChg chg="add mod">
          <ac:chgData name="이 은찬" userId="7171d596-a1e6-43c2-b263-57fdfdab9399" providerId="ADAL" clId="{84B8E845-A624-4E7E-AAB1-DF2C16F97486}" dt="2026-10-03T04:46:28.519" v="3718" actId="207"/>
          <ac:spMkLst>
            <pc:docMk/>
            <pc:sldMk cId="3275416914" sldId="281"/>
            <ac:spMk id="12" creationId="{3DAE1B6D-2CFA-3FDE-A7CF-200573EE8BB4}"/>
          </ac:spMkLst>
        </pc:spChg>
        <pc:spChg chg="add del">
          <ac:chgData name="이 은찬" userId="7171d596-a1e6-43c2-b263-57fdfdab9399" providerId="ADAL" clId="{84B8E845-A624-4E7E-AAB1-DF2C16F97486}" dt="2026-10-03T04:38:39.739" v="3566" actId="478"/>
          <ac:spMkLst>
            <pc:docMk/>
            <pc:sldMk cId="3275416914" sldId="281"/>
            <ac:spMk id="23" creationId="{B4A21C59-1C12-E2A6-960F-312D7CC901C7}"/>
          </ac:spMkLst>
        </pc:spChg>
        <pc:spChg chg="add mod">
          <ac:chgData name="이 은찬" userId="7171d596-a1e6-43c2-b263-57fdfdab9399" providerId="ADAL" clId="{84B8E845-A624-4E7E-AAB1-DF2C16F97486}" dt="2026-10-03T04:47:30.663" v="3730" actId="14100"/>
          <ac:spMkLst>
            <pc:docMk/>
            <pc:sldMk cId="3275416914" sldId="281"/>
            <ac:spMk id="24" creationId="{FCCE56FD-297A-849A-2BAD-510D32732CC6}"/>
          </ac:spMkLst>
        </pc:spChg>
        <pc:spChg chg="add mod">
          <ac:chgData name="이 은찬" userId="7171d596-a1e6-43c2-b263-57fdfdab9399" providerId="ADAL" clId="{84B8E845-A624-4E7E-AAB1-DF2C16F97486}" dt="2026-10-03T04:46:55.388" v="3721" actId="207"/>
          <ac:spMkLst>
            <pc:docMk/>
            <pc:sldMk cId="3275416914" sldId="281"/>
            <ac:spMk id="25" creationId="{189F49E4-04B5-DB26-6C32-073C067E8E55}"/>
          </ac:spMkLst>
        </pc:spChg>
        <pc:spChg chg="add mod">
          <ac:chgData name="이 은찬" userId="7171d596-a1e6-43c2-b263-57fdfdab9399" providerId="ADAL" clId="{84B8E845-A624-4E7E-AAB1-DF2C16F97486}" dt="2026-10-03T04:44:47.046" v="3672" actId="403"/>
          <ac:spMkLst>
            <pc:docMk/>
            <pc:sldMk cId="3275416914" sldId="281"/>
            <ac:spMk id="26" creationId="{02118CC7-83D2-D9CC-5A11-52970237AD5C}"/>
          </ac:spMkLst>
        </pc:spChg>
        <pc:spChg chg="add mod">
          <ac:chgData name="이 은찬" userId="7171d596-a1e6-43c2-b263-57fdfdab9399" providerId="ADAL" clId="{84B8E845-A624-4E7E-AAB1-DF2C16F97486}" dt="2026-10-03T04:46:45.330" v="3720" actId="207"/>
          <ac:spMkLst>
            <pc:docMk/>
            <pc:sldMk cId="3275416914" sldId="281"/>
            <ac:spMk id="27" creationId="{182A27A4-3F2B-5BF1-7E7D-A1C0E3FEF3FE}"/>
          </ac:spMkLst>
        </pc:spChg>
        <pc:spChg chg="add mod">
          <ac:chgData name="이 은찬" userId="7171d596-a1e6-43c2-b263-57fdfdab9399" providerId="ADAL" clId="{84B8E845-A624-4E7E-AAB1-DF2C16F97486}" dt="2026-10-03T04:47:19.053" v="3729" actId="20577"/>
          <ac:spMkLst>
            <pc:docMk/>
            <pc:sldMk cId="3275416914" sldId="281"/>
            <ac:spMk id="28" creationId="{236F3397-5680-7E47-CA05-0EE0B2A0315F}"/>
          </ac:spMkLst>
        </pc:spChg>
        <pc:spChg chg="add mod">
          <ac:chgData name="이 은찬" userId="7171d596-a1e6-43c2-b263-57fdfdab9399" providerId="ADAL" clId="{84B8E845-A624-4E7E-AAB1-DF2C16F97486}" dt="2026-10-03T04:44:01.560" v="3634" actId="20577"/>
          <ac:spMkLst>
            <pc:docMk/>
            <pc:sldMk cId="3275416914" sldId="281"/>
            <ac:spMk id="29" creationId="{7BC62C5B-7AB0-D4E6-9D76-244A6FEB57D7}"/>
          </ac:spMkLst>
        </pc:spChg>
        <pc:spChg chg="add mod">
          <ac:chgData name="이 은찬" userId="7171d596-a1e6-43c2-b263-57fdfdab9399" providerId="ADAL" clId="{84B8E845-A624-4E7E-AAB1-DF2C16F97486}" dt="2026-10-03T04:47:15.934" v="3726" actId="20577"/>
          <ac:spMkLst>
            <pc:docMk/>
            <pc:sldMk cId="3275416914" sldId="281"/>
            <ac:spMk id="30" creationId="{29BCB23A-8076-7A4D-444F-E2B5469B25D7}"/>
          </ac:spMkLst>
        </pc:spChg>
        <pc:spChg chg="add mod">
          <ac:chgData name="이 은찬" userId="7171d596-a1e6-43c2-b263-57fdfdab9399" providerId="ADAL" clId="{84B8E845-A624-4E7E-AAB1-DF2C16F97486}" dt="2026-10-03T04:44:05.677" v="3644" actId="20577"/>
          <ac:spMkLst>
            <pc:docMk/>
            <pc:sldMk cId="3275416914" sldId="281"/>
            <ac:spMk id="31" creationId="{B0E5AF6D-9799-FD53-844C-2BC68F91F708}"/>
          </ac:spMkLst>
        </pc:spChg>
        <pc:spChg chg="add mod">
          <ac:chgData name="이 은찬" userId="7171d596-a1e6-43c2-b263-57fdfdab9399" providerId="ADAL" clId="{84B8E845-A624-4E7E-AAB1-DF2C16F97486}" dt="2026-10-03T04:44:59.642" v="3683" actId="403"/>
          <ac:spMkLst>
            <pc:docMk/>
            <pc:sldMk cId="3275416914" sldId="281"/>
            <ac:spMk id="32" creationId="{A4D7C7D0-34E7-8911-C4E6-B4C6DED30E9F}"/>
          </ac:spMkLst>
        </pc:spChg>
        <pc:spChg chg="add mod">
          <ac:chgData name="이 은찬" userId="7171d596-a1e6-43c2-b263-57fdfdab9399" providerId="ADAL" clId="{84B8E845-A624-4E7E-AAB1-DF2C16F97486}" dt="2026-10-03T04:44:09.586" v="3654" actId="20577"/>
          <ac:spMkLst>
            <pc:docMk/>
            <pc:sldMk cId="3275416914" sldId="281"/>
            <ac:spMk id="33" creationId="{2CB1EEF5-23A7-4958-E574-01AB589EAE5E}"/>
          </ac:spMkLst>
        </pc:spChg>
        <pc:spChg chg="add mod">
          <ac:chgData name="이 은찬" userId="7171d596-a1e6-43c2-b263-57fdfdab9399" providerId="ADAL" clId="{84B8E845-A624-4E7E-AAB1-DF2C16F97486}" dt="2026-10-03T04:45:13.391" v="3691" actId="20577"/>
          <ac:spMkLst>
            <pc:docMk/>
            <pc:sldMk cId="3275416914" sldId="281"/>
            <ac:spMk id="34" creationId="{4AA2F223-E488-D59C-2389-538F05A7FDDB}"/>
          </ac:spMkLst>
        </pc:spChg>
        <pc:spChg chg="add mod">
          <ac:chgData name="이 은찬" userId="7171d596-a1e6-43c2-b263-57fdfdab9399" providerId="ADAL" clId="{84B8E845-A624-4E7E-AAB1-DF2C16F97486}" dt="2026-10-03T04:44:12.953" v="3664" actId="20577"/>
          <ac:spMkLst>
            <pc:docMk/>
            <pc:sldMk cId="3275416914" sldId="281"/>
            <ac:spMk id="35" creationId="{FA21F3C9-8924-D3A6-7424-0EAA0361E617}"/>
          </ac:spMkLst>
        </pc:spChg>
        <pc:spChg chg="add mod">
          <ac:chgData name="이 은찬" userId="7171d596-a1e6-43c2-b263-57fdfdab9399" providerId="ADAL" clId="{84B8E845-A624-4E7E-AAB1-DF2C16F97486}" dt="2026-10-03T04:45:16.173" v="3693" actId="20577"/>
          <ac:spMkLst>
            <pc:docMk/>
            <pc:sldMk cId="3275416914" sldId="281"/>
            <ac:spMk id="36" creationId="{4C835F98-491C-DF8D-DD36-519C20AD7AFF}"/>
          </ac:spMkLst>
        </pc:spChg>
        <pc:spChg chg="add del">
          <ac:chgData name="이 은찬" userId="7171d596-a1e6-43c2-b263-57fdfdab9399" providerId="ADAL" clId="{84B8E845-A624-4E7E-AAB1-DF2C16F97486}" dt="2026-10-03T04:38:29.307" v="3563" actId="478"/>
          <ac:spMkLst>
            <pc:docMk/>
            <pc:sldMk cId="3275416914" sldId="281"/>
            <ac:spMk id="96" creationId="{00000000-0000-0000-0000-000000000000}"/>
          </ac:spMkLst>
        </pc:spChg>
        <pc:grpChg chg="add del">
          <ac:chgData name="이 은찬" userId="7171d596-a1e6-43c2-b263-57fdfdab9399" providerId="ADAL" clId="{84B8E845-A624-4E7E-AAB1-DF2C16F97486}" dt="2026-10-03T04:39:29.190" v="3579" actId="478"/>
          <ac:grpSpMkLst>
            <pc:docMk/>
            <pc:sldMk cId="3275416914" sldId="281"/>
            <ac:grpSpMk id="4" creationId="{62981F9E-D36F-D0A9-4E5D-A1B944E73136}"/>
          </ac:grpSpMkLst>
        </pc:grpChg>
        <pc:grpChg chg="add del">
          <ac:chgData name="이 은찬" userId="7171d596-a1e6-43c2-b263-57fdfdab9399" providerId="ADAL" clId="{84B8E845-A624-4E7E-AAB1-DF2C16F97486}" dt="2026-10-03T04:38:37.951" v="3565" actId="478"/>
          <ac:grpSpMkLst>
            <pc:docMk/>
            <pc:sldMk cId="3275416914" sldId="281"/>
            <ac:grpSpMk id="13" creationId="{D317BD3F-3C26-91F2-0113-ED2108B9280E}"/>
          </ac:grpSpMkLst>
        </pc:grpChg>
        <pc:grpChg chg="add del">
          <ac:chgData name="이 은찬" userId="7171d596-a1e6-43c2-b263-57fdfdab9399" providerId="ADAL" clId="{84B8E845-A624-4E7E-AAB1-DF2C16F97486}" dt="2026-10-03T04:38:35.618" v="3564" actId="478"/>
          <ac:grpSpMkLst>
            <pc:docMk/>
            <pc:sldMk cId="3275416914" sldId="281"/>
            <ac:grpSpMk id="18" creationId="{83B51A87-DF90-3D09-D221-B54D0AB9FD3B}"/>
          </ac:grpSpMkLst>
        </pc:grpChg>
        <pc:grpChg chg="add mod">
          <ac:chgData name="이 은찬" userId="7171d596-a1e6-43c2-b263-57fdfdab9399" providerId="ADAL" clId="{84B8E845-A624-4E7E-AAB1-DF2C16F97486}" dt="2026-10-03T04:39:24.900" v="3578" actId="1076"/>
          <ac:grpSpMkLst>
            <pc:docMk/>
            <pc:sldMk cId="3275416914" sldId="281"/>
            <ac:grpSpMk id="39" creationId="{72026D21-8B8F-E0F6-B9F0-CDC961888705}"/>
          </ac:grpSpMkLst>
        </pc:grpChg>
        <pc:cxnChg chg="add mod">
          <ac:chgData name="이 은찬" userId="7171d596-a1e6-43c2-b263-57fdfdab9399" providerId="ADAL" clId="{84B8E845-A624-4E7E-AAB1-DF2C16F97486}" dt="2026-10-03T04:39:04.033" v="3573" actId="164"/>
          <ac:cxnSpMkLst>
            <pc:docMk/>
            <pc:sldMk cId="3275416914" sldId="281"/>
            <ac:cxnSpMk id="11" creationId="{C204D306-C8A9-16A3-ADA8-711CF0A3CFC4}"/>
          </ac:cxnSpMkLst>
        </pc:cxnChg>
      </pc:sldChg>
      <pc:sldChg chg="addSp delSp modSp add del mod">
        <pc:chgData name="이 은찬" userId="7171d596-a1e6-43c2-b263-57fdfdab9399" providerId="ADAL" clId="{84B8E845-A624-4E7E-AAB1-DF2C16F97486}" dt="2026-10-03T05:10:11.435" v="3961" actId="47"/>
        <pc:sldMkLst>
          <pc:docMk/>
          <pc:sldMk cId="2028993834" sldId="282"/>
        </pc:sldMkLst>
        <pc:spChg chg="del topLvl">
          <ac:chgData name="이 은찬" userId="7171d596-a1e6-43c2-b263-57fdfdab9399" providerId="ADAL" clId="{84B8E845-A624-4E7E-AAB1-DF2C16F97486}" dt="2026-10-03T04:39:57.034" v="3582" actId="478"/>
          <ac:spMkLst>
            <pc:docMk/>
            <pc:sldMk cId="2028993834" sldId="282"/>
            <ac:spMk id="6" creationId="{5A1E37DF-B5CC-CCF7-097F-8504787E7547}"/>
          </ac:spMkLst>
        </pc:spChg>
        <pc:spChg chg="mod">
          <ac:chgData name="이 은찬" userId="7171d596-a1e6-43c2-b263-57fdfdab9399" providerId="ADAL" clId="{84B8E845-A624-4E7E-AAB1-DF2C16F97486}" dt="2026-10-03T04:39:57.230" v="3583"/>
          <ac:spMkLst>
            <pc:docMk/>
            <pc:sldMk cId="2028993834" sldId="282"/>
            <ac:spMk id="24" creationId="{4DEDECC4-F0F2-F590-E60E-D7D89230193A}"/>
          </ac:spMkLst>
        </pc:spChg>
        <pc:spChg chg="mod">
          <ac:chgData name="이 은찬" userId="7171d596-a1e6-43c2-b263-57fdfdab9399" providerId="ADAL" clId="{84B8E845-A624-4E7E-AAB1-DF2C16F97486}" dt="2026-10-03T04:39:57.230" v="3583"/>
          <ac:spMkLst>
            <pc:docMk/>
            <pc:sldMk cId="2028993834" sldId="282"/>
            <ac:spMk id="25" creationId="{5BB8490A-0633-12AA-F3CB-AAE69D0CA235}"/>
          </ac:spMkLst>
        </pc:spChg>
        <pc:spChg chg="mod">
          <ac:chgData name="이 은찬" userId="7171d596-a1e6-43c2-b263-57fdfdab9399" providerId="ADAL" clId="{84B8E845-A624-4E7E-AAB1-DF2C16F97486}" dt="2026-10-03T04:39:57.230" v="3583"/>
          <ac:spMkLst>
            <pc:docMk/>
            <pc:sldMk cId="2028993834" sldId="282"/>
            <ac:spMk id="26" creationId="{FB07EC53-B808-11FC-0E4F-209E109FC079}"/>
          </ac:spMkLst>
        </pc:spChg>
        <pc:spChg chg="add mod">
          <ac:chgData name="이 은찬" userId="7171d596-a1e6-43c2-b263-57fdfdab9399" providerId="ADAL" clId="{84B8E845-A624-4E7E-AAB1-DF2C16F97486}" dt="2026-10-03T04:40:02.796" v="3589" actId="571"/>
          <ac:spMkLst>
            <pc:docMk/>
            <pc:sldMk cId="2028993834" sldId="282"/>
            <ac:spMk id="27" creationId="{4C3FFFC1-414A-6C3E-7177-72CF68C2CA8A}"/>
          </ac:spMkLst>
        </pc:spChg>
        <pc:spChg chg="mod">
          <ac:chgData name="이 은찬" userId="7171d596-a1e6-43c2-b263-57fdfdab9399" providerId="ADAL" clId="{84B8E845-A624-4E7E-AAB1-DF2C16F97486}" dt="2026-10-03T04:40:01.391" v="3587"/>
          <ac:spMkLst>
            <pc:docMk/>
            <pc:sldMk cId="2028993834" sldId="282"/>
            <ac:spMk id="30" creationId="{D17875E5-CF89-D8E4-8D77-5A5DE4957A9D}"/>
          </ac:spMkLst>
        </pc:spChg>
        <pc:spChg chg="mod">
          <ac:chgData name="이 은찬" userId="7171d596-a1e6-43c2-b263-57fdfdab9399" providerId="ADAL" clId="{84B8E845-A624-4E7E-AAB1-DF2C16F97486}" dt="2026-10-03T04:40:01.391" v="3587"/>
          <ac:spMkLst>
            <pc:docMk/>
            <pc:sldMk cId="2028993834" sldId="282"/>
            <ac:spMk id="31" creationId="{E5D02110-D630-EED9-B838-70CCFB95BFEE}"/>
          </ac:spMkLst>
        </pc:spChg>
        <pc:spChg chg="mod">
          <ac:chgData name="이 은찬" userId="7171d596-a1e6-43c2-b263-57fdfdab9399" providerId="ADAL" clId="{84B8E845-A624-4E7E-AAB1-DF2C16F97486}" dt="2026-10-03T04:40:01.391" v="3587"/>
          <ac:spMkLst>
            <pc:docMk/>
            <pc:sldMk cId="2028993834" sldId="282"/>
            <ac:spMk id="32" creationId="{2059A679-4379-070A-0691-125BF7F91FE8}"/>
          </ac:spMkLst>
        </pc:spChg>
        <pc:spChg chg="mod">
          <ac:chgData name="이 은찬" userId="7171d596-a1e6-43c2-b263-57fdfdab9399" providerId="ADAL" clId="{84B8E845-A624-4E7E-AAB1-DF2C16F97486}" dt="2026-10-03T04:40:13.841" v="3593"/>
          <ac:spMkLst>
            <pc:docMk/>
            <pc:sldMk cId="2028993834" sldId="282"/>
            <ac:spMk id="35" creationId="{1D6884AA-93EF-932B-31B7-96F7A81BEB42}"/>
          </ac:spMkLst>
        </pc:spChg>
        <pc:spChg chg="mod">
          <ac:chgData name="이 은찬" userId="7171d596-a1e6-43c2-b263-57fdfdab9399" providerId="ADAL" clId="{84B8E845-A624-4E7E-AAB1-DF2C16F97486}" dt="2026-10-03T04:40:03.311" v="3590"/>
          <ac:spMkLst>
            <pc:docMk/>
            <pc:sldMk cId="2028993834" sldId="282"/>
            <ac:spMk id="36" creationId="{C6388C3A-723F-EF6D-6850-34CD018EABA9}"/>
          </ac:spMkLst>
        </pc:spChg>
        <pc:spChg chg="mod">
          <ac:chgData name="이 은찬" userId="7171d596-a1e6-43c2-b263-57fdfdab9399" providerId="ADAL" clId="{84B8E845-A624-4E7E-AAB1-DF2C16F97486}" dt="2026-10-03T04:40:06.756" v="3592" actId="20577"/>
          <ac:spMkLst>
            <pc:docMk/>
            <pc:sldMk cId="2028993834" sldId="282"/>
            <ac:spMk id="37" creationId="{463F5ECC-A4CE-2ACE-D617-6B4A26C94900}"/>
          </ac:spMkLst>
        </pc:spChg>
        <pc:grpChg chg="del">
          <ac:chgData name="이 은찬" userId="7171d596-a1e6-43c2-b263-57fdfdab9399" providerId="ADAL" clId="{84B8E845-A624-4E7E-AAB1-DF2C16F97486}" dt="2026-10-03T04:39:57.034" v="3582" actId="478"/>
          <ac:grpSpMkLst>
            <pc:docMk/>
            <pc:sldMk cId="2028993834" sldId="282"/>
            <ac:grpSpMk id="4" creationId="{62981F9E-D36F-D0A9-4E5D-A1B944E73136}"/>
          </ac:grpSpMkLst>
        </pc:grpChg>
        <pc:grpChg chg="del topLvl">
          <ac:chgData name="이 은찬" userId="7171d596-a1e6-43c2-b263-57fdfdab9399" providerId="ADAL" clId="{84B8E845-A624-4E7E-AAB1-DF2C16F97486}" dt="2026-10-03T04:40:00.511" v="3584" actId="478"/>
          <ac:grpSpMkLst>
            <pc:docMk/>
            <pc:sldMk cId="2028993834" sldId="282"/>
            <ac:grpSpMk id="5" creationId="{73ED9472-2BDC-674C-6DD0-EAF7A5789581}"/>
          </ac:grpSpMkLst>
        </pc:grpChg>
        <pc:grpChg chg="add mod">
          <ac:chgData name="이 은찬" userId="7171d596-a1e6-43c2-b263-57fdfdab9399" providerId="ADAL" clId="{84B8E845-A624-4E7E-AAB1-DF2C16F97486}" dt="2026-10-03T04:39:57.230" v="3583"/>
          <ac:grpSpMkLst>
            <pc:docMk/>
            <pc:sldMk cId="2028993834" sldId="282"/>
            <ac:grpSpMk id="11" creationId="{378D6E10-82BF-A4E4-D585-F0AF3DEB9A7B}"/>
          </ac:grpSpMkLst>
        </pc:grpChg>
        <pc:grpChg chg="mod">
          <ac:chgData name="이 은찬" userId="7171d596-a1e6-43c2-b263-57fdfdab9399" providerId="ADAL" clId="{84B8E845-A624-4E7E-AAB1-DF2C16F97486}" dt="2026-10-03T04:39:57.230" v="3583"/>
          <ac:grpSpMkLst>
            <pc:docMk/>
            <pc:sldMk cId="2028993834" sldId="282"/>
            <ac:grpSpMk id="12" creationId="{EE8AEC74-4DBC-76B5-48EF-CC96667BB85A}"/>
          </ac:grpSpMkLst>
        </pc:grpChg>
        <pc:grpChg chg="add mod">
          <ac:chgData name="이 은찬" userId="7171d596-a1e6-43c2-b263-57fdfdab9399" providerId="ADAL" clId="{84B8E845-A624-4E7E-AAB1-DF2C16F97486}" dt="2026-10-03T04:40:01.391" v="3587"/>
          <ac:grpSpMkLst>
            <pc:docMk/>
            <pc:sldMk cId="2028993834" sldId="282"/>
            <ac:grpSpMk id="28" creationId="{D26A4B4A-ADEF-77A6-0888-F406B1B69496}"/>
          </ac:grpSpMkLst>
        </pc:grpChg>
        <pc:grpChg chg="mod">
          <ac:chgData name="이 은찬" userId="7171d596-a1e6-43c2-b263-57fdfdab9399" providerId="ADAL" clId="{84B8E845-A624-4E7E-AAB1-DF2C16F97486}" dt="2026-10-03T04:40:01.391" v="3587"/>
          <ac:grpSpMkLst>
            <pc:docMk/>
            <pc:sldMk cId="2028993834" sldId="282"/>
            <ac:grpSpMk id="29" creationId="{6CEAD177-7FA5-860F-823B-01BE1B4491C5}"/>
          </ac:grpSpMkLst>
        </pc:grpChg>
        <pc:grpChg chg="add mod">
          <ac:chgData name="이 은찬" userId="7171d596-a1e6-43c2-b263-57fdfdab9399" providerId="ADAL" clId="{84B8E845-A624-4E7E-AAB1-DF2C16F97486}" dt="2026-10-03T04:40:03.311" v="3590"/>
          <ac:grpSpMkLst>
            <pc:docMk/>
            <pc:sldMk cId="2028993834" sldId="282"/>
            <ac:grpSpMk id="33" creationId="{1C926648-1DE9-F4EF-F21D-8E13344EF107}"/>
          </ac:grpSpMkLst>
        </pc:grpChg>
        <pc:grpChg chg="mod">
          <ac:chgData name="이 은찬" userId="7171d596-a1e6-43c2-b263-57fdfdab9399" providerId="ADAL" clId="{84B8E845-A624-4E7E-AAB1-DF2C16F97486}" dt="2026-10-03T04:40:03.311" v="3590"/>
          <ac:grpSpMkLst>
            <pc:docMk/>
            <pc:sldMk cId="2028993834" sldId="282"/>
            <ac:grpSpMk id="34" creationId="{56ECAC20-9813-A966-C222-59C8AC8FC934}"/>
          </ac:grpSpMkLst>
        </pc:grpChg>
      </pc:sldChg>
      <pc:sldChg chg="addSp delSp modSp add mod">
        <pc:chgData name="이 은찬" userId="7171d596-a1e6-43c2-b263-57fdfdab9399" providerId="ADAL" clId="{84B8E845-A624-4E7E-AAB1-DF2C16F97486}" dt="2026-10-03T06:36:40.369" v="4766" actId="207"/>
        <pc:sldMkLst>
          <pc:docMk/>
          <pc:sldMk cId="0" sldId="283"/>
        </pc:sldMkLst>
        <pc:spChg chg="mod">
          <ac:chgData name="이 은찬" userId="7171d596-a1e6-43c2-b263-57fdfdab9399" providerId="ADAL" clId="{84B8E845-A624-4E7E-AAB1-DF2C16F97486}" dt="2026-10-03T05:07:49.554" v="3804" actId="20577"/>
          <ac:spMkLst>
            <pc:docMk/>
            <pc:sldMk cId="0" sldId="283"/>
            <ac:spMk id="2" creationId="{00000000-0000-0000-0000-000000000000}"/>
          </ac:spMkLst>
        </pc:spChg>
        <pc:spChg chg="add mod">
          <ac:chgData name="이 은찬" userId="7171d596-a1e6-43c2-b263-57fdfdab9399" providerId="ADAL" clId="{84B8E845-A624-4E7E-AAB1-DF2C16F97486}" dt="2026-10-03T06:36:40.369" v="4766" actId="207"/>
          <ac:spMkLst>
            <pc:docMk/>
            <pc:sldMk cId="0" sldId="283"/>
            <ac:spMk id="4" creationId="{BBE7FE75-2E23-0C91-04F6-0F3CC49ED665}"/>
          </ac:spMkLst>
        </pc:spChg>
        <pc:spChg chg="add del mod">
          <ac:chgData name="이 은찬" userId="7171d596-a1e6-43c2-b263-57fdfdab9399" providerId="ADAL" clId="{84B8E845-A624-4E7E-AAB1-DF2C16F97486}" dt="2026-10-03T06:34:13.039" v="4693" actId="478"/>
          <ac:spMkLst>
            <pc:docMk/>
            <pc:sldMk cId="0" sldId="283"/>
            <ac:spMk id="5" creationId="{F403D3C2-2335-91DC-4944-4003E432374C}"/>
          </ac:spMkLst>
        </pc:spChg>
        <pc:spChg chg="add del mod">
          <ac:chgData name="이 은찬" userId="7171d596-a1e6-43c2-b263-57fdfdab9399" providerId="ADAL" clId="{84B8E845-A624-4E7E-AAB1-DF2C16F97486}" dt="2026-10-03T06:34:46.806" v="4702" actId="478"/>
          <ac:spMkLst>
            <pc:docMk/>
            <pc:sldMk cId="0" sldId="283"/>
            <ac:spMk id="6" creationId="{06D9614D-1A7A-9945-A50D-3AE1FD00D903}"/>
          </ac:spMkLst>
        </pc:spChg>
        <pc:spChg chg="add del mod">
          <ac:chgData name="이 은찬" userId="7171d596-a1e6-43c2-b263-57fdfdab9399" providerId="ADAL" clId="{84B8E845-A624-4E7E-AAB1-DF2C16F97486}" dt="2026-10-03T06:34:39.557" v="4697" actId="478"/>
          <ac:spMkLst>
            <pc:docMk/>
            <pc:sldMk cId="0" sldId="283"/>
            <ac:spMk id="7" creationId="{999696EF-1DD7-238B-0342-B8EDFE4E961E}"/>
          </ac:spMkLst>
        </pc:spChg>
        <pc:spChg chg="add del mod">
          <ac:chgData name="이 은찬" userId="7171d596-a1e6-43c2-b263-57fdfdab9399" providerId="ADAL" clId="{84B8E845-A624-4E7E-AAB1-DF2C16F97486}" dt="2026-10-03T06:34:45.600" v="4701" actId="478"/>
          <ac:spMkLst>
            <pc:docMk/>
            <pc:sldMk cId="0" sldId="283"/>
            <ac:spMk id="10" creationId="{73B5D0D2-EA3F-E050-8C67-1122F52EDA49}"/>
          </ac:spMkLst>
        </pc:spChg>
        <pc:spChg chg="add del mod">
          <ac:chgData name="이 은찬" userId="7171d596-a1e6-43c2-b263-57fdfdab9399" providerId="ADAL" clId="{84B8E845-A624-4E7E-AAB1-DF2C16F97486}" dt="2026-10-03T06:34:43.878" v="4700" actId="478"/>
          <ac:spMkLst>
            <pc:docMk/>
            <pc:sldMk cId="0" sldId="283"/>
            <ac:spMk id="12" creationId="{BEA85094-0497-9D7B-3A0F-6571CA1BA007}"/>
          </ac:spMkLst>
        </pc:spChg>
        <pc:spChg chg="add del mod">
          <ac:chgData name="이 은찬" userId="7171d596-a1e6-43c2-b263-57fdfdab9399" providerId="ADAL" clId="{84B8E845-A624-4E7E-AAB1-DF2C16F97486}" dt="2026-10-03T06:34:42.472" v="4699" actId="478"/>
          <ac:spMkLst>
            <pc:docMk/>
            <pc:sldMk cId="0" sldId="283"/>
            <ac:spMk id="14" creationId="{73586451-7471-92B0-2169-39011519C6C2}"/>
          </ac:spMkLst>
        </pc:spChg>
        <pc:spChg chg="add del mod">
          <ac:chgData name="이 은찬" userId="7171d596-a1e6-43c2-b263-57fdfdab9399" providerId="ADAL" clId="{84B8E845-A624-4E7E-AAB1-DF2C16F97486}" dt="2026-10-03T06:34:40.877" v="4698" actId="478"/>
          <ac:spMkLst>
            <pc:docMk/>
            <pc:sldMk cId="0" sldId="283"/>
            <ac:spMk id="16" creationId="{796D08B6-106F-CD57-6714-10D685FE25C6}"/>
          </ac:spMkLst>
        </pc:spChg>
        <pc:spChg chg="add mod">
          <ac:chgData name="이 은찬" userId="7171d596-a1e6-43c2-b263-57fdfdab9399" providerId="ADAL" clId="{84B8E845-A624-4E7E-AAB1-DF2C16F97486}" dt="2026-10-03T06:36:25.169" v="4765" actId="20577"/>
          <ac:spMkLst>
            <pc:docMk/>
            <pc:sldMk cId="0" sldId="283"/>
            <ac:spMk id="18" creationId="{1190AE18-0900-A828-1F58-9A19E59A07F5}"/>
          </ac:spMkLst>
        </pc:spChg>
        <pc:spChg chg="add mod">
          <ac:chgData name="이 은찬" userId="7171d596-a1e6-43c2-b263-57fdfdab9399" providerId="ADAL" clId="{84B8E845-A624-4E7E-AAB1-DF2C16F97486}" dt="2026-10-03T06:35:56.952" v="4730" actId="20577"/>
          <ac:spMkLst>
            <pc:docMk/>
            <pc:sldMk cId="0" sldId="283"/>
            <ac:spMk id="20" creationId="{120C9BE9-BE65-9E95-A06F-21B7C5C04DB8}"/>
          </ac:spMkLst>
        </pc:spChg>
        <pc:spChg chg="add mod">
          <ac:chgData name="이 은찬" userId="7171d596-a1e6-43c2-b263-57fdfdab9399" providerId="ADAL" clId="{84B8E845-A624-4E7E-AAB1-DF2C16F97486}" dt="2026-10-03T06:36:02.951" v="4737" actId="20577"/>
          <ac:spMkLst>
            <pc:docMk/>
            <pc:sldMk cId="0" sldId="283"/>
            <ac:spMk id="22" creationId="{2C270440-D40B-364B-8BEE-F08A6EE3A51A}"/>
          </ac:spMkLst>
        </pc:spChg>
        <pc:spChg chg="add mod">
          <ac:chgData name="이 은찬" userId="7171d596-a1e6-43c2-b263-57fdfdab9399" providerId="ADAL" clId="{84B8E845-A624-4E7E-AAB1-DF2C16F97486}" dt="2026-10-03T06:36:06.808" v="4744" actId="20577"/>
          <ac:spMkLst>
            <pc:docMk/>
            <pc:sldMk cId="0" sldId="283"/>
            <ac:spMk id="23" creationId="{3E968277-2D3A-8AD5-F027-647F2A1857A9}"/>
          </ac:spMkLst>
        </pc:spChg>
        <pc:spChg chg="add mod">
          <ac:chgData name="이 은찬" userId="7171d596-a1e6-43c2-b263-57fdfdab9399" providerId="ADAL" clId="{84B8E845-A624-4E7E-AAB1-DF2C16F97486}" dt="2026-10-03T05:46:34.845" v="4256" actId="1076"/>
          <ac:spMkLst>
            <pc:docMk/>
            <pc:sldMk cId="0" sldId="283"/>
            <ac:spMk id="25" creationId="{923CEA3C-687A-33A9-F268-DAD19E2A567F}"/>
          </ac:spMkLst>
        </pc:spChg>
        <pc:spChg chg="add mod">
          <ac:chgData name="이 은찬" userId="7171d596-a1e6-43c2-b263-57fdfdab9399" providerId="ADAL" clId="{84B8E845-A624-4E7E-AAB1-DF2C16F97486}" dt="2026-10-03T06:36:10.485" v="4749" actId="20577"/>
          <ac:spMkLst>
            <pc:docMk/>
            <pc:sldMk cId="0" sldId="283"/>
            <ac:spMk id="26" creationId="{FC4F26A3-B3FF-1B7F-5E5F-7B63B6C5BF50}"/>
          </ac:spMkLst>
        </pc:spChg>
        <pc:spChg chg="add mod">
          <ac:chgData name="이 은찬" userId="7171d596-a1e6-43c2-b263-57fdfdab9399" providerId="ADAL" clId="{84B8E845-A624-4E7E-AAB1-DF2C16F97486}" dt="2026-10-03T06:36:18.241" v="4758" actId="20577"/>
          <ac:spMkLst>
            <pc:docMk/>
            <pc:sldMk cId="0" sldId="283"/>
            <ac:spMk id="27" creationId="{3CBE7C41-2F0B-1E9E-28A7-4ADA194B2A0B}"/>
          </ac:spMkLst>
        </pc:spChg>
        <pc:spChg chg="mod">
          <ac:chgData name="이 은찬" userId="7171d596-a1e6-43c2-b263-57fdfdab9399" providerId="ADAL" clId="{84B8E845-A624-4E7E-AAB1-DF2C16F97486}" dt="2026-10-03T05:48:28.932" v="4280" actId="408"/>
          <ac:spMkLst>
            <pc:docMk/>
            <pc:sldMk cId="0" sldId="283"/>
            <ac:spMk id="96" creationId="{00000000-0000-0000-0000-000000000000}"/>
          </ac:spMkLst>
        </pc:spChg>
        <pc:spChg chg="del">
          <ac:chgData name="이 은찬" userId="7171d596-a1e6-43c2-b263-57fdfdab9399" providerId="ADAL" clId="{84B8E845-A624-4E7E-AAB1-DF2C16F97486}" dt="2026-10-03T05:08:32.304" v="3946" actId="478"/>
          <ac:spMkLst>
            <pc:docMk/>
            <pc:sldMk cId="0" sldId="283"/>
            <ac:spMk id="97" creationId="{00000000-0000-0000-0000-000000000000}"/>
          </ac:spMkLst>
        </pc:spChg>
        <pc:spChg chg="del mod">
          <ac:chgData name="이 은찬" userId="7171d596-a1e6-43c2-b263-57fdfdab9399" providerId="ADAL" clId="{84B8E845-A624-4E7E-AAB1-DF2C16F97486}" dt="2026-10-03T05:41:24.216" v="4176" actId="478"/>
          <ac:spMkLst>
            <pc:docMk/>
            <pc:sldMk cId="0" sldId="283"/>
            <ac:spMk id="98" creationId="{00000000-0000-0000-0000-000000000000}"/>
          </ac:spMkLst>
        </pc:spChg>
        <pc:spChg chg="mod topLvl">
          <ac:chgData name="이 은찬" userId="7171d596-a1e6-43c2-b263-57fdfdab9399" providerId="ADAL" clId="{84B8E845-A624-4E7E-AAB1-DF2C16F97486}" dt="2026-10-03T06:11:09.146" v="4387" actId="165"/>
          <ac:spMkLst>
            <pc:docMk/>
            <pc:sldMk cId="0" sldId="283"/>
            <ac:spMk id="100" creationId="{00000000-0000-0000-0000-000000000000}"/>
          </ac:spMkLst>
        </pc:spChg>
        <pc:spChg chg="del mod topLvl">
          <ac:chgData name="이 은찬" userId="7171d596-a1e6-43c2-b263-57fdfdab9399" providerId="ADAL" clId="{84B8E845-A624-4E7E-AAB1-DF2C16F97486}" dt="2026-10-03T06:13:22.006" v="4428" actId="478"/>
          <ac:spMkLst>
            <pc:docMk/>
            <pc:sldMk cId="0" sldId="283"/>
            <ac:spMk id="101" creationId="{00000000-0000-0000-0000-000000000000}"/>
          </ac:spMkLst>
        </pc:spChg>
        <pc:spChg chg="mod topLvl">
          <ac:chgData name="이 은찬" userId="7171d596-a1e6-43c2-b263-57fdfdab9399" providerId="ADAL" clId="{84B8E845-A624-4E7E-AAB1-DF2C16F97486}" dt="2026-10-03T06:11:09.146" v="4387" actId="165"/>
          <ac:spMkLst>
            <pc:docMk/>
            <pc:sldMk cId="0" sldId="283"/>
            <ac:spMk id="102" creationId="{00000000-0000-0000-0000-000000000000}"/>
          </ac:spMkLst>
        </pc:spChg>
        <pc:spChg chg="add del mod topLvl">
          <ac:chgData name="이 은찬" userId="7171d596-a1e6-43c2-b263-57fdfdab9399" providerId="ADAL" clId="{84B8E845-A624-4E7E-AAB1-DF2C16F97486}" dt="2026-10-03T06:13:27.215" v="4429" actId="478"/>
          <ac:spMkLst>
            <pc:docMk/>
            <pc:sldMk cId="0" sldId="283"/>
            <ac:spMk id="103" creationId="{00000000-0000-0000-0000-000000000000}"/>
          </ac:spMkLst>
        </pc:spChg>
        <pc:spChg chg="mod topLvl">
          <ac:chgData name="이 은찬" userId="7171d596-a1e6-43c2-b263-57fdfdab9399" providerId="ADAL" clId="{84B8E845-A624-4E7E-AAB1-DF2C16F97486}" dt="2026-10-03T06:11:09.146" v="4387" actId="165"/>
          <ac:spMkLst>
            <pc:docMk/>
            <pc:sldMk cId="0" sldId="283"/>
            <ac:spMk id="104" creationId="{00000000-0000-0000-0000-000000000000}"/>
          </ac:spMkLst>
        </pc:spChg>
        <pc:spChg chg="add del mod topLvl">
          <ac:chgData name="이 은찬" userId="7171d596-a1e6-43c2-b263-57fdfdab9399" providerId="ADAL" clId="{84B8E845-A624-4E7E-AAB1-DF2C16F97486}" dt="2026-10-03T06:13:28.887" v="4430" actId="478"/>
          <ac:spMkLst>
            <pc:docMk/>
            <pc:sldMk cId="0" sldId="283"/>
            <ac:spMk id="105" creationId="{00000000-0000-0000-0000-000000000000}"/>
          </ac:spMkLst>
        </pc:spChg>
        <pc:spChg chg="mod topLvl">
          <ac:chgData name="이 은찬" userId="7171d596-a1e6-43c2-b263-57fdfdab9399" providerId="ADAL" clId="{84B8E845-A624-4E7E-AAB1-DF2C16F97486}" dt="2026-10-03T06:11:09.146" v="4387" actId="165"/>
          <ac:spMkLst>
            <pc:docMk/>
            <pc:sldMk cId="0" sldId="283"/>
            <ac:spMk id="106" creationId="{00000000-0000-0000-0000-000000000000}"/>
          </ac:spMkLst>
        </pc:spChg>
        <pc:spChg chg="add del mod topLvl">
          <ac:chgData name="이 은찬" userId="7171d596-a1e6-43c2-b263-57fdfdab9399" providerId="ADAL" clId="{84B8E845-A624-4E7E-AAB1-DF2C16F97486}" dt="2026-10-03T06:13:30.208" v="4431" actId="478"/>
          <ac:spMkLst>
            <pc:docMk/>
            <pc:sldMk cId="0" sldId="283"/>
            <ac:spMk id="107" creationId="{00000000-0000-0000-0000-000000000000}"/>
          </ac:spMkLst>
        </pc:spChg>
        <pc:spChg chg="mod topLvl">
          <ac:chgData name="이 은찬" userId="7171d596-a1e6-43c2-b263-57fdfdab9399" providerId="ADAL" clId="{84B8E845-A624-4E7E-AAB1-DF2C16F97486}" dt="2026-10-03T06:11:09.146" v="4387" actId="165"/>
          <ac:spMkLst>
            <pc:docMk/>
            <pc:sldMk cId="0" sldId="283"/>
            <ac:spMk id="108" creationId="{00000000-0000-0000-0000-000000000000}"/>
          </ac:spMkLst>
        </pc:spChg>
        <pc:spChg chg="add del mod topLvl">
          <ac:chgData name="이 은찬" userId="7171d596-a1e6-43c2-b263-57fdfdab9399" providerId="ADAL" clId="{84B8E845-A624-4E7E-AAB1-DF2C16F97486}" dt="2026-10-03T06:13:31.466" v="4432" actId="478"/>
          <ac:spMkLst>
            <pc:docMk/>
            <pc:sldMk cId="0" sldId="283"/>
            <ac:spMk id="109" creationId="{00000000-0000-0000-0000-000000000000}"/>
          </ac:spMkLst>
        </pc:spChg>
        <pc:spChg chg="mod topLvl">
          <ac:chgData name="이 은찬" userId="7171d596-a1e6-43c2-b263-57fdfdab9399" providerId="ADAL" clId="{84B8E845-A624-4E7E-AAB1-DF2C16F97486}" dt="2026-10-03T06:11:09.146" v="4387" actId="165"/>
          <ac:spMkLst>
            <pc:docMk/>
            <pc:sldMk cId="0" sldId="283"/>
            <ac:spMk id="110" creationId="{00000000-0000-0000-0000-000000000000}"/>
          </ac:spMkLst>
        </pc:spChg>
        <pc:spChg chg="add del mod topLvl">
          <ac:chgData name="이 은찬" userId="7171d596-a1e6-43c2-b263-57fdfdab9399" providerId="ADAL" clId="{84B8E845-A624-4E7E-AAB1-DF2C16F97486}" dt="2026-10-03T06:13:32.791" v="4433" actId="478"/>
          <ac:spMkLst>
            <pc:docMk/>
            <pc:sldMk cId="0" sldId="283"/>
            <ac:spMk id="111" creationId="{00000000-0000-0000-0000-000000000000}"/>
          </ac:spMkLst>
        </pc:spChg>
        <pc:spChg chg="mod topLvl">
          <ac:chgData name="이 은찬" userId="7171d596-a1e6-43c2-b263-57fdfdab9399" providerId="ADAL" clId="{84B8E845-A624-4E7E-AAB1-DF2C16F97486}" dt="2026-10-03T06:11:09.146" v="4387" actId="165"/>
          <ac:spMkLst>
            <pc:docMk/>
            <pc:sldMk cId="0" sldId="283"/>
            <ac:spMk id="112" creationId="{00000000-0000-0000-0000-000000000000}"/>
          </ac:spMkLst>
        </pc:spChg>
        <pc:spChg chg="del mod topLvl">
          <ac:chgData name="이 은찬" userId="7171d596-a1e6-43c2-b263-57fdfdab9399" providerId="ADAL" clId="{84B8E845-A624-4E7E-AAB1-DF2C16F97486}" dt="2026-10-03T06:13:19.488" v="4427" actId="478"/>
          <ac:spMkLst>
            <pc:docMk/>
            <pc:sldMk cId="0" sldId="283"/>
            <ac:spMk id="113" creationId="{00000000-0000-0000-0000-000000000000}"/>
          </ac:spMkLst>
        </pc:spChg>
        <pc:spChg chg="del mod">
          <ac:chgData name="이 은찬" userId="7171d596-a1e6-43c2-b263-57fdfdab9399" providerId="ADAL" clId="{84B8E845-A624-4E7E-AAB1-DF2C16F97486}" dt="2026-10-03T05:43:43.899" v="4194" actId="478"/>
          <ac:spMkLst>
            <pc:docMk/>
            <pc:sldMk cId="0" sldId="283"/>
            <ac:spMk id="114" creationId="{00000000-0000-0000-0000-000000000000}"/>
          </ac:spMkLst>
        </pc:spChg>
        <pc:grpChg chg="add del mod">
          <ac:chgData name="이 은찬" userId="7171d596-a1e6-43c2-b263-57fdfdab9399" providerId="ADAL" clId="{84B8E845-A624-4E7E-AAB1-DF2C16F97486}" dt="2026-10-03T06:11:09.146" v="4387" actId="165"/>
          <ac:grpSpMkLst>
            <pc:docMk/>
            <pc:sldMk cId="0" sldId="283"/>
            <ac:grpSpMk id="4" creationId="{781779D4-23B5-8B43-1ADF-6FC71614F71D}"/>
          </ac:grpSpMkLst>
        </pc:grpChg>
        <pc:graphicFrameChg chg="add mod">
          <ac:chgData name="이 은찬" userId="7171d596-a1e6-43c2-b263-57fdfdab9399" providerId="ADAL" clId="{84B8E845-A624-4E7E-AAB1-DF2C16F97486}" dt="2026-10-03T05:44:17.585" v="4200"/>
          <ac:graphicFrameMkLst>
            <pc:docMk/>
            <pc:sldMk cId="0" sldId="283"/>
            <ac:graphicFrameMk id="26" creationId="{C808AFEC-8480-D470-268C-D7CF28D68072}"/>
          </ac:graphicFrameMkLst>
        </pc:graphicFrameChg>
        <pc:graphicFrameChg chg="add mod">
          <ac:chgData name="이 은찬" userId="7171d596-a1e6-43c2-b263-57fdfdab9399" providerId="ADAL" clId="{84B8E845-A624-4E7E-AAB1-DF2C16F97486}" dt="2026-10-03T05:44:59.900" v="4239"/>
          <ac:graphicFrameMkLst>
            <pc:docMk/>
            <pc:sldMk cId="0" sldId="283"/>
            <ac:graphicFrameMk id="27" creationId="{4E462057-F1DB-472C-E874-89D8896ED862}"/>
          </ac:graphicFrameMkLst>
        </pc:graphicFrameChg>
        <pc:graphicFrameChg chg="add mod">
          <ac:chgData name="이 은찬" userId="7171d596-a1e6-43c2-b263-57fdfdab9399" providerId="ADAL" clId="{84B8E845-A624-4E7E-AAB1-DF2C16F97486}" dt="2026-10-03T05:45:04.653" v="4240"/>
          <ac:graphicFrameMkLst>
            <pc:docMk/>
            <pc:sldMk cId="0" sldId="283"/>
            <ac:graphicFrameMk id="28" creationId="{C5735B53-4114-B9B3-F41A-CB28FDD22437}"/>
          </ac:graphicFrameMkLst>
        </pc:graphicFrameChg>
        <pc:graphicFrameChg chg="add mod">
          <ac:chgData name="이 은찬" userId="7171d596-a1e6-43c2-b263-57fdfdab9399" providerId="ADAL" clId="{84B8E845-A624-4E7E-AAB1-DF2C16F97486}" dt="2026-10-03T05:45:43.081" v="4251"/>
          <ac:graphicFrameMkLst>
            <pc:docMk/>
            <pc:sldMk cId="0" sldId="283"/>
            <ac:graphicFrameMk id="29" creationId="{0B5F5D95-E3D9-C7C4-66B3-47507139C449}"/>
          </ac:graphicFrameMkLst>
        </pc:graphicFrameChg>
        <pc:graphicFrameChg chg="add mod">
          <ac:chgData name="이 은찬" userId="7171d596-a1e6-43c2-b263-57fdfdab9399" providerId="ADAL" clId="{84B8E845-A624-4E7E-AAB1-DF2C16F97486}" dt="2026-10-03T05:45:50.040" v="4252"/>
          <ac:graphicFrameMkLst>
            <pc:docMk/>
            <pc:sldMk cId="0" sldId="283"/>
            <ac:graphicFrameMk id="30" creationId="{E802B664-35D7-628D-E252-315B80019EBC}"/>
          </ac:graphicFrameMkLst>
        </pc:graphicFrameChg>
        <pc:picChg chg="add mod">
          <ac:chgData name="이 은찬" userId="7171d596-a1e6-43c2-b263-57fdfdab9399" providerId="ADAL" clId="{84B8E845-A624-4E7E-AAB1-DF2C16F97486}" dt="2026-10-03T05:39:22.017" v="4147" actId="14100"/>
          <ac:picMkLst>
            <pc:docMk/>
            <pc:sldMk cId="0" sldId="283"/>
            <ac:picMk id="6" creationId="{F75918B0-6272-523C-B47E-EA43FE1FE1E2}"/>
          </ac:picMkLst>
        </pc:picChg>
        <pc:picChg chg="add mod">
          <ac:chgData name="이 은찬" userId="7171d596-a1e6-43c2-b263-57fdfdab9399" providerId="ADAL" clId="{84B8E845-A624-4E7E-AAB1-DF2C16F97486}" dt="2026-10-03T05:48:40.737" v="4282"/>
          <ac:picMkLst>
            <pc:docMk/>
            <pc:sldMk cId="0" sldId="283"/>
            <ac:picMk id="8" creationId="{BBAFCF6A-D709-A8B5-CC63-6914AEE57C4C}"/>
          </ac:picMkLst>
        </pc:picChg>
        <pc:picChg chg="add mod">
          <ac:chgData name="이 은찬" userId="7171d596-a1e6-43c2-b263-57fdfdab9399" providerId="ADAL" clId="{84B8E845-A624-4E7E-AAB1-DF2C16F97486}" dt="2026-10-03T05:48:46.566" v="4283"/>
          <ac:picMkLst>
            <pc:docMk/>
            <pc:sldMk cId="0" sldId="283"/>
            <ac:picMk id="11" creationId="{2A45240A-967E-5DDE-85B9-0E3683CD25C6}"/>
          </ac:picMkLst>
        </pc:picChg>
        <pc:picChg chg="add mod">
          <ac:chgData name="이 은찬" userId="7171d596-a1e6-43c2-b263-57fdfdab9399" providerId="ADAL" clId="{84B8E845-A624-4E7E-AAB1-DF2C16F97486}" dt="2026-10-03T05:48:34.198" v="4281" actId="408"/>
          <ac:picMkLst>
            <pc:docMk/>
            <pc:sldMk cId="0" sldId="283"/>
            <ac:picMk id="13" creationId="{D8F4C225-D12B-793F-5AE4-A66C69E36502}"/>
          </ac:picMkLst>
        </pc:picChg>
        <pc:picChg chg="add mod">
          <ac:chgData name="이 은찬" userId="7171d596-a1e6-43c2-b263-57fdfdab9399" providerId="ADAL" clId="{84B8E845-A624-4E7E-AAB1-DF2C16F97486}" dt="2026-10-03T05:48:34.198" v="4281" actId="408"/>
          <ac:picMkLst>
            <pc:docMk/>
            <pc:sldMk cId="0" sldId="283"/>
            <ac:picMk id="15" creationId="{E9A56EA5-FFDF-771C-C13B-6290377B09A0}"/>
          </ac:picMkLst>
        </pc:picChg>
        <pc:picChg chg="add mod">
          <ac:chgData name="이 은찬" userId="7171d596-a1e6-43c2-b263-57fdfdab9399" providerId="ADAL" clId="{84B8E845-A624-4E7E-AAB1-DF2C16F97486}" dt="2026-10-03T05:48:34.198" v="4281" actId="408"/>
          <ac:picMkLst>
            <pc:docMk/>
            <pc:sldMk cId="0" sldId="283"/>
            <ac:picMk id="17" creationId="{330F32C6-F35C-78BB-9343-3ED5FAF59B81}"/>
          </ac:picMkLst>
        </pc:picChg>
        <pc:picChg chg="add mod">
          <ac:chgData name="이 은찬" userId="7171d596-a1e6-43c2-b263-57fdfdab9399" providerId="ADAL" clId="{84B8E845-A624-4E7E-AAB1-DF2C16F97486}" dt="2026-10-03T05:48:34.198" v="4281" actId="408"/>
          <ac:picMkLst>
            <pc:docMk/>
            <pc:sldMk cId="0" sldId="283"/>
            <ac:picMk id="19" creationId="{5F8E921A-7829-0BD1-F3C9-B93975F1AA08}"/>
          </ac:picMkLst>
        </pc:picChg>
        <pc:picChg chg="add mod">
          <ac:chgData name="이 은찬" userId="7171d596-a1e6-43c2-b263-57fdfdab9399" providerId="ADAL" clId="{84B8E845-A624-4E7E-AAB1-DF2C16F97486}" dt="2026-10-03T05:48:34.198" v="4281" actId="408"/>
          <ac:picMkLst>
            <pc:docMk/>
            <pc:sldMk cId="0" sldId="283"/>
            <ac:picMk id="21" creationId="{C697346D-28B4-79AB-63DC-3F57536209AB}"/>
          </ac:picMkLst>
        </pc:picChg>
        <pc:picChg chg="add mod">
          <ac:chgData name="이 은찬" userId="7171d596-a1e6-43c2-b263-57fdfdab9399" providerId="ADAL" clId="{84B8E845-A624-4E7E-AAB1-DF2C16F97486}" dt="2026-10-03T05:40:30.322" v="4159"/>
          <ac:picMkLst>
            <pc:docMk/>
            <pc:sldMk cId="0" sldId="283"/>
            <ac:picMk id="22" creationId="{7AB53C97-86DE-1F9E-3753-4588A57D22FF}"/>
          </ac:picMkLst>
        </pc:picChg>
        <pc:picChg chg="add mod">
          <ac:chgData name="이 은찬" userId="7171d596-a1e6-43c2-b263-57fdfdab9399" providerId="ADAL" clId="{84B8E845-A624-4E7E-AAB1-DF2C16F97486}" dt="2026-10-03T06:12:01.160" v="4412" actId="1076"/>
          <ac:picMkLst>
            <pc:docMk/>
            <pc:sldMk cId="0" sldId="283"/>
            <ac:picMk id="24" creationId="{54612EE2-C4E5-CDEB-D56A-F0917584DCA1}"/>
          </ac:picMkLst>
        </pc:picChg>
        <pc:cxnChg chg="mod topLvl">
          <ac:chgData name="이 은찬" userId="7171d596-a1e6-43c2-b263-57fdfdab9399" providerId="ADAL" clId="{84B8E845-A624-4E7E-AAB1-DF2C16F97486}" dt="2026-10-03T06:11:09.146" v="4387" actId="165"/>
          <ac:cxnSpMkLst>
            <pc:docMk/>
            <pc:sldMk cId="0" sldId="283"/>
            <ac:cxnSpMk id="99" creationId="{00000000-0000-0000-0000-000000000000}"/>
          </ac:cxnSpMkLst>
        </pc:cxnChg>
      </pc:sldChg>
      <pc:sldChg chg="addSp delSp modSp add mod">
        <pc:chgData name="이 은찬" userId="7171d596-a1e6-43c2-b263-57fdfdab9399" providerId="ADAL" clId="{84B8E845-A624-4E7E-AAB1-DF2C16F97486}" dt="2026-10-03T05:11:15.107" v="3968" actId="208"/>
        <pc:sldMkLst>
          <pc:docMk/>
          <pc:sldMk cId="618715306" sldId="284"/>
        </pc:sldMkLst>
        <pc:spChg chg="add mod">
          <ac:chgData name="이 은찬" userId="7171d596-a1e6-43c2-b263-57fdfdab9399" providerId="ADAL" clId="{84B8E845-A624-4E7E-AAB1-DF2C16F97486}" dt="2026-10-03T05:11:12.622" v="3967" actId="208"/>
          <ac:spMkLst>
            <pc:docMk/>
            <pc:sldMk cId="618715306" sldId="284"/>
            <ac:spMk id="2" creationId="{1DE9954C-656C-69AC-B8FF-E6C9FF3B88A7}"/>
          </ac:spMkLst>
        </pc:spChg>
        <pc:spChg chg="mod">
          <ac:chgData name="이 은찬" userId="7171d596-a1e6-43c2-b263-57fdfdab9399" providerId="ADAL" clId="{84B8E845-A624-4E7E-AAB1-DF2C16F97486}" dt="2026-10-03T05:10:06.378" v="3960"/>
          <ac:spMkLst>
            <pc:docMk/>
            <pc:sldMk cId="618715306" sldId="284"/>
            <ac:spMk id="5" creationId="{2DC5C4EB-7AE5-B4FD-194C-DDF27C085C94}"/>
          </ac:spMkLst>
        </pc:spChg>
        <pc:spChg chg="mod">
          <ac:chgData name="이 은찬" userId="7171d596-a1e6-43c2-b263-57fdfdab9399" providerId="ADAL" clId="{84B8E845-A624-4E7E-AAB1-DF2C16F97486}" dt="2026-10-03T05:10:59.422" v="3965" actId="207"/>
          <ac:spMkLst>
            <pc:docMk/>
            <pc:sldMk cId="618715306" sldId="284"/>
            <ac:spMk id="6" creationId="{7D2777C3-9A46-0578-BDE3-DF8BDE9BD195}"/>
          </ac:spMkLst>
        </pc:spChg>
        <pc:spChg chg="mod">
          <ac:chgData name="이 은찬" userId="7171d596-a1e6-43c2-b263-57fdfdab9399" providerId="ADAL" clId="{84B8E845-A624-4E7E-AAB1-DF2C16F97486}" dt="2026-10-03T05:10:06.378" v="3960"/>
          <ac:spMkLst>
            <pc:docMk/>
            <pc:sldMk cId="618715306" sldId="284"/>
            <ac:spMk id="7" creationId="{DA34C7EF-0F64-884C-3D4B-C76658C680EB}"/>
          </ac:spMkLst>
        </pc:spChg>
        <pc:spChg chg="mod">
          <ac:chgData name="이 은찬" userId="7171d596-a1e6-43c2-b263-57fdfdab9399" providerId="ADAL" clId="{84B8E845-A624-4E7E-AAB1-DF2C16F97486}" dt="2026-10-03T05:09:47.457" v="3957"/>
          <ac:spMkLst>
            <pc:docMk/>
            <pc:sldMk cId="618715306" sldId="284"/>
            <ac:spMk id="8" creationId="{00000000-0000-0000-0000-000000000000}"/>
          </ac:spMkLst>
        </pc:spChg>
        <pc:spChg chg="del topLvl">
          <ac:chgData name="이 은찬" userId="7171d596-a1e6-43c2-b263-57fdfdab9399" providerId="ADAL" clId="{84B8E845-A624-4E7E-AAB1-DF2C16F97486}" dt="2026-10-03T05:10:03.248" v="3958" actId="478"/>
          <ac:spMkLst>
            <pc:docMk/>
            <pc:sldMk cId="618715306" sldId="284"/>
            <ac:spMk id="15" creationId="{B23A71EE-1E52-98B7-A287-E26337A899E4}"/>
          </ac:spMkLst>
        </pc:spChg>
        <pc:spChg chg="del">
          <ac:chgData name="이 은찬" userId="7171d596-a1e6-43c2-b263-57fdfdab9399" providerId="ADAL" clId="{84B8E845-A624-4E7E-AAB1-DF2C16F97486}" dt="2026-10-03T05:09:30.541" v="3956" actId="478"/>
          <ac:spMkLst>
            <pc:docMk/>
            <pc:sldMk cId="618715306" sldId="284"/>
            <ac:spMk id="20" creationId="{779ACC18-372B-2603-8125-7B2C60DED3FB}"/>
          </ac:spMkLst>
        </pc:spChg>
        <pc:spChg chg="mod">
          <ac:chgData name="이 은찬" userId="7171d596-a1e6-43c2-b263-57fdfdab9399" providerId="ADAL" clId="{84B8E845-A624-4E7E-AAB1-DF2C16F97486}" dt="2026-10-03T05:10:06.378" v="3960"/>
          <ac:spMkLst>
            <pc:docMk/>
            <pc:sldMk cId="618715306" sldId="284"/>
            <ac:spMk id="21" creationId="{59B4D54A-BB2E-0E56-D21C-F9FC184913AC}"/>
          </ac:spMkLst>
        </pc:spChg>
        <pc:spChg chg="del">
          <ac:chgData name="이 은찬" userId="7171d596-a1e6-43c2-b263-57fdfdab9399" providerId="ADAL" clId="{84B8E845-A624-4E7E-AAB1-DF2C16F97486}" dt="2026-10-03T05:09:30.541" v="3956" actId="478"/>
          <ac:spMkLst>
            <pc:docMk/>
            <pc:sldMk cId="618715306" sldId="284"/>
            <ac:spMk id="23" creationId="{31DFE897-9EF6-0FEF-BFCE-6BAC1355BBF7}"/>
          </ac:spMkLst>
        </pc:spChg>
        <pc:spChg chg="mod">
          <ac:chgData name="이 은찬" userId="7171d596-a1e6-43c2-b263-57fdfdab9399" providerId="ADAL" clId="{84B8E845-A624-4E7E-AAB1-DF2C16F97486}" dt="2026-10-03T05:11:08.263" v="3966" actId="207"/>
          <ac:spMkLst>
            <pc:docMk/>
            <pc:sldMk cId="618715306" sldId="284"/>
            <ac:spMk id="24" creationId="{7747F5F8-00DD-5C2C-FED1-A4FE2D3F1BFB}"/>
          </ac:spMkLst>
        </pc:spChg>
        <pc:spChg chg="mod">
          <ac:chgData name="이 은찬" userId="7171d596-a1e6-43c2-b263-57fdfdab9399" providerId="ADAL" clId="{84B8E845-A624-4E7E-AAB1-DF2C16F97486}" dt="2026-10-03T05:10:06.378" v="3960"/>
          <ac:spMkLst>
            <pc:docMk/>
            <pc:sldMk cId="618715306" sldId="284"/>
            <ac:spMk id="25" creationId="{46D5FF55-EBA0-C199-DA8C-3DC01F3E23A4}"/>
          </ac:spMkLst>
        </pc:spChg>
        <pc:spChg chg="add mod">
          <ac:chgData name="이 은찬" userId="7171d596-a1e6-43c2-b263-57fdfdab9399" providerId="ADAL" clId="{84B8E845-A624-4E7E-AAB1-DF2C16F97486}" dt="2026-10-03T05:11:15.107" v="3968" actId="208"/>
          <ac:spMkLst>
            <pc:docMk/>
            <pc:sldMk cId="618715306" sldId="284"/>
            <ac:spMk id="26" creationId="{502A89E0-D6EE-374D-D206-973D234B1F7F}"/>
          </ac:spMkLst>
        </pc:spChg>
        <pc:spChg chg="mod">
          <ac:chgData name="이 은찬" userId="7171d596-a1e6-43c2-b263-57fdfdab9399" providerId="ADAL" clId="{84B8E845-A624-4E7E-AAB1-DF2C16F97486}" dt="2026-10-03T05:10:06.378" v="3960"/>
          <ac:spMkLst>
            <pc:docMk/>
            <pc:sldMk cId="618715306" sldId="284"/>
            <ac:spMk id="29" creationId="{A62A6DE8-A1F9-6F73-ACB6-86786FD63B50}"/>
          </ac:spMkLst>
        </pc:spChg>
        <pc:spChg chg="mod">
          <ac:chgData name="이 은찬" userId="7171d596-a1e6-43c2-b263-57fdfdab9399" providerId="ADAL" clId="{84B8E845-A624-4E7E-AAB1-DF2C16F97486}" dt="2026-10-03T05:10:46.246" v="3963" actId="207"/>
          <ac:spMkLst>
            <pc:docMk/>
            <pc:sldMk cId="618715306" sldId="284"/>
            <ac:spMk id="30" creationId="{573A83BB-1A61-9D95-DEBB-9EC5C2AE102D}"/>
          </ac:spMkLst>
        </pc:spChg>
        <pc:spChg chg="mod">
          <ac:chgData name="이 은찬" userId="7171d596-a1e6-43c2-b263-57fdfdab9399" providerId="ADAL" clId="{84B8E845-A624-4E7E-AAB1-DF2C16F97486}" dt="2026-10-03T05:10:51.352" v="3964" actId="14100"/>
          <ac:spMkLst>
            <pc:docMk/>
            <pc:sldMk cId="618715306" sldId="284"/>
            <ac:spMk id="31" creationId="{C03F09F3-36C3-A1E2-BBA6-B2B1A807FCEE}"/>
          </ac:spMkLst>
        </pc:spChg>
        <pc:grpChg chg="add mod">
          <ac:chgData name="이 은찬" userId="7171d596-a1e6-43c2-b263-57fdfdab9399" providerId="ADAL" clId="{84B8E845-A624-4E7E-AAB1-DF2C16F97486}" dt="2026-10-03T05:10:06.378" v="3960"/>
          <ac:grpSpMkLst>
            <pc:docMk/>
            <pc:sldMk cId="618715306" sldId="284"/>
            <ac:grpSpMk id="3" creationId="{547A2D70-E0C5-A0A3-3226-42C785AB5962}"/>
          </ac:grpSpMkLst>
        </pc:grpChg>
        <pc:grpChg chg="mod">
          <ac:chgData name="이 은찬" userId="7171d596-a1e6-43c2-b263-57fdfdab9399" providerId="ADAL" clId="{84B8E845-A624-4E7E-AAB1-DF2C16F97486}" dt="2026-10-03T05:10:06.378" v="3960"/>
          <ac:grpSpMkLst>
            <pc:docMk/>
            <pc:sldMk cId="618715306" sldId="284"/>
            <ac:grpSpMk id="4" creationId="{06E10AD4-513B-9810-E56A-17531B0E3980}"/>
          </ac:grpSpMkLst>
        </pc:grpChg>
        <pc:grpChg chg="add mod">
          <ac:chgData name="이 은찬" userId="7171d596-a1e6-43c2-b263-57fdfdab9399" providerId="ADAL" clId="{84B8E845-A624-4E7E-AAB1-DF2C16F97486}" dt="2026-10-03T05:10:06.378" v="3960"/>
          <ac:grpSpMkLst>
            <pc:docMk/>
            <pc:sldMk cId="618715306" sldId="284"/>
            <ac:grpSpMk id="11" creationId="{99100149-24AC-4898-3D53-A24FB6379F7F}"/>
          </ac:grpSpMkLst>
        </pc:grpChg>
        <pc:grpChg chg="del">
          <ac:chgData name="이 은찬" userId="7171d596-a1e6-43c2-b263-57fdfdab9399" providerId="ADAL" clId="{84B8E845-A624-4E7E-AAB1-DF2C16F97486}" dt="2026-10-03T05:10:03.248" v="3958" actId="478"/>
          <ac:grpSpMkLst>
            <pc:docMk/>
            <pc:sldMk cId="618715306" sldId="284"/>
            <ac:grpSpMk id="13" creationId="{51D84E5A-6783-8811-184F-E76B7E2124FB}"/>
          </ac:grpSpMkLst>
        </pc:grpChg>
        <pc:grpChg chg="del topLvl">
          <ac:chgData name="이 은찬" userId="7171d596-a1e6-43c2-b263-57fdfdab9399" providerId="ADAL" clId="{84B8E845-A624-4E7E-AAB1-DF2C16F97486}" dt="2026-10-03T05:10:05.125" v="3959" actId="478"/>
          <ac:grpSpMkLst>
            <pc:docMk/>
            <pc:sldMk cId="618715306" sldId="284"/>
            <ac:grpSpMk id="14" creationId="{B1A69CEC-8D14-983A-3A63-AA5D4E93B377}"/>
          </ac:grpSpMkLst>
        </pc:grpChg>
        <pc:grpChg chg="mod">
          <ac:chgData name="이 은찬" userId="7171d596-a1e6-43c2-b263-57fdfdab9399" providerId="ADAL" clId="{84B8E845-A624-4E7E-AAB1-DF2C16F97486}" dt="2026-10-03T05:10:06.378" v="3960"/>
          <ac:grpSpMkLst>
            <pc:docMk/>
            <pc:sldMk cId="618715306" sldId="284"/>
            <ac:grpSpMk id="18" creationId="{4ADADD15-04B4-9BA0-9ED3-25899C5FAB5D}"/>
          </ac:grpSpMkLst>
        </pc:grpChg>
        <pc:grpChg chg="add mod">
          <ac:chgData name="이 은찬" userId="7171d596-a1e6-43c2-b263-57fdfdab9399" providerId="ADAL" clId="{84B8E845-A624-4E7E-AAB1-DF2C16F97486}" dt="2026-10-03T05:10:06.378" v="3960"/>
          <ac:grpSpMkLst>
            <pc:docMk/>
            <pc:sldMk cId="618715306" sldId="284"/>
            <ac:grpSpMk id="27" creationId="{50E4FE5F-8FE3-5771-A904-D3CD8879301B}"/>
          </ac:grpSpMkLst>
        </pc:grpChg>
        <pc:grpChg chg="mod">
          <ac:chgData name="이 은찬" userId="7171d596-a1e6-43c2-b263-57fdfdab9399" providerId="ADAL" clId="{84B8E845-A624-4E7E-AAB1-DF2C16F97486}" dt="2026-10-03T05:10:06.378" v="3960"/>
          <ac:grpSpMkLst>
            <pc:docMk/>
            <pc:sldMk cId="618715306" sldId="284"/>
            <ac:grpSpMk id="28" creationId="{6CC4276C-F362-57E7-BD70-B04C8C6620CB}"/>
          </ac:grpSpMkLst>
        </pc:grpChg>
        <pc:picChg chg="del">
          <ac:chgData name="이 은찬" userId="7171d596-a1e6-43c2-b263-57fdfdab9399" providerId="ADAL" clId="{84B8E845-A624-4E7E-AAB1-DF2C16F97486}" dt="2026-10-03T05:09:30.541" v="3956" actId="478"/>
          <ac:picMkLst>
            <pc:docMk/>
            <pc:sldMk cId="618715306" sldId="284"/>
            <ac:picMk id="19" creationId="{CE12420A-C697-7461-8B1E-27DB346692D3}"/>
          </ac:picMkLst>
        </pc:picChg>
        <pc:picChg chg="del">
          <ac:chgData name="이 은찬" userId="7171d596-a1e6-43c2-b263-57fdfdab9399" providerId="ADAL" clId="{84B8E845-A624-4E7E-AAB1-DF2C16F97486}" dt="2026-10-03T05:09:30.541" v="3956" actId="478"/>
          <ac:picMkLst>
            <pc:docMk/>
            <pc:sldMk cId="618715306" sldId="284"/>
            <ac:picMk id="22" creationId="{539A5A42-F901-BC8B-82DB-F0BE9DDDCAAD}"/>
          </ac:picMkLst>
        </pc:picChg>
      </pc:sldChg>
      <pc:sldChg chg="delSp modSp add mod">
        <pc:chgData name="이 은찬" userId="7171d596-a1e6-43c2-b263-57fdfdab9399" providerId="ADAL" clId="{84B8E845-A624-4E7E-AAB1-DF2C16F97486}" dt="2026-10-03T06:21:42.201" v="4520" actId="20577"/>
        <pc:sldMkLst>
          <pc:docMk/>
          <pc:sldMk cId="265708773" sldId="285"/>
        </pc:sldMkLst>
        <pc:spChg chg="del">
          <ac:chgData name="이 은찬" userId="7171d596-a1e6-43c2-b263-57fdfdab9399" providerId="ADAL" clId="{84B8E845-A624-4E7E-AAB1-DF2C16F97486}" dt="2026-10-03T06:17:58.894" v="4485" actId="478"/>
          <ac:spMkLst>
            <pc:docMk/>
            <pc:sldMk cId="265708773" sldId="285"/>
            <ac:spMk id="2" creationId="{00000000-0000-0000-0000-000000000000}"/>
          </ac:spMkLst>
        </pc:spChg>
        <pc:spChg chg="del">
          <ac:chgData name="이 은찬" userId="7171d596-a1e6-43c2-b263-57fdfdab9399" providerId="ADAL" clId="{84B8E845-A624-4E7E-AAB1-DF2C16F97486}" dt="2026-10-03T06:17:58.894" v="4485" actId="478"/>
          <ac:spMkLst>
            <pc:docMk/>
            <pc:sldMk cId="265708773" sldId="285"/>
            <ac:spMk id="3" creationId="{7FF98ABA-47D1-A5F4-9281-577DFA30E12E}"/>
          </ac:spMkLst>
        </pc:spChg>
        <pc:spChg chg="del">
          <ac:chgData name="이 은찬" userId="7171d596-a1e6-43c2-b263-57fdfdab9399" providerId="ADAL" clId="{84B8E845-A624-4E7E-AAB1-DF2C16F97486}" dt="2026-10-03T06:17:58.894" v="4485" actId="478"/>
          <ac:spMkLst>
            <pc:docMk/>
            <pc:sldMk cId="265708773" sldId="285"/>
            <ac:spMk id="4" creationId="{FA334E57-535E-D53B-C8AD-17A1D28241E4}"/>
          </ac:spMkLst>
        </pc:spChg>
        <pc:spChg chg="del">
          <ac:chgData name="이 은찬" userId="7171d596-a1e6-43c2-b263-57fdfdab9399" providerId="ADAL" clId="{84B8E845-A624-4E7E-AAB1-DF2C16F97486}" dt="2026-10-03T06:17:58.894" v="4485" actId="478"/>
          <ac:spMkLst>
            <pc:docMk/>
            <pc:sldMk cId="265708773" sldId="285"/>
            <ac:spMk id="5" creationId="{162C1998-3DCB-A03F-FB03-30BFD0A8433B}"/>
          </ac:spMkLst>
        </pc:spChg>
        <pc:spChg chg="mod">
          <ac:chgData name="이 은찬" userId="7171d596-a1e6-43c2-b263-57fdfdab9399" providerId="ADAL" clId="{84B8E845-A624-4E7E-AAB1-DF2C16F97486}" dt="2026-10-03T06:21:42.201" v="4520" actId="20577"/>
          <ac:spMkLst>
            <pc:docMk/>
            <pc:sldMk cId="265708773" sldId="285"/>
            <ac:spMk id="6" creationId="{0F0653A8-7BC0-4078-8379-318D8B1E7F45}"/>
          </ac:spMkLst>
        </pc:spChg>
        <pc:spChg chg="del">
          <ac:chgData name="이 은찬" userId="7171d596-a1e6-43c2-b263-57fdfdab9399" providerId="ADAL" clId="{84B8E845-A624-4E7E-AAB1-DF2C16F97486}" dt="2026-10-03T06:17:58.894" v="4485" actId="478"/>
          <ac:spMkLst>
            <pc:docMk/>
            <pc:sldMk cId="265708773" sldId="285"/>
            <ac:spMk id="15" creationId="{00000000-0000-0000-0000-000000000000}"/>
          </ac:spMkLst>
        </pc:spChg>
        <pc:spChg chg="del">
          <ac:chgData name="이 은찬" userId="7171d596-a1e6-43c2-b263-57fdfdab9399" providerId="ADAL" clId="{84B8E845-A624-4E7E-AAB1-DF2C16F97486}" dt="2026-10-03T06:17:58.894" v="4485" actId="478"/>
          <ac:spMkLst>
            <pc:docMk/>
            <pc:sldMk cId="265708773" sldId="285"/>
            <ac:spMk id="17" creationId="{00000000-0000-0000-0000-000000000000}"/>
          </ac:spMkLst>
        </pc:spChg>
        <pc:spChg chg="del">
          <ac:chgData name="이 은찬" userId="7171d596-a1e6-43c2-b263-57fdfdab9399" providerId="ADAL" clId="{84B8E845-A624-4E7E-AAB1-DF2C16F97486}" dt="2026-10-03T06:17:58.894" v="4485" actId="478"/>
          <ac:spMkLst>
            <pc:docMk/>
            <pc:sldMk cId="265708773" sldId="285"/>
            <ac:spMk id="32" creationId="{00000000-0000-0000-0000-000000000000}"/>
          </ac:spMkLst>
        </pc:spChg>
        <pc:picChg chg="del">
          <ac:chgData name="이 은찬" userId="7171d596-a1e6-43c2-b263-57fdfdab9399" providerId="ADAL" clId="{84B8E845-A624-4E7E-AAB1-DF2C16F97486}" dt="2026-10-03T06:17:58.894" v="4485" actId="478"/>
          <ac:picMkLst>
            <pc:docMk/>
            <pc:sldMk cId="265708773" sldId="285"/>
            <ac:picMk id="16" creationId="{00000000-0000-0000-0000-000000000000}"/>
          </ac:picMkLst>
        </pc:picChg>
        <pc:picChg chg="del">
          <ac:chgData name="이 은찬" userId="7171d596-a1e6-43c2-b263-57fdfdab9399" providerId="ADAL" clId="{84B8E845-A624-4E7E-AAB1-DF2C16F97486}" dt="2026-10-03T06:17:58.894" v="4485" actId="478"/>
          <ac:picMkLst>
            <pc:docMk/>
            <pc:sldMk cId="265708773" sldId="285"/>
            <ac:picMk id="20" creationId="{CF129326-65E2-B351-ED3A-4D3C7ED73678}"/>
          </ac:picMkLst>
        </pc:picChg>
      </pc:sldChg>
    </pc:docChg>
  </pc:docChgLst>
  <pc:docChgLst>
    <pc:chgData name="이 은찬" userId="7171d596-a1e6-43c2-b263-57fdfdab9399" providerId="ADAL" clId="{EC57FFA4-718A-4CE0-AF78-52E7B20E8B37}"/>
    <pc:docChg chg="undo redo custSel addSld delSld modSld">
      <pc:chgData name="이 은찬" userId="7171d596-a1e6-43c2-b263-57fdfdab9399" providerId="ADAL" clId="{EC57FFA4-718A-4CE0-AF78-52E7B20E8B37}" dt="2026-10-04T03:20:26.780" v="6560" actId="20577"/>
      <pc:docMkLst>
        <pc:docMk/>
      </pc:docMkLst>
      <pc:sldChg chg="modSp mod">
        <pc:chgData name="이 은찬" userId="7171d596-a1e6-43c2-b263-57fdfdab9399" providerId="ADAL" clId="{EC57FFA4-718A-4CE0-AF78-52E7B20E8B37}" dt="2026-10-03T23:46:38.517" v="33"/>
        <pc:sldMkLst>
          <pc:docMk/>
          <pc:sldMk cId="2746174679" sldId="264"/>
        </pc:sldMkLst>
        <pc:spChg chg="mod">
          <ac:chgData name="이 은찬" userId="7171d596-a1e6-43c2-b263-57fdfdab9399" providerId="ADAL" clId="{EC57FFA4-718A-4CE0-AF78-52E7B20E8B37}" dt="2026-10-03T23:46:38.517" v="33"/>
          <ac:spMkLst>
            <pc:docMk/>
            <pc:sldMk cId="2746174679" sldId="264"/>
            <ac:spMk id="4" creationId="{FA334E57-535E-D53B-C8AD-17A1D28241E4}"/>
          </ac:spMkLst>
        </pc:spChg>
        <pc:spChg chg="mod">
          <ac:chgData name="이 은찬" userId="7171d596-a1e6-43c2-b263-57fdfdab9399" providerId="ADAL" clId="{EC57FFA4-718A-4CE0-AF78-52E7B20E8B37}" dt="2026-10-03T23:40:43.937" v="1" actId="20577"/>
          <ac:spMkLst>
            <pc:docMk/>
            <pc:sldMk cId="2746174679" sldId="264"/>
            <ac:spMk id="8" creationId="{8A85E423-5130-678A-F2A2-6017CB42FB8E}"/>
          </ac:spMkLst>
        </pc:spChg>
        <pc:spChg chg="mod">
          <ac:chgData name="이 은찬" userId="7171d596-a1e6-43c2-b263-57fdfdab9399" providerId="ADAL" clId="{EC57FFA4-718A-4CE0-AF78-52E7B20E8B37}" dt="2026-10-03T23:46:20.398" v="32"/>
          <ac:spMkLst>
            <pc:docMk/>
            <pc:sldMk cId="2746174679" sldId="264"/>
            <ac:spMk id="32" creationId="{00000000-0000-0000-0000-000000000000}"/>
          </ac:spMkLst>
        </pc:spChg>
      </pc:sldChg>
      <pc:sldChg chg="modSp mod">
        <pc:chgData name="이 은찬" userId="7171d596-a1e6-43c2-b263-57fdfdab9399" providerId="ADAL" clId="{EC57FFA4-718A-4CE0-AF78-52E7B20E8B37}" dt="2026-10-04T00:16:40.982" v="1144"/>
        <pc:sldMkLst>
          <pc:docMk/>
          <pc:sldMk cId="1828356913" sldId="265"/>
        </pc:sldMkLst>
        <pc:spChg chg="mod">
          <ac:chgData name="이 은찬" userId="7171d596-a1e6-43c2-b263-57fdfdab9399" providerId="ADAL" clId="{EC57FFA4-718A-4CE0-AF78-52E7B20E8B37}" dt="2026-10-04T00:16:40.982" v="1144"/>
          <ac:spMkLst>
            <pc:docMk/>
            <pc:sldMk cId="1828356913" sldId="265"/>
            <ac:spMk id="3" creationId="{A0A52C7F-80DB-1F40-2637-9FB6949E0EB8}"/>
          </ac:spMkLst>
        </pc:spChg>
      </pc:sldChg>
      <pc:sldChg chg="addSp delSp modSp mod">
        <pc:chgData name="이 은찬" userId="7171d596-a1e6-43c2-b263-57fdfdab9399" providerId="ADAL" clId="{EC57FFA4-718A-4CE0-AF78-52E7B20E8B37}" dt="2026-10-04T00:18:06.568" v="1160" actId="1076"/>
        <pc:sldMkLst>
          <pc:docMk/>
          <pc:sldMk cId="1468056876" sldId="272"/>
        </pc:sldMkLst>
        <pc:spChg chg="mod">
          <ac:chgData name="이 은찬" userId="7171d596-a1e6-43c2-b263-57fdfdab9399" providerId="ADAL" clId="{EC57FFA4-718A-4CE0-AF78-52E7B20E8B37}" dt="2026-10-04T00:17:19.549" v="1146"/>
          <ac:spMkLst>
            <pc:docMk/>
            <pc:sldMk cId="1468056876" sldId="272"/>
            <ac:spMk id="14" creationId="{EF391994-E033-1444-F8CA-A8C337539D9A}"/>
          </ac:spMkLst>
        </pc:spChg>
        <pc:spChg chg="mod">
          <ac:chgData name="이 은찬" userId="7171d596-a1e6-43c2-b263-57fdfdab9399" providerId="ADAL" clId="{EC57FFA4-718A-4CE0-AF78-52E7B20E8B37}" dt="2026-10-04T00:17:19.549" v="1146"/>
          <ac:spMkLst>
            <pc:docMk/>
            <pc:sldMk cId="1468056876" sldId="272"/>
            <ac:spMk id="17" creationId="{388AAC00-3A93-4F2F-5D3D-66538BCECAB6}"/>
          </ac:spMkLst>
        </pc:spChg>
        <pc:spChg chg="mod">
          <ac:chgData name="이 은찬" userId="7171d596-a1e6-43c2-b263-57fdfdab9399" providerId="ADAL" clId="{EC57FFA4-718A-4CE0-AF78-52E7B20E8B37}" dt="2026-10-04T00:17:19.549" v="1146"/>
          <ac:spMkLst>
            <pc:docMk/>
            <pc:sldMk cId="1468056876" sldId="272"/>
            <ac:spMk id="20" creationId="{CC173486-7A0A-688E-4F7F-0698B885C4FA}"/>
          </ac:spMkLst>
        </pc:spChg>
        <pc:spChg chg="mod">
          <ac:chgData name="이 은찬" userId="7171d596-a1e6-43c2-b263-57fdfdab9399" providerId="ADAL" clId="{EC57FFA4-718A-4CE0-AF78-52E7B20E8B37}" dt="2026-10-04T00:18:00.367" v="1159" actId="20577"/>
          <ac:spMkLst>
            <pc:docMk/>
            <pc:sldMk cId="1468056876" sldId="272"/>
            <ac:spMk id="21" creationId="{5F7DEA80-1474-B732-79D3-43BAC6A8A996}"/>
          </ac:spMkLst>
        </pc:spChg>
        <pc:spChg chg="mod">
          <ac:chgData name="이 은찬" userId="7171d596-a1e6-43c2-b263-57fdfdab9399" providerId="ADAL" clId="{EC57FFA4-718A-4CE0-AF78-52E7B20E8B37}" dt="2026-10-04T00:17:19.549" v="1146"/>
          <ac:spMkLst>
            <pc:docMk/>
            <pc:sldMk cId="1468056876" sldId="272"/>
            <ac:spMk id="22" creationId="{815A8C6B-E78B-9074-B9D6-C5A766CC4C4C}"/>
          </ac:spMkLst>
        </pc:spChg>
        <pc:spChg chg="mod">
          <ac:chgData name="이 은찬" userId="7171d596-a1e6-43c2-b263-57fdfdab9399" providerId="ADAL" clId="{EC57FFA4-718A-4CE0-AF78-52E7B20E8B37}" dt="2026-10-04T00:17:31.234" v="1149"/>
          <ac:spMkLst>
            <pc:docMk/>
            <pc:sldMk cId="1468056876" sldId="272"/>
            <ac:spMk id="23" creationId="{0806817B-6D1F-3C41-07FD-558851046103}"/>
          </ac:spMkLst>
        </pc:spChg>
        <pc:grpChg chg="add mod">
          <ac:chgData name="이 은찬" userId="7171d596-a1e6-43c2-b263-57fdfdab9399" providerId="ADAL" clId="{EC57FFA4-718A-4CE0-AF78-52E7B20E8B37}" dt="2026-10-04T00:18:06.568" v="1160" actId="1076"/>
          <ac:grpSpMkLst>
            <pc:docMk/>
            <pc:sldMk cId="1468056876" sldId="272"/>
            <ac:grpSpMk id="4" creationId="{330A77C4-F5AA-02C4-6F7B-12B05F426F6E}"/>
          </ac:grpSpMkLst>
        </pc:grpChg>
        <pc:grpChg chg="mod">
          <ac:chgData name="이 은찬" userId="7171d596-a1e6-43c2-b263-57fdfdab9399" providerId="ADAL" clId="{EC57FFA4-718A-4CE0-AF78-52E7B20E8B37}" dt="2026-10-04T00:17:19.549" v="1146"/>
          <ac:grpSpMkLst>
            <pc:docMk/>
            <pc:sldMk cId="1468056876" sldId="272"/>
            <ac:grpSpMk id="12" creationId="{5CDFAC48-5133-EE1C-AC5B-D1A34E95D9A0}"/>
          </ac:grpSpMkLst>
        </pc:grpChg>
        <pc:grpChg chg="del">
          <ac:chgData name="이 은찬" userId="7171d596-a1e6-43c2-b263-57fdfdab9399" providerId="ADAL" clId="{EC57FFA4-718A-4CE0-AF78-52E7B20E8B37}" dt="2026-10-04T00:17:19.031" v="1145" actId="478"/>
          <ac:grpSpMkLst>
            <pc:docMk/>
            <pc:sldMk cId="1468056876" sldId="272"/>
            <ac:grpSpMk id="16" creationId="{B289915A-2A60-08F2-7A82-411A80B14F98}"/>
          </ac:grpSpMkLst>
        </pc:grpChg>
        <pc:grpChg chg="mod">
          <ac:chgData name="이 은찬" userId="7171d596-a1e6-43c2-b263-57fdfdab9399" providerId="ADAL" clId="{EC57FFA4-718A-4CE0-AF78-52E7B20E8B37}" dt="2026-10-04T00:17:19.549" v="1146"/>
          <ac:grpSpMkLst>
            <pc:docMk/>
            <pc:sldMk cId="1468056876" sldId="272"/>
            <ac:grpSpMk id="18" creationId="{915128B9-48D0-F164-066D-472343792CDC}"/>
          </ac:grpSpMkLst>
        </pc:grpChg>
        <pc:grpChg chg="mod">
          <ac:chgData name="이 은찬" userId="7171d596-a1e6-43c2-b263-57fdfdab9399" providerId="ADAL" clId="{EC57FFA4-718A-4CE0-AF78-52E7B20E8B37}" dt="2026-10-04T00:17:19.549" v="1146"/>
          <ac:grpSpMkLst>
            <pc:docMk/>
            <pc:sldMk cId="1468056876" sldId="272"/>
            <ac:grpSpMk id="19" creationId="{EE75AE16-AC29-88D8-5B7B-65CD11EE131D}"/>
          </ac:grpSpMkLst>
        </pc:grpChg>
      </pc:sldChg>
      <pc:sldChg chg="addSp delSp modSp mod">
        <pc:chgData name="이 은찬" userId="7171d596-a1e6-43c2-b263-57fdfdab9399" providerId="ADAL" clId="{EC57FFA4-718A-4CE0-AF78-52E7B20E8B37}" dt="2026-10-04T03:16:58.801" v="6496" actId="20577"/>
        <pc:sldMkLst>
          <pc:docMk/>
          <pc:sldMk cId="0" sldId="283"/>
        </pc:sldMkLst>
        <pc:spChg chg="add del mod">
          <ac:chgData name="이 은찬" userId="7171d596-a1e6-43c2-b263-57fdfdab9399" providerId="ADAL" clId="{EC57FFA4-718A-4CE0-AF78-52E7B20E8B37}" dt="2026-10-03T23:45:03.436" v="30" actId="478"/>
          <ac:spMkLst>
            <pc:docMk/>
            <pc:sldMk cId="0" sldId="283"/>
            <ac:spMk id="6" creationId="{F3B39469-FA90-76C4-ADA2-C83FD970E51F}"/>
          </ac:spMkLst>
        </pc:spChg>
        <pc:spChg chg="del mod">
          <ac:chgData name="이 은찬" userId="7171d596-a1e6-43c2-b263-57fdfdab9399" providerId="ADAL" clId="{EC57FFA4-718A-4CE0-AF78-52E7B20E8B37}" dt="2026-10-03T23:43:40.181" v="17" actId="478"/>
          <ac:spMkLst>
            <pc:docMk/>
            <pc:sldMk cId="0" sldId="283"/>
            <ac:spMk id="10" creationId="{6D86CEE3-FA43-2D33-D305-1F16FA0F7982}"/>
          </ac:spMkLst>
        </pc:spChg>
        <pc:spChg chg="add del mod">
          <ac:chgData name="이 은찬" userId="7171d596-a1e6-43c2-b263-57fdfdab9399" providerId="ADAL" clId="{EC57FFA4-718A-4CE0-AF78-52E7B20E8B37}" dt="2026-10-03T23:45:05.070" v="31" actId="478"/>
          <ac:spMkLst>
            <pc:docMk/>
            <pc:sldMk cId="0" sldId="283"/>
            <ac:spMk id="12" creationId="{71A2DE20-2161-5281-C907-C244268356B2}"/>
          </ac:spMkLst>
        </pc:spChg>
        <pc:spChg chg="add mod">
          <ac:chgData name="이 은찬" userId="7171d596-a1e6-43c2-b263-57fdfdab9399" providerId="ADAL" clId="{EC57FFA4-718A-4CE0-AF78-52E7B20E8B37}" dt="2026-10-03T23:44:13.256" v="29" actId="1076"/>
          <ac:spMkLst>
            <pc:docMk/>
            <pc:sldMk cId="0" sldId="283"/>
            <ac:spMk id="14" creationId="{7EC5DED1-05E4-E59A-8A3E-04BE6773E042}"/>
          </ac:spMkLst>
        </pc:spChg>
        <pc:spChg chg="mod">
          <ac:chgData name="이 은찬" userId="7171d596-a1e6-43c2-b263-57fdfdab9399" providerId="ADAL" clId="{EC57FFA4-718A-4CE0-AF78-52E7B20E8B37}" dt="2026-10-03T23:42:21.069" v="12" actId="20577"/>
          <ac:spMkLst>
            <pc:docMk/>
            <pc:sldMk cId="0" sldId="283"/>
            <ac:spMk id="23" creationId="{3E968277-2D3A-8AD5-F027-647F2A1857A9}"/>
          </ac:spMkLst>
        </pc:spChg>
        <pc:spChg chg="mod">
          <ac:chgData name="이 은찬" userId="7171d596-a1e6-43c2-b263-57fdfdab9399" providerId="ADAL" clId="{EC57FFA4-718A-4CE0-AF78-52E7B20E8B37}" dt="2026-10-04T03:16:58.801" v="6496" actId="20577"/>
          <ac:spMkLst>
            <pc:docMk/>
            <pc:sldMk cId="0" sldId="283"/>
            <ac:spMk id="25" creationId="{923CEA3C-687A-33A9-F268-DAD19E2A567F}"/>
          </ac:spMkLst>
        </pc:spChg>
        <pc:spChg chg="mod">
          <ac:chgData name="이 은찬" userId="7171d596-a1e6-43c2-b263-57fdfdab9399" providerId="ADAL" clId="{EC57FFA4-718A-4CE0-AF78-52E7B20E8B37}" dt="2026-10-03T23:42:00.623" v="7" actId="207"/>
          <ac:spMkLst>
            <pc:docMk/>
            <pc:sldMk cId="0" sldId="283"/>
            <ac:spMk id="104" creationId="{00000000-0000-0000-0000-000000000000}"/>
          </ac:spMkLst>
        </pc:spChg>
        <pc:spChg chg="mod">
          <ac:chgData name="이 은찬" userId="7171d596-a1e6-43c2-b263-57fdfdab9399" providerId="ADAL" clId="{EC57FFA4-718A-4CE0-AF78-52E7B20E8B37}" dt="2026-10-03T23:41:41.529" v="5" actId="207"/>
          <ac:spMkLst>
            <pc:docMk/>
            <pc:sldMk cId="0" sldId="283"/>
            <ac:spMk id="106" creationId="{00000000-0000-0000-0000-000000000000}"/>
          </ac:spMkLst>
        </pc:spChg>
        <pc:picChg chg="del">
          <ac:chgData name="이 은찬" userId="7171d596-a1e6-43c2-b263-57fdfdab9399" providerId="ADAL" clId="{EC57FFA4-718A-4CE0-AF78-52E7B20E8B37}" dt="2026-10-03T23:49:39.574" v="49" actId="478"/>
          <ac:picMkLst>
            <pc:docMk/>
            <pc:sldMk cId="0" sldId="283"/>
            <ac:picMk id="7" creationId="{CF6BB8E5-7A87-189C-0F3A-CBBEAF1178CA}"/>
          </ac:picMkLst>
        </pc:picChg>
        <pc:picChg chg="add mod">
          <ac:chgData name="이 은찬" userId="7171d596-a1e6-43c2-b263-57fdfdab9399" providerId="ADAL" clId="{EC57FFA4-718A-4CE0-AF78-52E7B20E8B37}" dt="2026-10-03T23:49:55.773" v="55" actId="1037"/>
          <ac:picMkLst>
            <pc:docMk/>
            <pc:sldMk cId="0" sldId="283"/>
            <ac:picMk id="10" creationId="{E6D62F07-BA29-5543-7794-DD3CAF78DD84}"/>
          </ac:picMkLst>
        </pc:picChg>
        <pc:picChg chg="mod">
          <ac:chgData name="이 은찬" userId="7171d596-a1e6-43c2-b263-57fdfdab9399" providerId="ADAL" clId="{EC57FFA4-718A-4CE0-AF78-52E7B20E8B37}" dt="2026-10-03T23:41:10.096" v="2"/>
          <ac:picMkLst>
            <pc:docMk/>
            <pc:sldMk cId="0" sldId="283"/>
            <ac:picMk id="15" creationId="{E9A56EA5-FFDF-771C-C13B-6290377B09A0}"/>
          </ac:picMkLst>
        </pc:picChg>
        <pc:picChg chg="mod">
          <ac:chgData name="이 은찬" userId="7171d596-a1e6-43c2-b263-57fdfdab9399" providerId="ADAL" clId="{EC57FFA4-718A-4CE0-AF78-52E7B20E8B37}" dt="2026-10-03T23:41:20.248" v="3"/>
          <ac:picMkLst>
            <pc:docMk/>
            <pc:sldMk cId="0" sldId="283"/>
            <ac:picMk id="17" creationId="{330F32C6-F35C-78BB-9343-3ED5FAF59B81}"/>
          </ac:picMkLst>
        </pc:picChg>
      </pc:sldChg>
      <pc:sldChg chg="addSp delSp modSp mod">
        <pc:chgData name="이 은찬" userId="7171d596-a1e6-43c2-b263-57fdfdab9399" providerId="ADAL" clId="{EC57FFA4-718A-4CE0-AF78-52E7B20E8B37}" dt="2026-10-04T03:00:59.403" v="6368"/>
        <pc:sldMkLst>
          <pc:docMk/>
          <pc:sldMk cId="2768174384" sldId="294"/>
        </pc:sldMkLst>
        <pc:spChg chg="mod">
          <ac:chgData name="이 은찬" userId="7171d596-a1e6-43c2-b263-57fdfdab9399" providerId="ADAL" clId="{EC57FFA4-718A-4CE0-AF78-52E7B20E8B37}" dt="2026-10-04T02:59:39.942" v="6349" actId="20577"/>
          <ac:spMkLst>
            <pc:docMk/>
            <pc:sldMk cId="2768174384" sldId="294"/>
            <ac:spMk id="2" creationId="{BD2BA96E-A503-E600-DCB9-64F97FC65F5D}"/>
          </ac:spMkLst>
        </pc:spChg>
        <pc:spChg chg="add">
          <ac:chgData name="이 은찬" userId="7171d596-a1e6-43c2-b263-57fdfdab9399" providerId="ADAL" clId="{EC57FFA4-718A-4CE0-AF78-52E7B20E8B37}" dt="2026-10-04T03:00:19.517" v="6351"/>
          <ac:spMkLst>
            <pc:docMk/>
            <pc:sldMk cId="2768174384" sldId="294"/>
            <ac:spMk id="4" creationId="{D0775802-5E93-981D-1C2B-2509E39EEE04}"/>
          </ac:spMkLst>
        </pc:spChg>
        <pc:spChg chg="add">
          <ac:chgData name="이 은찬" userId="7171d596-a1e6-43c2-b263-57fdfdab9399" providerId="ADAL" clId="{EC57FFA4-718A-4CE0-AF78-52E7B20E8B37}" dt="2026-10-04T03:00:29.294" v="6358"/>
          <ac:spMkLst>
            <pc:docMk/>
            <pc:sldMk cId="2768174384" sldId="294"/>
            <ac:spMk id="7" creationId="{AD482D4D-0A6E-1849-FFA1-50A2B6008D51}"/>
          </ac:spMkLst>
        </pc:spChg>
        <pc:picChg chg="add mod">
          <ac:chgData name="이 은찬" userId="7171d596-a1e6-43c2-b263-57fdfdab9399" providerId="ADAL" clId="{EC57FFA4-718A-4CE0-AF78-52E7B20E8B37}" dt="2026-10-04T03:00:26.633" v="6356" actId="14100"/>
          <ac:picMkLst>
            <pc:docMk/>
            <pc:sldMk cId="2768174384" sldId="294"/>
            <ac:picMk id="5" creationId="{74113643-6C4A-49C8-846E-E1903AA5FD12}"/>
          </ac:picMkLst>
        </pc:picChg>
        <pc:picChg chg="add del">
          <ac:chgData name="이 은찬" userId="7171d596-a1e6-43c2-b263-57fdfdab9399" providerId="ADAL" clId="{EC57FFA4-718A-4CE0-AF78-52E7B20E8B37}" dt="2026-10-04T03:00:58.474" v="6367" actId="478"/>
          <ac:picMkLst>
            <pc:docMk/>
            <pc:sldMk cId="2768174384" sldId="294"/>
            <ac:picMk id="6" creationId="{27585B87-8B58-C287-0541-8F0B665C8A7E}"/>
          </ac:picMkLst>
        </pc:picChg>
        <pc:picChg chg="add del mod modCrop">
          <ac:chgData name="이 은찬" userId="7171d596-a1e6-43c2-b263-57fdfdab9399" providerId="ADAL" clId="{EC57FFA4-718A-4CE0-AF78-52E7B20E8B37}" dt="2026-10-04T03:00:57.941" v="6366" actId="478"/>
          <ac:picMkLst>
            <pc:docMk/>
            <pc:sldMk cId="2768174384" sldId="294"/>
            <ac:picMk id="10" creationId="{91F48556-D53E-C119-8E5C-3FAD0CFD3464}"/>
          </ac:picMkLst>
        </pc:picChg>
        <pc:picChg chg="add mod">
          <ac:chgData name="이 은찬" userId="7171d596-a1e6-43c2-b263-57fdfdab9399" providerId="ADAL" clId="{EC57FFA4-718A-4CE0-AF78-52E7B20E8B37}" dt="2026-10-04T03:00:59.403" v="6368"/>
          <ac:picMkLst>
            <pc:docMk/>
            <pc:sldMk cId="2768174384" sldId="294"/>
            <ac:picMk id="11" creationId="{7CE3E1BB-D152-52CF-3944-94354C88F014}"/>
          </ac:picMkLst>
        </pc:picChg>
      </pc:sldChg>
      <pc:sldChg chg="addSp delSp modSp mod">
        <pc:chgData name="이 은찬" userId="7171d596-a1e6-43c2-b263-57fdfdab9399" providerId="ADAL" clId="{EC57FFA4-718A-4CE0-AF78-52E7B20E8B37}" dt="2026-10-04T00:12:15.835" v="752" actId="167"/>
        <pc:sldMkLst>
          <pc:docMk/>
          <pc:sldMk cId="3531049374" sldId="300"/>
        </pc:sldMkLst>
        <pc:spChg chg="mod">
          <ac:chgData name="이 은찬" userId="7171d596-a1e6-43c2-b263-57fdfdab9399" providerId="ADAL" clId="{EC57FFA4-718A-4CE0-AF78-52E7B20E8B37}" dt="2026-10-03T23:50:32.307" v="123" actId="20577"/>
          <ac:spMkLst>
            <pc:docMk/>
            <pc:sldMk cId="3531049374" sldId="300"/>
            <ac:spMk id="2" creationId="{00000000-0000-0000-0000-000000000000}"/>
          </ac:spMkLst>
        </pc:spChg>
        <pc:spChg chg="mod ord">
          <ac:chgData name="이 은찬" userId="7171d596-a1e6-43c2-b263-57fdfdab9399" providerId="ADAL" clId="{EC57FFA4-718A-4CE0-AF78-52E7B20E8B37}" dt="2026-10-04T00:05:18.130" v="344" actId="166"/>
          <ac:spMkLst>
            <pc:docMk/>
            <pc:sldMk cId="3531049374" sldId="300"/>
            <ac:spMk id="4" creationId="{77079039-266D-4F01-DD58-898AD18FF396}"/>
          </ac:spMkLst>
        </pc:spChg>
        <pc:spChg chg="add">
          <ac:chgData name="이 은찬" userId="7171d596-a1e6-43c2-b263-57fdfdab9399" providerId="ADAL" clId="{EC57FFA4-718A-4CE0-AF78-52E7B20E8B37}" dt="2026-10-03T23:54:38.987" v="273"/>
          <ac:spMkLst>
            <pc:docMk/>
            <pc:sldMk cId="3531049374" sldId="300"/>
            <ac:spMk id="6" creationId="{B8DB1B81-2586-D7E1-B9C5-35E716F4E0B9}"/>
          </ac:spMkLst>
        </pc:spChg>
        <pc:spChg chg="mod">
          <ac:chgData name="이 은찬" userId="7171d596-a1e6-43c2-b263-57fdfdab9399" providerId="ADAL" clId="{EC57FFA4-718A-4CE0-AF78-52E7B20E8B37}" dt="2026-10-03T23:55:30.431" v="292" actId="20577"/>
          <ac:spMkLst>
            <pc:docMk/>
            <pc:sldMk cId="3531049374" sldId="300"/>
            <ac:spMk id="14" creationId="{D8E5F600-0999-9422-1C3C-8299F3CA9C9E}"/>
          </ac:spMkLst>
        </pc:spChg>
        <pc:spChg chg="del">
          <ac:chgData name="이 은찬" userId="7171d596-a1e6-43c2-b263-57fdfdab9399" providerId="ADAL" clId="{EC57FFA4-718A-4CE0-AF78-52E7B20E8B37}" dt="2026-10-03T23:52:10.780" v="272" actId="478"/>
          <ac:spMkLst>
            <pc:docMk/>
            <pc:sldMk cId="3531049374" sldId="300"/>
            <ac:spMk id="19" creationId="{FC516952-95E7-E5F8-6494-6D0DE03BD80B}"/>
          </ac:spMkLst>
        </pc:spChg>
        <pc:spChg chg="del">
          <ac:chgData name="이 은찬" userId="7171d596-a1e6-43c2-b263-57fdfdab9399" providerId="ADAL" clId="{EC57FFA4-718A-4CE0-AF78-52E7B20E8B37}" dt="2026-10-03T23:52:09.591" v="271" actId="478"/>
          <ac:spMkLst>
            <pc:docMk/>
            <pc:sldMk cId="3531049374" sldId="300"/>
            <ac:spMk id="20" creationId="{5FE9F9C5-68CA-B495-E4E2-8327B94779EE}"/>
          </ac:spMkLst>
        </pc:spChg>
        <pc:spChg chg="add mod">
          <ac:chgData name="이 은찬" userId="7171d596-a1e6-43c2-b263-57fdfdab9399" providerId="ADAL" clId="{EC57FFA4-718A-4CE0-AF78-52E7B20E8B37}" dt="2026-10-04T00:06:07.306" v="390" actId="196"/>
          <ac:spMkLst>
            <pc:docMk/>
            <pc:sldMk cId="3531049374" sldId="300"/>
            <ac:spMk id="22" creationId="{5723BE1C-A66D-C3F9-7004-E48C5D0B9708}"/>
          </ac:spMkLst>
        </pc:spChg>
        <pc:spChg chg="add mod">
          <ac:chgData name="이 은찬" userId="7171d596-a1e6-43c2-b263-57fdfdab9399" providerId="ADAL" clId="{EC57FFA4-718A-4CE0-AF78-52E7B20E8B37}" dt="2026-10-04T00:06:24.005" v="395" actId="207"/>
          <ac:spMkLst>
            <pc:docMk/>
            <pc:sldMk cId="3531049374" sldId="300"/>
            <ac:spMk id="23" creationId="{160AFA4A-78C1-2713-DE8E-5D067A54C601}"/>
          </ac:spMkLst>
        </pc:spChg>
        <pc:spChg chg="add mod">
          <ac:chgData name="이 은찬" userId="7171d596-a1e6-43c2-b263-57fdfdab9399" providerId="ADAL" clId="{EC57FFA4-718A-4CE0-AF78-52E7B20E8B37}" dt="2026-10-04T00:07:32.893" v="467" actId="14100"/>
          <ac:spMkLst>
            <pc:docMk/>
            <pc:sldMk cId="3531049374" sldId="300"/>
            <ac:spMk id="24" creationId="{769BC45E-B464-40C9-4B95-B2B2B69C57CD}"/>
          </ac:spMkLst>
        </pc:spChg>
        <pc:spChg chg="add mod">
          <ac:chgData name="이 은찬" userId="7171d596-a1e6-43c2-b263-57fdfdab9399" providerId="ADAL" clId="{EC57FFA4-718A-4CE0-AF78-52E7B20E8B37}" dt="2026-10-04T00:07:39.490" v="468" actId="14100"/>
          <ac:spMkLst>
            <pc:docMk/>
            <pc:sldMk cId="3531049374" sldId="300"/>
            <ac:spMk id="25" creationId="{92AD02CD-DBFC-D0DA-884A-8C6CE057AB43}"/>
          </ac:spMkLst>
        </pc:spChg>
        <pc:spChg chg="add mod">
          <ac:chgData name="이 은찬" userId="7171d596-a1e6-43c2-b263-57fdfdab9399" providerId="ADAL" clId="{EC57FFA4-718A-4CE0-AF78-52E7B20E8B37}" dt="2026-10-04T00:09:03.837" v="521" actId="1036"/>
          <ac:spMkLst>
            <pc:docMk/>
            <pc:sldMk cId="3531049374" sldId="300"/>
            <ac:spMk id="26" creationId="{C44D4F6B-0EFC-4B4E-F7A5-05D574541FD3}"/>
          </ac:spMkLst>
        </pc:spChg>
        <pc:spChg chg="add mod">
          <ac:chgData name="이 은찬" userId="7171d596-a1e6-43c2-b263-57fdfdab9399" providerId="ADAL" clId="{EC57FFA4-718A-4CE0-AF78-52E7B20E8B37}" dt="2026-10-04T00:10:10.745" v="733" actId="120"/>
          <ac:spMkLst>
            <pc:docMk/>
            <pc:sldMk cId="3531049374" sldId="300"/>
            <ac:spMk id="27" creationId="{6269A05A-9FF3-3A2F-BE29-C0857A9FADD5}"/>
          </ac:spMkLst>
        </pc:spChg>
        <pc:spChg chg="add del">
          <ac:chgData name="이 은찬" userId="7171d596-a1e6-43c2-b263-57fdfdab9399" providerId="ADAL" clId="{EC57FFA4-718A-4CE0-AF78-52E7B20E8B37}" dt="2026-10-04T00:08:52.545" v="510" actId="22"/>
          <ac:spMkLst>
            <pc:docMk/>
            <pc:sldMk cId="3531049374" sldId="300"/>
            <ac:spMk id="29" creationId="{E4CF13B4-3A70-46AE-F7CA-1C8838BBFDEB}"/>
          </ac:spMkLst>
        </pc:spChg>
        <pc:picChg chg="add del mod modCrop">
          <ac:chgData name="이 은찬" userId="7171d596-a1e6-43c2-b263-57fdfdab9399" providerId="ADAL" clId="{EC57FFA4-718A-4CE0-AF78-52E7B20E8B37}" dt="2026-10-04T00:12:11.772" v="750" actId="478"/>
          <ac:picMkLst>
            <pc:docMk/>
            <pc:sldMk cId="3531049374" sldId="300"/>
            <ac:picMk id="8" creationId="{E3A9D682-C546-07E1-5C67-2AE522272E13}"/>
          </ac:picMkLst>
        </pc:picChg>
        <pc:picChg chg="add mod modCrop">
          <ac:chgData name="이 은찬" userId="7171d596-a1e6-43c2-b263-57fdfdab9399" providerId="ADAL" clId="{EC57FFA4-718A-4CE0-AF78-52E7B20E8B37}" dt="2026-10-04T00:05:29.821" v="364" actId="1037"/>
          <ac:picMkLst>
            <pc:docMk/>
            <pc:sldMk cId="3531049374" sldId="300"/>
            <ac:picMk id="11" creationId="{EF93FFD2-71AD-E085-0F8F-12DB4871E131}"/>
          </ac:picMkLst>
        </pc:picChg>
        <pc:picChg chg="del">
          <ac:chgData name="이 은찬" userId="7171d596-a1e6-43c2-b263-57fdfdab9399" providerId="ADAL" clId="{EC57FFA4-718A-4CE0-AF78-52E7B20E8B37}" dt="2026-10-03T23:52:06.721" v="270" actId="478"/>
          <ac:picMkLst>
            <pc:docMk/>
            <pc:sldMk cId="3531049374" sldId="300"/>
            <ac:picMk id="12" creationId="{D6EA2FBD-E4F0-16D0-77F4-E389861828F3}"/>
          </ac:picMkLst>
        </pc:picChg>
        <pc:picChg chg="add del mod">
          <ac:chgData name="이 은찬" userId="7171d596-a1e6-43c2-b263-57fdfdab9399" providerId="ADAL" clId="{EC57FFA4-718A-4CE0-AF78-52E7B20E8B37}" dt="2026-10-04T00:01:30.314" v="304" actId="478"/>
          <ac:picMkLst>
            <pc:docMk/>
            <pc:sldMk cId="3531049374" sldId="300"/>
            <ac:picMk id="17" creationId="{F5B717A9-24A1-C624-5248-8440CF08F9A0}"/>
          </ac:picMkLst>
        </pc:picChg>
        <pc:picChg chg="add mod modCrop">
          <ac:chgData name="이 은찬" userId="7171d596-a1e6-43c2-b263-57fdfdab9399" providerId="ADAL" clId="{EC57FFA4-718A-4CE0-AF78-52E7B20E8B37}" dt="2026-10-04T00:05:34.891" v="384" actId="1038"/>
          <ac:picMkLst>
            <pc:docMk/>
            <pc:sldMk cId="3531049374" sldId="300"/>
            <ac:picMk id="21" creationId="{3023E0A9-9175-5DA3-6853-B68F4C4C9B50}"/>
          </ac:picMkLst>
        </pc:picChg>
        <pc:picChg chg="add del mod modCrop">
          <ac:chgData name="이 은찬" userId="7171d596-a1e6-43c2-b263-57fdfdab9399" providerId="ADAL" clId="{EC57FFA4-718A-4CE0-AF78-52E7B20E8B37}" dt="2026-10-04T00:12:11.257" v="749" actId="478"/>
          <ac:picMkLst>
            <pc:docMk/>
            <pc:sldMk cId="3531049374" sldId="300"/>
            <ac:picMk id="31" creationId="{EC361217-94DB-8152-1EB9-17B7A6596B99}"/>
          </ac:picMkLst>
        </pc:picChg>
        <pc:picChg chg="add mod ord">
          <ac:chgData name="이 은찬" userId="7171d596-a1e6-43c2-b263-57fdfdab9399" providerId="ADAL" clId="{EC57FFA4-718A-4CE0-AF78-52E7B20E8B37}" dt="2026-10-04T00:12:15.835" v="752" actId="167"/>
          <ac:picMkLst>
            <pc:docMk/>
            <pc:sldMk cId="3531049374" sldId="300"/>
            <ac:picMk id="32" creationId="{8F06015F-0C2A-88F1-C0CD-C64A6C173850}"/>
          </ac:picMkLst>
        </pc:picChg>
      </pc:sldChg>
      <pc:sldChg chg="del">
        <pc:chgData name="이 은찬" userId="7171d596-a1e6-43c2-b263-57fdfdab9399" providerId="ADAL" clId="{EC57FFA4-718A-4CE0-AF78-52E7B20E8B37}" dt="2026-10-04T00:16:17.295" v="1139" actId="47"/>
        <pc:sldMkLst>
          <pc:docMk/>
          <pc:sldMk cId="4117550637" sldId="301"/>
        </pc:sldMkLst>
      </pc:sldChg>
      <pc:sldChg chg="addSp delSp modSp del mod">
        <pc:chgData name="이 은찬" userId="7171d596-a1e6-43c2-b263-57fdfdab9399" providerId="ADAL" clId="{EC57FFA4-718A-4CE0-AF78-52E7B20E8B37}" dt="2026-10-04T00:56:07.077" v="2486" actId="47"/>
        <pc:sldMkLst>
          <pc:docMk/>
          <pc:sldMk cId="2680628503" sldId="302"/>
        </pc:sldMkLst>
        <pc:spChg chg="mod">
          <ac:chgData name="이 은찬" userId="7171d596-a1e6-43c2-b263-57fdfdab9399" providerId="ADAL" clId="{EC57FFA4-718A-4CE0-AF78-52E7B20E8B37}" dt="2026-10-04T00:18:49.002" v="1166" actId="20577"/>
          <ac:spMkLst>
            <pc:docMk/>
            <pc:sldMk cId="2680628503" sldId="302"/>
            <ac:spMk id="2" creationId="{00000000-0000-0000-0000-000000000000}"/>
          </ac:spMkLst>
        </pc:spChg>
        <pc:spChg chg="add mod">
          <ac:chgData name="이 은찬" userId="7171d596-a1e6-43c2-b263-57fdfdab9399" providerId="ADAL" clId="{EC57FFA4-718A-4CE0-AF78-52E7B20E8B37}" dt="2026-10-04T00:22:05.167" v="1358" actId="1036"/>
          <ac:spMkLst>
            <pc:docMk/>
            <pc:sldMk cId="2680628503" sldId="302"/>
            <ac:spMk id="4" creationId="{0F5A28F3-65A6-C435-1BA6-40A9F250EFAB}"/>
          </ac:spMkLst>
        </pc:spChg>
        <pc:spChg chg="del">
          <ac:chgData name="이 은찬" userId="7171d596-a1e6-43c2-b263-57fdfdab9399" providerId="ADAL" clId="{EC57FFA4-718A-4CE0-AF78-52E7B20E8B37}" dt="2026-10-04T00:20:24.812" v="1173" actId="478"/>
          <ac:spMkLst>
            <pc:docMk/>
            <pc:sldMk cId="2680628503" sldId="302"/>
            <ac:spMk id="6" creationId="{A5880ACF-DD80-6A76-A5F4-39D3F8531E69}"/>
          </ac:spMkLst>
        </pc:spChg>
        <pc:spChg chg="del">
          <ac:chgData name="이 은찬" userId="7171d596-a1e6-43c2-b263-57fdfdab9399" providerId="ADAL" clId="{EC57FFA4-718A-4CE0-AF78-52E7B20E8B37}" dt="2026-10-04T00:19:49.811" v="1172" actId="478"/>
          <ac:spMkLst>
            <pc:docMk/>
            <pc:sldMk cId="2680628503" sldId="302"/>
            <ac:spMk id="14" creationId="{E58079C4-49DC-97EA-E441-45A1C97AAF21}"/>
          </ac:spMkLst>
        </pc:spChg>
        <pc:spChg chg="mod">
          <ac:chgData name="이 은찬" userId="7171d596-a1e6-43c2-b263-57fdfdab9399" providerId="ADAL" clId="{EC57FFA4-718A-4CE0-AF78-52E7B20E8B37}" dt="2026-10-04T00:20:43.262" v="1221" actId="20577"/>
          <ac:spMkLst>
            <pc:docMk/>
            <pc:sldMk cId="2680628503" sldId="302"/>
            <ac:spMk id="16" creationId="{C7CE04D4-A40B-A90C-C12A-0A2915052021}"/>
          </ac:spMkLst>
        </pc:spChg>
        <pc:spChg chg="mod">
          <ac:chgData name="이 은찬" userId="7171d596-a1e6-43c2-b263-57fdfdab9399" providerId="ADAL" clId="{EC57FFA4-718A-4CE0-AF78-52E7B20E8B37}" dt="2026-10-04T00:20:25.125" v="1174"/>
          <ac:spMkLst>
            <pc:docMk/>
            <pc:sldMk cId="2680628503" sldId="302"/>
            <ac:spMk id="17" creationId="{565C4B2A-B871-F061-6C26-09CE127D53A8}"/>
          </ac:spMkLst>
        </pc:spChg>
        <pc:spChg chg="mod">
          <ac:chgData name="이 은찬" userId="7171d596-a1e6-43c2-b263-57fdfdab9399" providerId="ADAL" clId="{EC57FFA4-718A-4CE0-AF78-52E7B20E8B37}" dt="2026-10-04T00:20:25.125" v="1174"/>
          <ac:spMkLst>
            <pc:docMk/>
            <pc:sldMk cId="2680628503" sldId="302"/>
            <ac:spMk id="18" creationId="{5BE1D620-84E9-CE26-EFAA-A0719D3A29E7}"/>
          </ac:spMkLst>
        </pc:spChg>
        <pc:spChg chg="mod">
          <ac:chgData name="이 은찬" userId="7171d596-a1e6-43c2-b263-57fdfdab9399" providerId="ADAL" clId="{EC57FFA4-718A-4CE0-AF78-52E7B20E8B37}" dt="2026-10-04T00:20:25.125" v="1174"/>
          <ac:spMkLst>
            <pc:docMk/>
            <pc:sldMk cId="2680628503" sldId="302"/>
            <ac:spMk id="21" creationId="{C162D02B-91B9-2DA2-1FB9-219FE379E294}"/>
          </ac:spMkLst>
        </pc:spChg>
        <pc:spChg chg="mod">
          <ac:chgData name="이 은찬" userId="7171d596-a1e6-43c2-b263-57fdfdab9399" providerId="ADAL" clId="{EC57FFA4-718A-4CE0-AF78-52E7B20E8B37}" dt="2026-10-04T00:20:25.125" v="1174"/>
          <ac:spMkLst>
            <pc:docMk/>
            <pc:sldMk cId="2680628503" sldId="302"/>
            <ac:spMk id="22" creationId="{9E02ED86-9252-0FEF-A32E-3FA2286D05A2}"/>
          </ac:spMkLst>
        </pc:spChg>
        <pc:spChg chg="mod">
          <ac:chgData name="이 은찬" userId="7171d596-a1e6-43c2-b263-57fdfdab9399" providerId="ADAL" clId="{EC57FFA4-718A-4CE0-AF78-52E7B20E8B37}" dt="2026-10-04T00:20:25.125" v="1174"/>
          <ac:spMkLst>
            <pc:docMk/>
            <pc:sldMk cId="2680628503" sldId="302"/>
            <ac:spMk id="23" creationId="{E89D35F8-364D-430C-AD42-EEA057A727BF}"/>
          </ac:spMkLst>
        </pc:spChg>
        <pc:spChg chg="add del mod">
          <ac:chgData name="이 은찬" userId="7171d596-a1e6-43c2-b263-57fdfdab9399" providerId="ADAL" clId="{EC57FFA4-718A-4CE0-AF78-52E7B20E8B37}" dt="2026-10-04T00:20:53.049" v="1223" actId="478"/>
          <ac:spMkLst>
            <pc:docMk/>
            <pc:sldMk cId="2680628503" sldId="302"/>
            <ac:spMk id="24" creationId="{8C7EA049-5E32-8D3D-86AD-4A839BF7484B}"/>
          </ac:spMkLst>
        </pc:spChg>
        <pc:spChg chg="add mod">
          <ac:chgData name="이 은찬" userId="7171d596-a1e6-43c2-b263-57fdfdab9399" providerId="ADAL" clId="{EC57FFA4-718A-4CE0-AF78-52E7B20E8B37}" dt="2026-10-04T00:22:05.167" v="1358" actId="1036"/>
          <ac:spMkLst>
            <pc:docMk/>
            <pc:sldMk cId="2680628503" sldId="302"/>
            <ac:spMk id="25" creationId="{0B38C427-4CCD-5CF5-DB47-99E55698716F}"/>
          </ac:spMkLst>
        </pc:spChg>
        <pc:spChg chg="mod">
          <ac:chgData name="이 은찬" userId="7171d596-a1e6-43c2-b263-57fdfdab9399" providerId="ADAL" clId="{EC57FFA4-718A-4CE0-AF78-52E7B20E8B37}" dt="2026-10-04T00:21:17.285" v="1292" actId="20577"/>
          <ac:spMkLst>
            <pc:docMk/>
            <pc:sldMk cId="2680628503" sldId="302"/>
            <ac:spMk id="28" creationId="{46CB5C7E-4ACD-C123-96E6-C6FE0C9B23E0}"/>
          </ac:spMkLst>
        </pc:spChg>
        <pc:spChg chg="mod">
          <ac:chgData name="이 은찬" userId="7171d596-a1e6-43c2-b263-57fdfdab9399" providerId="ADAL" clId="{EC57FFA4-718A-4CE0-AF78-52E7B20E8B37}" dt="2026-10-04T00:19:14.619" v="1170" actId="20577"/>
          <ac:spMkLst>
            <pc:docMk/>
            <pc:sldMk cId="2680628503" sldId="302"/>
            <ac:spMk id="31" creationId="{C1E058C1-8AAF-AE76-7C38-254B98CD19BD}"/>
          </ac:spMkLst>
        </pc:spChg>
        <pc:spChg chg="mod">
          <ac:chgData name="이 은찬" userId="7171d596-a1e6-43c2-b263-57fdfdab9399" providerId="ADAL" clId="{EC57FFA4-718A-4CE0-AF78-52E7B20E8B37}" dt="2026-10-04T00:20:57.775" v="1224"/>
          <ac:spMkLst>
            <pc:docMk/>
            <pc:sldMk cId="2680628503" sldId="302"/>
            <ac:spMk id="34" creationId="{B7D9AF05-BAB9-2008-A9F9-8CFDABC2EF90}"/>
          </ac:spMkLst>
        </pc:spChg>
        <pc:spChg chg="mod">
          <ac:chgData name="이 은찬" userId="7171d596-a1e6-43c2-b263-57fdfdab9399" providerId="ADAL" clId="{EC57FFA4-718A-4CE0-AF78-52E7B20E8B37}" dt="2026-10-04T00:21:51.769" v="1349" actId="20577"/>
          <ac:spMkLst>
            <pc:docMk/>
            <pc:sldMk cId="2680628503" sldId="302"/>
            <ac:spMk id="35" creationId="{4564677F-7967-12CF-C453-B62176889FFA}"/>
          </ac:spMkLst>
        </pc:spChg>
        <pc:spChg chg="add mod">
          <ac:chgData name="이 은찬" userId="7171d596-a1e6-43c2-b263-57fdfdab9399" providerId="ADAL" clId="{EC57FFA4-718A-4CE0-AF78-52E7B20E8B37}" dt="2026-10-04T00:22:05.167" v="1358" actId="1036"/>
          <ac:spMkLst>
            <pc:docMk/>
            <pc:sldMk cId="2680628503" sldId="302"/>
            <ac:spMk id="36" creationId="{9599060E-5F96-8373-C0DE-F62E53EDD671}"/>
          </ac:spMkLst>
        </pc:spChg>
        <pc:spChg chg="mod">
          <ac:chgData name="이 은찬" userId="7171d596-a1e6-43c2-b263-57fdfdab9399" providerId="ADAL" clId="{EC57FFA4-718A-4CE0-AF78-52E7B20E8B37}" dt="2026-10-04T00:21:46.093" v="1348" actId="20577"/>
          <ac:spMkLst>
            <pc:docMk/>
            <pc:sldMk cId="2680628503" sldId="302"/>
            <ac:spMk id="39" creationId="{5BCBA357-08F6-E2D6-437C-0FA60D27B67E}"/>
          </ac:spMkLst>
        </pc:spChg>
        <pc:spChg chg="mod">
          <ac:chgData name="이 은찬" userId="7171d596-a1e6-43c2-b263-57fdfdab9399" providerId="ADAL" clId="{EC57FFA4-718A-4CE0-AF78-52E7B20E8B37}" dt="2026-10-04T00:21:21.472" v="1293"/>
          <ac:spMkLst>
            <pc:docMk/>
            <pc:sldMk cId="2680628503" sldId="302"/>
            <ac:spMk id="40" creationId="{F906C29D-5788-AD2B-CAF0-AB67AD9ECD11}"/>
          </ac:spMkLst>
        </pc:spChg>
        <pc:spChg chg="mod">
          <ac:chgData name="이 은찬" userId="7171d596-a1e6-43c2-b263-57fdfdab9399" providerId="ADAL" clId="{EC57FFA4-718A-4CE0-AF78-52E7B20E8B37}" dt="2026-10-04T00:21:55.041" v="1351" actId="20577"/>
          <ac:spMkLst>
            <pc:docMk/>
            <pc:sldMk cId="2680628503" sldId="302"/>
            <ac:spMk id="41" creationId="{1D83BF47-6553-029D-CAD9-8A24D59DC337}"/>
          </ac:spMkLst>
        </pc:spChg>
        <pc:grpChg chg="del">
          <ac:chgData name="이 은찬" userId="7171d596-a1e6-43c2-b263-57fdfdab9399" providerId="ADAL" clId="{EC57FFA4-718A-4CE0-AF78-52E7B20E8B37}" dt="2026-10-04T00:20:24.812" v="1173" actId="478"/>
          <ac:grpSpMkLst>
            <pc:docMk/>
            <pc:sldMk cId="2680628503" sldId="302"/>
            <ac:grpSpMk id="7" creationId="{B4FEA3EB-F67B-B2D5-5DD3-E9398E7A21CD}"/>
          </ac:grpSpMkLst>
        </pc:grpChg>
        <pc:grpChg chg="add mod">
          <ac:chgData name="이 은찬" userId="7171d596-a1e6-43c2-b263-57fdfdab9399" providerId="ADAL" clId="{EC57FFA4-718A-4CE0-AF78-52E7B20E8B37}" dt="2026-10-04T00:22:05.167" v="1358" actId="1036"/>
          <ac:grpSpMkLst>
            <pc:docMk/>
            <pc:sldMk cId="2680628503" sldId="302"/>
            <ac:grpSpMk id="8" creationId="{8FF10EDF-FEC8-B36D-3288-9056E6591A61}"/>
          </ac:grpSpMkLst>
        </pc:grpChg>
        <pc:grpChg chg="mod">
          <ac:chgData name="이 은찬" userId="7171d596-a1e6-43c2-b263-57fdfdab9399" providerId="ADAL" clId="{EC57FFA4-718A-4CE0-AF78-52E7B20E8B37}" dt="2026-10-04T00:20:25.125" v="1174"/>
          <ac:grpSpMkLst>
            <pc:docMk/>
            <pc:sldMk cId="2680628503" sldId="302"/>
            <ac:grpSpMk id="15" creationId="{B04E7798-2690-AC91-CF10-32668DE0634A}"/>
          </ac:grpSpMkLst>
        </pc:grpChg>
        <pc:grpChg chg="add del mod">
          <ac:chgData name="이 은찬" userId="7171d596-a1e6-43c2-b263-57fdfdab9399" providerId="ADAL" clId="{EC57FFA4-718A-4CE0-AF78-52E7B20E8B37}" dt="2026-10-04T00:20:53.049" v="1223" actId="478"/>
          <ac:grpSpMkLst>
            <pc:docMk/>
            <pc:sldMk cId="2680628503" sldId="302"/>
            <ac:grpSpMk id="19" creationId="{3DCC7D0E-FA98-457A-FCF4-272BBFDE0D47}"/>
          </ac:grpSpMkLst>
        </pc:grpChg>
        <pc:grpChg chg="mod">
          <ac:chgData name="이 은찬" userId="7171d596-a1e6-43c2-b263-57fdfdab9399" providerId="ADAL" clId="{EC57FFA4-718A-4CE0-AF78-52E7B20E8B37}" dt="2026-10-04T00:20:25.125" v="1174"/>
          <ac:grpSpMkLst>
            <pc:docMk/>
            <pc:sldMk cId="2680628503" sldId="302"/>
            <ac:grpSpMk id="20" creationId="{DC0FDC96-646B-8E69-6E11-7B51AF7561BC}"/>
          </ac:grpSpMkLst>
        </pc:grpChg>
        <pc:grpChg chg="add mod">
          <ac:chgData name="이 은찬" userId="7171d596-a1e6-43c2-b263-57fdfdab9399" providerId="ADAL" clId="{EC57FFA4-718A-4CE0-AF78-52E7B20E8B37}" dt="2026-10-04T00:22:05.167" v="1358" actId="1036"/>
          <ac:grpSpMkLst>
            <pc:docMk/>
            <pc:sldMk cId="2680628503" sldId="302"/>
            <ac:grpSpMk id="26" creationId="{E860A8DB-C736-CD14-59B5-B6A48736E772}"/>
          </ac:grpSpMkLst>
        </pc:grpChg>
        <pc:grpChg chg="mod">
          <ac:chgData name="이 은찬" userId="7171d596-a1e6-43c2-b263-57fdfdab9399" providerId="ADAL" clId="{EC57FFA4-718A-4CE0-AF78-52E7B20E8B37}" dt="2026-10-04T00:20:57.775" v="1224"/>
          <ac:grpSpMkLst>
            <pc:docMk/>
            <pc:sldMk cId="2680628503" sldId="302"/>
            <ac:grpSpMk id="27" creationId="{4ED1EE63-2806-3721-F0C4-3A3AC516C3F2}"/>
          </ac:grpSpMkLst>
        </pc:grpChg>
        <pc:grpChg chg="add mod">
          <ac:chgData name="이 은찬" userId="7171d596-a1e6-43c2-b263-57fdfdab9399" providerId="ADAL" clId="{EC57FFA4-718A-4CE0-AF78-52E7B20E8B37}" dt="2026-10-04T00:22:05.167" v="1358" actId="1036"/>
          <ac:grpSpMkLst>
            <pc:docMk/>
            <pc:sldMk cId="2680628503" sldId="302"/>
            <ac:grpSpMk id="37" creationId="{EDF02C40-A92E-CBF2-5FF1-E257969D601C}"/>
          </ac:grpSpMkLst>
        </pc:grpChg>
        <pc:grpChg chg="mod">
          <ac:chgData name="이 은찬" userId="7171d596-a1e6-43c2-b263-57fdfdab9399" providerId="ADAL" clId="{EC57FFA4-718A-4CE0-AF78-52E7B20E8B37}" dt="2026-10-04T00:21:21.472" v="1293"/>
          <ac:grpSpMkLst>
            <pc:docMk/>
            <pc:sldMk cId="2680628503" sldId="302"/>
            <ac:grpSpMk id="38" creationId="{E9B30FEE-E332-9469-90D5-AF6F5B202724}"/>
          </ac:grpSpMkLst>
        </pc:grpChg>
        <pc:picChg chg="del">
          <ac:chgData name="이 은찬" userId="7171d596-a1e6-43c2-b263-57fdfdab9399" providerId="ADAL" clId="{EC57FFA4-718A-4CE0-AF78-52E7B20E8B37}" dt="2026-10-04T00:19:43.113" v="1171" actId="478"/>
          <ac:picMkLst>
            <pc:docMk/>
            <pc:sldMk cId="2680628503" sldId="302"/>
            <ac:picMk id="5" creationId="{E076BE3F-3DD9-0629-1E64-694462746D81}"/>
          </ac:picMkLst>
        </pc:picChg>
      </pc:sldChg>
      <pc:sldChg chg="del">
        <pc:chgData name="이 은찬" userId="7171d596-a1e6-43c2-b263-57fdfdab9399" providerId="ADAL" clId="{EC57FFA4-718A-4CE0-AF78-52E7B20E8B37}" dt="2026-10-04T02:49:18.530" v="6030" actId="47"/>
        <pc:sldMkLst>
          <pc:docMk/>
          <pc:sldMk cId="1797567210" sldId="303"/>
        </pc:sldMkLst>
      </pc:sldChg>
      <pc:sldChg chg="del">
        <pc:chgData name="이 은찬" userId="7171d596-a1e6-43c2-b263-57fdfdab9399" providerId="ADAL" clId="{EC57FFA4-718A-4CE0-AF78-52E7B20E8B37}" dt="2026-10-04T02:49:05.398" v="6024" actId="47"/>
        <pc:sldMkLst>
          <pc:docMk/>
          <pc:sldMk cId="1655755771" sldId="304"/>
        </pc:sldMkLst>
      </pc:sldChg>
      <pc:sldChg chg="del">
        <pc:chgData name="이 은찬" userId="7171d596-a1e6-43c2-b263-57fdfdab9399" providerId="ADAL" clId="{EC57FFA4-718A-4CE0-AF78-52E7B20E8B37}" dt="2026-10-04T02:49:06.396" v="6025" actId="47"/>
        <pc:sldMkLst>
          <pc:docMk/>
          <pc:sldMk cId="2764130252" sldId="305"/>
        </pc:sldMkLst>
      </pc:sldChg>
      <pc:sldChg chg="del">
        <pc:chgData name="이 은찬" userId="7171d596-a1e6-43c2-b263-57fdfdab9399" providerId="ADAL" clId="{EC57FFA4-718A-4CE0-AF78-52E7B20E8B37}" dt="2026-10-04T02:49:07.212" v="6026" actId="47"/>
        <pc:sldMkLst>
          <pc:docMk/>
          <pc:sldMk cId="3216590140" sldId="306"/>
        </pc:sldMkLst>
      </pc:sldChg>
      <pc:sldChg chg="del">
        <pc:chgData name="이 은찬" userId="7171d596-a1e6-43c2-b263-57fdfdab9399" providerId="ADAL" clId="{EC57FFA4-718A-4CE0-AF78-52E7B20E8B37}" dt="2026-10-04T02:49:11.373" v="6027" actId="47"/>
        <pc:sldMkLst>
          <pc:docMk/>
          <pc:sldMk cId="1973134436" sldId="307"/>
        </pc:sldMkLst>
      </pc:sldChg>
      <pc:sldChg chg="del">
        <pc:chgData name="이 은찬" userId="7171d596-a1e6-43c2-b263-57fdfdab9399" providerId="ADAL" clId="{EC57FFA4-718A-4CE0-AF78-52E7B20E8B37}" dt="2026-10-04T02:49:21.889" v="6034" actId="47"/>
        <pc:sldMkLst>
          <pc:docMk/>
          <pc:sldMk cId="2713978789" sldId="308"/>
        </pc:sldMkLst>
      </pc:sldChg>
      <pc:sldChg chg="del">
        <pc:chgData name="이 은찬" userId="7171d596-a1e6-43c2-b263-57fdfdab9399" providerId="ADAL" clId="{EC57FFA4-718A-4CE0-AF78-52E7B20E8B37}" dt="2026-10-04T02:49:20.978" v="6033" actId="47"/>
        <pc:sldMkLst>
          <pc:docMk/>
          <pc:sldMk cId="2949397629" sldId="309"/>
        </pc:sldMkLst>
      </pc:sldChg>
      <pc:sldChg chg="del">
        <pc:chgData name="이 은찬" userId="7171d596-a1e6-43c2-b263-57fdfdab9399" providerId="ADAL" clId="{EC57FFA4-718A-4CE0-AF78-52E7B20E8B37}" dt="2026-10-04T02:49:20.193" v="6032" actId="47"/>
        <pc:sldMkLst>
          <pc:docMk/>
          <pc:sldMk cId="2550466425" sldId="310"/>
        </pc:sldMkLst>
      </pc:sldChg>
      <pc:sldChg chg="del">
        <pc:chgData name="이 은찬" userId="7171d596-a1e6-43c2-b263-57fdfdab9399" providerId="ADAL" clId="{EC57FFA4-718A-4CE0-AF78-52E7B20E8B37}" dt="2026-10-04T02:49:19.396" v="6031" actId="47"/>
        <pc:sldMkLst>
          <pc:docMk/>
          <pc:sldMk cId="1320647034" sldId="311"/>
        </pc:sldMkLst>
      </pc:sldChg>
      <pc:sldChg chg="del">
        <pc:chgData name="이 은찬" userId="7171d596-a1e6-43c2-b263-57fdfdab9399" providerId="ADAL" clId="{EC57FFA4-718A-4CE0-AF78-52E7B20E8B37}" dt="2026-10-04T02:49:17.564" v="6029" actId="47"/>
        <pc:sldMkLst>
          <pc:docMk/>
          <pc:sldMk cId="1367865884" sldId="312"/>
        </pc:sldMkLst>
      </pc:sldChg>
      <pc:sldChg chg="del">
        <pc:chgData name="이 은찬" userId="7171d596-a1e6-43c2-b263-57fdfdab9399" providerId="ADAL" clId="{EC57FFA4-718A-4CE0-AF78-52E7B20E8B37}" dt="2026-10-04T02:49:16.145" v="6028" actId="47"/>
        <pc:sldMkLst>
          <pc:docMk/>
          <pc:sldMk cId="3833130666" sldId="313"/>
        </pc:sldMkLst>
      </pc:sldChg>
      <pc:sldChg chg="addSp delSp modSp mod">
        <pc:chgData name="이 은찬" userId="7171d596-a1e6-43c2-b263-57fdfdab9399" providerId="ADAL" clId="{EC57FFA4-718A-4CE0-AF78-52E7B20E8B37}" dt="2026-10-04T02:56:25.420" v="6218" actId="1076"/>
        <pc:sldMkLst>
          <pc:docMk/>
          <pc:sldMk cId="1460867288" sldId="314"/>
        </pc:sldMkLst>
        <pc:spChg chg="add">
          <ac:chgData name="이 은찬" userId="7171d596-a1e6-43c2-b263-57fdfdab9399" providerId="ADAL" clId="{EC57FFA4-718A-4CE0-AF78-52E7B20E8B37}" dt="2026-10-04T02:56:07.009" v="6211"/>
          <ac:spMkLst>
            <pc:docMk/>
            <pc:sldMk cId="1460867288" sldId="314"/>
            <ac:spMk id="2" creationId="{D84E529A-8628-810E-96C9-85D2392CFDA7}"/>
          </ac:spMkLst>
        </pc:spChg>
        <pc:spChg chg="mod">
          <ac:chgData name="이 은찬" userId="7171d596-a1e6-43c2-b263-57fdfdab9399" providerId="ADAL" clId="{EC57FFA4-718A-4CE0-AF78-52E7B20E8B37}" dt="2026-10-04T02:54:44.397" v="6209" actId="20577"/>
          <ac:spMkLst>
            <pc:docMk/>
            <pc:sldMk cId="1460867288" sldId="314"/>
            <ac:spMk id="3" creationId="{9B7CF3A5-02F4-467E-1443-5C318ABEE8D7}"/>
          </ac:spMkLst>
        </pc:spChg>
        <pc:picChg chg="add mod">
          <ac:chgData name="이 은찬" userId="7171d596-a1e6-43c2-b263-57fdfdab9399" providerId="ADAL" clId="{EC57FFA4-718A-4CE0-AF78-52E7B20E8B37}" dt="2026-10-04T02:56:25.420" v="6218" actId="1076"/>
          <ac:picMkLst>
            <pc:docMk/>
            <pc:sldMk cId="1460867288" sldId="314"/>
            <ac:picMk id="4" creationId="{B4286B15-C6EE-8096-2AEF-F2C84F2E60E8}"/>
          </ac:picMkLst>
        </pc:picChg>
        <pc:picChg chg="del">
          <ac:chgData name="이 은찬" userId="7171d596-a1e6-43c2-b263-57fdfdab9399" providerId="ADAL" clId="{EC57FFA4-718A-4CE0-AF78-52E7B20E8B37}" dt="2026-10-04T02:56:05.761" v="6210" actId="478"/>
          <ac:picMkLst>
            <pc:docMk/>
            <pc:sldMk cId="1460867288" sldId="314"/>
            <ac:picMk id="6" creationId="{801FDC8A-44A3-0B51-F709-6E81C571BCC7}"/>
          </ac:picMkLst>
        </pc:picChg>
      </pc:sldChg>
      <pc:sldChg chg="addSp delSp modSp add mod">
        <pc:chgData name="이 은찬" userId="7171d596-a1e6-43c2-b263-57fdfdab9399" providerId="ADAL" clId="{EC57FFA4-718A-4CE0-AF78-52E7B20E8B37}" dt="2026-10-04T00:16:24.710" v="1141" actId="20577"/>
        <pc:sldMkLst>
          <pc:docMk/>
          <pc:sldMk cId="2186443197" sldId="315"/>
        </pc:sldMkLst>
        <pc:spChg chg="add mod">
          <ac:chgData name="이 은찬" userId="7171d596-a1e6-43c2-b263-57fdfdab9399" providerId="ADAL" clId="{EC57FFA4-718A-4CE0-AF78-52E7B20E8B37}" dt="2026-10-04T00:15:58.828" v="1138" actId="403"/>
          <ac:spMkLst>
            <pc:docMk/>
            <pc:sldMk cId="2186443197" sldId="315"/>
            <ac:spMk id="6" creationId="{F4E005F1-4C51-1F5A-2442-1935D732112C}"/>
          </ac:spMkLst>
        </pc:spChg>
        <pc:spChg chg="add mod">
          <ac:chgData name="이 은찬" userId="7171d596-a1e6-43c2-b263-57fdfdab9399" providerId="ADAL" clId="{EC57FFA4-718A-4CE0-AF78-52E7B20E8B37}" dt="2026-10-04T00:15:58.828" v="1138" actId="403"/>
          <ac:spMkLst>
            <pc:docMk/>
            <pc:sldMk cId="2186443197" sldId="315"/>
            <ac:spMk id="8" creationId="{2E0D0B58-1B3D-C879-1624-0D684D771F21}"/>
          </ac:spMkLst>
        </pc:spChg>
        <pc:spChg chg="mod">
          <ac:chgData name="이 은찬" userId="7171d596-a1e6-43c2-b263-57fdfdab9399" providerId="ADAL" clId="{EC57FFA4-718A-4CE0-AF78-52E7B20E8B37}" dt="2026-10-04T00:16:24.710" v="1141" actId="20577"/>
          <ac:spMkLst>
            <pc:docMk/>
            <pc:sldMk cId="2186443197" sldId="315"/>
            <ac:spMk id="9" creationId="{00000000-0000-0000-0000-000000000000}"/>
          </ac:spMkLst>
        </pc:spChg>
        <pc:spChg chg="mod">
          <ac:chgData name="이 은찬" userId="7171d596-a1e6-43c2-b263-57fdfdab9399" providerId="ADAL" clId="{EC57FFA4-718A-4CE0-AF78-52E7B20E8B37}" dt="2026-10-04T00:12:57.287" v="800" actId="20577"/>
          <ac:spMkLst>
            <pc:docMk/>
            <pc:sldMk cId="2186443197" sldId="315"/>
            <ac:spMk id="14" creationId="{D8E5F600-0999-9422-1C3C-8299F3CA9C9E}"/>
          </ac:spMkLst>
        </pc:spChg>
        <pc:spChg chg="mod">
          <ac:chgData name="이 은찬" userId="7171d596-a1e6-43c2-b263-57fdfdab9399" providerId="ADAL" clId="{EC57FFA4-718A-4CE0-AF78-52E7B20E8B37}" dt="2026-10-04T00:12:47.238" v="755" actId="20577"/>
          <ac:spMkLst>
            <pc:docMk/>
            <pc:sldMk cId="2186443197" sldId="315"/>
            <ac:spMk id="16" creationId="{0B5149CE-8166-C52B-D92D-BCEAFFE97638}"/>
          </ac:spMkLst>
        </pc:spChg>
        <pc:spChg chg="del mod">
          <ac:chgData name="이 은찬" userId="7171d596-a1e6-43c2-b263-57fdfdab9399" providerId="ADAL" clId="{EC57FFA4-718A-4CE0-AF78-52E7B20E8B37}" dt="2026-10-04T00:13:23.962" v="808" actId="478"/>
          <ac:spMkLst>
            <pc:docMk/>
            <pc:sldMk cId="2186443197" sldId="315"/>
            <ac:spMk id="24" creationId="{769BC45E-B464-40C9-4B95-B2B2B69C57CD}"/>
          </ac:spMkLst>
        </pc:spChg>
        <pc:spChg chg="del">
          <ac:chgData name="이 은찬" userId="7171d596-a1e6-43c2-b263-57fdfdab9399" providerId="ADAL" clId="{EC57FFA4-718A-4CE0-AF78-52E7B20E8B37}" dt="2026-10-04T00:13:11.761" v="803" actId="478"/>
          <ac:spMkLst>
            <pc:docMk/>
            <pc:sldMk cId="2186443197" sldId="315"/>
            <ac:spMk id="25" creationId="{92AD02CD-DBFC-D0DA-884A-8C6CE057AB43}"/>
          </ac:spMkLst>
        </pc:spChg>
        <pc:spChg chg="mod">
          <ac:chgData name="이 은찬" userId="7171d596-a1e6-43c2-b263-57fdfdab9399" providerId="ADAL" clId="{EC57FFA4-718A-4CE0-AF78-52E7B20E8B37}" dt="2026-10-04T00:15:58.828" v="1138" actId="403"/>
          <ac:spMkLst>
            <pc:docMk/>
            <pc:sldMk cId="2186443197" sldId="315"/>
            <ac:spMk id="26" creationId="{C44D4F6B-0EFC-4B4E-F7A5-05D574541FD3}"/>
          </ac:spMkLst>
        </pc:spChg>
        <pc:spChg chg="del mod">
          <ac:chgData name="이 은찬" userId="7171d596-a1e6-43c2-b263-57fdfdab9399" providerId="ADAL" clId="{EC57FFA4-718A-4CE0-AF78-52E7B20E8B37}" dt="2026-10-04T00:13:11.134" v="802" actId="478"/>
          <ac:spMkLst>
            <pc:docMk/>
            <pc:sldMk cId="2186443197" sldId="315"/>
            <ac:spMk id="27" creationId="{6269A05A-9FF3-3A2F-BE29-C0857A9FADD5}"/>
          </ac:spMkLst>
        </pc:spChg>
      </pc:sldChg>
      <pc:sldChg chg="addSp delSp modSp add del mod">
        <pc:chgData name="이 은찬" userId="7171d596-a1e6-43c2-b263-57fdfdab9399" providerId="ADAL" clId="{EC57FFA4-718A-4CE0-AF78-52E7B20E8B37}" dt="2026-10-04T00:59:20.502" v="2524" actId="47"/>
        <pc:sldMkLst>
          <pc:docMk/>
          <pc:sldMk cId="2100624520" sldId="316"/>
        </pc:sldMkLst>
        <pc:spChg chg="del">
          <ac:chgData name="이 은찬" userId="7171d596-a1e6-43c2-b263-57fdfdab9399" providerId="ADAL" clId="{EC57FFA4-718A-4CE0-AF78-52E7B20E8B37}" dt="2026-10-04T00:23:28.731" v="1448" actId="478"/>
          <ac:spMkLst>
            <pc:docMk/>
            <pc:sldMk cId="2100624520" sldId="316"/>
            <ac:spMk id="4" creationId="{0F5A28F3-65A6-C435-1BA6-40A9F250EFAB}"/>
          </ac:spMkLst>
        </pc:spChg>
        <pc:spChg chg="add mod">
          <ac:chgData name="이 은찬" userId="7171d596-a1e6-43c2-b263-57fdfdab9399" providerId="ADAL" clId="{EC57FFA4-718A-4CE0-AF78-52E7B20E8B37}" dt="2026-10-04T00:33:30.753" v="2103" actId="207"/>
          <ac:spMkLst>
            <pc:docMk/>
            <pc:sldMk cId="2100624520" sldId="316"/>
            <ac:spMk id="5" creationId="{FFBF0969-9F15-45DD-D817-A2383A9C32AA}"/>
          </ac:spMkLst>
        </pc:spChg>
        <pc:spChg chg="add mod">
          <ac:chgData name="이 은찬" userId="7171d596-a1e6-43c2-b263-57fdfdab9399" providerId="ADAL" clId="{EC57FFA4-718A-4CE0-AF78-52E7B20E8B37}" dt="2026-10-04T00:33:36.127" v="2104" actId="207"/>
          <ac:spMkLst>
            <pc:docMk/>
            <pc:sldMk cId="2100624520" sldId="316"/>
            <ac:spMk id="6" creationId="{7FB2EDBF-FD0A-9E18-80D3-0FB13C548564}"/>
          </ac:spMkLst>
        </pc:spChg>
        <pc:spChg chg="add mod">
          <ac:chgData name="이 은찬" userId="7171d596-a1e6-43c2-b263-57fdfdab9399" providerId="ADAL" clId="{EC57FFA4-718A-4CE0-AF78-52E7B20E8B37}" dt="2026-10-04T00:33:41.169" v="2105" actId="207"/>
          <ac:spMkLst>
            <pc:docMk/>
            <pc:sldMk cId="2100624520" sldId="316"/>
            <ac:spMk id="7" creationId="{B3B18D69-E4E2-C975-C0DE-A2B5DAC9136B}"/>
          </ac:spMkLst>
        </pc:spChg>
        <pc:spChg chg="add mod">
          <ac:chgData name="이 은찬" userId="7171d596-a1e6-43c2-b263-57fdfdab9399" providerId="ADAL" clId="{EC57FFA4-718A-4CE0-AF78-52E7B20E8B37}" dt="2026-10-04T00:33:47.924" v="2106" actId="207"/>
          <ac:spMkLst>
            <pc:docMk/>
            <pc:sldMk cId="2100624520" sldId="316"/>
            <ac:spMk id="10" creationId="{1317DB2C-CEC9-6107-BE16-C6589D525A57}"/>
          </ac:spMkLst>
        </pc:spChg>
        <pc:spChg chg="add mod">
          <ac:chgData name="이 은찬" userId="7171d596-a1e6-43c2-b263-57fdfdab9399" providerId="ADAL" clId="{EC57FFA4-718A-4CE0-AF78-52E7B20E8B37}" dt="2026-10-04T00:36:43.917" v="2116" actId="242"/>
          <ac:spMkLst>
            <pc:docMk/>
            <pc:sldMk cId="2100624520" sldId="316"/>
            <ac:spMk id="11" creationId="{057214F2-2C6F-1FF6-4FC7-BF6F886CF781}"/>
          </ac:spMkLst>
        </pc:spChg>
        <pc:spChg chg="add mod">
          <ac:chgData name="이 은찬" userId="7171d596-a1e6-43c2-b263-57fdfdab9399" providerId="ADAL" clId="{EC57FFA4-718A-4CE0-AF78-52E7B20E8B37}" dt="2026-10-04T00:36:19.933" v="2115" actId="1076"/>
          <ac:spMkLst>
            <pc:docMk/>
            <pc:sldMk cId="2100624520" sldId="316"/>
            <ac:spMk id="12" creationId="{7A17A6C4-C969-894E-A53E-06BFAF885D35}"/>
          </ac:spMkLst>
        </pc:spChg>
        <pc:spChg chg="add mod">
          <ac:chgData name="이 은찬" userId="7171d596-a1e6-43c2-b263-57fdfdab9399" providerId="ADAL" clId="{EC57FFA4-718A-4CE0-AF78-52E7B20E8B37}" dt="2026-10-04T00:36:43.917" v="2116" actId="242"/>
          <ac:spMkLst>
            <pc:docMk/>
            <pc:sldMk cId="2100624520" sldId="316"/>
            <ac:spMk id="13" creationId="{4FBE9BD0-4316-89DC-23A1-0ECA021675C8}"/>
          </ac:spMkLst>
        </pc:spChg>
        <pc:spChg chg="add mod">
          <ac:chgData name="이 은찬" userId="7171d596-a1e6-43c2-b263-57fdfdab9399" providerId="ADAL" clId="{EC57FFA4-718A-4CE0-AF78-52E7B20E8B37}" dt="2026-10-04T00:36:43.917" v="2116" actId="242"/>
          <ac:spMkLst>
            <pc:docMk/>
            <pc:sldMk cId="2100624520" sldId="316"/>
            <ac:spMk id="14" creationId="{99BE460E-6618-9235-F6A0-E1DD3A5C7D16}"/>
          </ac:spMkLst>
        </pc:spChg>
        <pc:spChg chg="add mod">
          <ac:chgData name="이 은찬" userId="7171d596-a1e6-43c2-b263-57fdfdab9399" providerId="ADAL" clId="{EC57FFA4-718A-4CE0-AF78-52E7B20E8B37}" dt="2026-10-04T00:36:43.917" v="2116" actId="242"/>
          <ac:spMkLst>
            <pc:docMk/>
            <pc:sldMk cId="2100624520" sldId="316"/>
            <ac:spMk id="19" creationId="{CA6F693E-CC9A-DB59-3E64-A67F61D08BB2}"/>
          </ac:spMkLst>
        </pc:spChg>
        <pc:spChg chg="add mod">
          <ac:chgData name="이 은찬" userId="7171d596-a1e6-43c2-b263-57fdfdab9399" providerId="ADAL" clId="{EC57FFA4-718A-4CE0-AF78-52E7B20E8B37}" dt="2026-10-04T00:52:38.222" v="2300" actId="207"/>
          <ac:spMkLst>
            <pc:docMk/>
            <pc:sldMk cId="2100624520" sldId="316"/>
            <ac:spMk id="20" creationId="{2F55F665-7CB7-9F4A-21C7-93B05F4A60BE}"/>
          </ac:spMkLst>
        </pc:spChg>
        <pc:spChg chg="add mod">
          <ac:chgData name="이 은찬" userId="7171d596-a1e6-43c2-b263-57fdfdab9399" providerId="ADAL" clId="{EC57FFA4-718A-4CE0-AF78-52E7B20E8B37}" dt="2026-10-04T00:45:39.083" v="2284" actId="13926"/>
          <ac:spMkLst>
            <pc:docMk/>
            <pc:sldMk cId="2100624520" sldId="316"/>
            <ac:spMk id="21" creationId="{2DF4D558-D296-8D27-FF09-3AC02DBD6A3C}"/>
          </ac:spMkLst>
        </pc:spChg>
        <pc:spChg chg="add">
          <ac:chgData name="이 은찬" userId="7171d596-a1e6-43c2-b263-57fdfdab9399" providerId="ADAL" clId="{EC57FFA4-718A-4CE0-AF78-52E7B20E8B37}" dt="2026-10-04T00:46:08.728" v="2285"/>
          <ac:spMkLst>
            <pc:docMk/>
            <pc:sldMk cId="2100624520" sldId="316"/>
            <ac:spMk id="22" creationId="{B827EB97-6D4E-B43A-62B6-E9387F8E8248}"/>
          </ac:spMkLst>
        </pc:spChg>
        <pc:spChg chg="del">
          <ac:chgData name="이 은찬" userId="7171d596-a1e6-43c2-b263-57fdfdab9399" providerId="ADAL" clId="{EC57FFA4-718A-4CE0-AF78-52E7B20E8B37}" dt="2026-10-04T00:23:28.731" v="1448" actId="478"/>
          <ac:spMkLst>
            <pc:docMk/>
            <pc:sldMk cId="2100624520" sldId="316"/>
            <ac:spMk id="25" creationId="{0B38C427-4CCD-5CF5-DB47-99E55698716F}"/>
          </ac:spMkLst>
        </pc:spChg>
        <pc:spChg chg="mod">
          <ac:chgData name="이 은찬" userId="7171d596-a1e6-43c2-b263-57fdfdab9399" providerId="ADAL" clId="{EC57FFA4-718A-4CE0-AF78-52E7B20E8B37}" dt="2026-10-04T00:23:06.650" v="1447" actId="20577"/>
          <ac:spMkLst>
            <pc:docMk/>
            <pc:sldMk cId="2100624520" sldId="316"/>
            <ac:spMk id="31" creationId="{C1E058C1-8AAF-AE76-7C38-254B98CD19BD}"/>
          </ac:spMkLst>
        </pc:spChg>
        <pc:spChg chg="mod">
          <ac:chgData name="이 은찬" userId="7171d596-a1e6-43c2-b263-57fdfdab9399" providerId="ADAL" clId="{EC57FFA4-718A-4CE0-AF78-52E7B20E8B37}" dt="2026-10-04T00:22:51.577" v="1422" actId="20577"/>
          <ac:spMkLst>
            <pc:docMk/>
            <pc:sldMk cId="2100624520" sldId="316"/>
            <ac:spMk id="33" creationId="{8EDF2654-BE01-EF84-31E7-1DC08914F93A}"/>
          </ac:spMkLst>
        </pc:spChg>
        <pc:spChg chg="mod">
          <ac:chgData name="이 은찬" userId="7171d596-a1e6-43c2-b263-57fdfdab9399" providerId="ADAL" clId="{EC57FFA4-718A-4CE0-AF78-52E7B20E8B37}" dt="2026-10-04T00:33:21.440" v="2102" actId="207"/>
          <ac:spMkLst>
            <pc:docMk/>
            <pc:sldMk cId="2100624520" sldId="316"/>
            <ac:spMk id="36" creationId="{9599060E-5F96-8373-C0DE-F62E53EDD671}"/>
          </ac:spMkLst>
        </pc:spChg>
        <pc:grpChg chg="del">
          <ac:chgData name="이 은찬" userId="7171d596-a1e6-43c2-b263-57fdfdab9399" providerId="ADAL" clId="{EC57FFA4-718A-4CE0-AF78-52E7B20E8B37}" dt="2026-10-04T00:23:28.731" v="1448" actId="478"/>
          <ac:grpSpMkLst>
            <pc:docMk/>
            <pc:sldMk cId="2100624520" sldId="316"/>
            <ac:grpSpMk id="8" creationId="{8FF10EDF-FEC8-B36D-3288-9056E6591A61}"/>
          </ac:grpSpMkLst>
        </pc:grpChg>
        <pc:grpChg chg="del">
          <ac:chgData name="이 은찬" userId="7171d596-a1e6-43c2-b263-57fdfdab9399" providerId="ADAL" clId="{EC57FFA4-718A-4CE0-AF78-52E7B20E8B37}" dt="2026-10-04T00:23:28.731" v="1448" actId="478"/>
          <ac:grpSpMkLst>
            <pc:docMk/>
            <pc:sldMk cId="2100624520" sldId="316"/>
            <ac:grpSpMk id="26" creationId="{E860A8DB-C736-CD14-59B5-B6A48736E772}"/>
          </ac:grpSpMkLst>
        </pc:grpChg>
        <pc:grpChg chg="del">
          <ac:chgData name="이 은찬" userId="7171d596-a1e6-43c2-b263-57fdfdab9399" providerId="ADAL" clId="{EC57FFA4-718A-4CE0-AF78-52E7B20E8B37}" dt="2026-10-04T00:23:28.731" v="1448" actId="478"/>
          <ac:grpSpMkLst>
            <pc:docMk/>
            <pc:sldMk cId="2100624520" sldId="316"/>
            <ac:grpSpMk id="37" creationId="{EDF02C40-A92E-CBF2-5FF1-E257969D601C}"/>
          </ac:grpSpMkLst>
        </pc:grpChg>
        <pc:picChg chg="add del mod modCrop">
          <ac:chgData name="이 은찬" userId="7171d596-a1e6-43c2-b263-57fdfdab9399" providerId="ADAL" clId="{EC57FFA4-718A-4CE0-AF78-52E7B20E8B37}" dt="2026-10-04T00:49:59.650" v="2295" actId="478"/>
          <ac:picMkLst>
            <pc:docMk/>
            <pc:sldMk cId="2100624520" sldId="316"/>
            <ac:picMk id="23" creationId="{0BB6C7B4-C1A4-7504-25BD-6460FE76569D}"/>
          </ac:picMkLst>
        </pc:picChg>
      </pc:sldChg>
      <pc:sldChg chg="delSp modSp add del mod">
        <pc:chgData name="이 은찬" userId="7171d596-a1e6-43c2-b263-57fdfdab9399" providerId="ADAL" clId="{EC57FFA4-718A-4CE0-AF78-52E7B20E8B37}" dt="2026-10-04T01:00:00.874" v="2545" actId="47"/>
        <pc:sldMkLst>
          <pc:docMk/>
          <pc:sldMk cId="2545244455" sldId="317"/>
        </pc:sldMkLst>
        <pc:spChg chg="mod">
          <ac:chgData name="이 은찬" userId="7171d596-a1e6-43c2-b263-57fdfdab9399" providerId="ADAL" clId="{EC57FFA4-718A-4CE0-AF78-52E7B20E8B37}" dt="2026-10-04T00:54:31.161" v="2474" actId="20577"/>
          <ac:spMkLst>
            <pc:docMk/>
            <pc:sldMk cId="2545244455" sldId="317"/>
            <ac:spMk id="11" creationId="{057214F2-2C6F-1FF6-4FC7-BF6F886CF781}"/>
          </ac:spMkLst>
        </pc:spChg>
        <pc:spChg chg="mod">
          <ac:chgData name="이 은찬" userId="7171d596-a1e6-43c2-b263-57fdfdab9399" providerId="ADAL" clId="{EC57FFA4-718A-4CE0-AF78-52E7B20E8B37}" dt="2026-10-04T00:54:21.093" v="2472" actId="1076"/>
          <ac:spMkLst>
            <pc:docMk/>
            <pc:sldMk cId="2545244455" sldId="317"/>
            <ac:spMk id="12" creationId="{7A17A6C4-C969-894E-A53E-06BFAF885D35}"/>
          </ac:spMkLst>
        </pc:spChg>
        <pc:spChg chg="mod">
          <ac:chgData name="이 은찬" userId="7171d596-a1e6-43c2-b263-57fdfdab9399" providerId="ADAL" clId="{EC57FFA4-718A-4CE0-AF78-52E7B20E8B37}" dt="2026-10-04T00:54:35.663" v="2476" actId="20577"/>
          <ac:spMkLst>
            <pc:docMk/>
            <pc:sldMk cId="2545244455" sldId="317"/>
            <ac:spMk id="13" creationId="{4FBE9BD0-4316-89DC-23A1-0ECA021675C8}"/>
          </ac:spMkLst>
        </pc:spChg>
        <pc:spChg chg="mod">
          <ac:chgData name="이 은찬" userId="7171d596-a1e6-43c2-b263-57fdfdab9399" providerId="ADAL" clId="{EC57FFA4-718A-4CE0-AF78-52E7B20E8B37}" dt="2026-10-04T00:54:33.367" v="2475" actId="20577"/>
          <ac:spMkLst>
            <pc:docMk/>
            <pc:sldMk cId="2545244455" sldId="317"/>
            <ac:spMk id="14" creationId="{99BE460E-6618-9235-F6A0-E1DD3A5C7D16}"/>
          </ac:spMkLst>
        </pc:spChg>
        <pc:spChg chg="mod">
          <ac:chgData name="이 은찬" userId="7171d596-a1e6-43c2-b263-57fdfdab9399" providerId="ADAL" clId="{EC57FFA4-718A-4CE0-AF78-52E7B20E8B37}" dt="2026-10-04T00:54:38.912" v="2477" actId="20577"/>
          <ac:spMkLst>
            <pc:docMk/>
            <pc:sldMk cId="2545244455" sldId="317"/>
            <ac:spMk id="19" creationId="{CA6F693E-CC9A-DB59-3E64-A67F61D08BB2}"/>
          </ac:spMkLst>
        </pc:spChg>
        <pc:spChg chg="mod">
          <ac:chgData name="이 은찬" userId="7171d596-a1e6-43c2-b263-57fdfdab9399" providerId="ADAL" clId="{EC57FFA4-718A-4CE0-AF78-52E7B20E8B37}" dt="2026-10-04T00:54:41.952" v="2478" actId="20577"/>
          <ac:spMkLst>
            <pc:docMk/>
            <pc:sldMk cId="2545244455" sldId="317"/>
            <ac:spMk id="20" creationId="{2F55F665-7CB7-9F4A-21C7-93B05F4A60BE}"/>
          </ac:spMkLst>
        </pc:spChg>
        <pc:spChg chg="del">
          <ac:chgData name="이 은찬" userId="7171d596-a1e6-43c2-b263-57fdfdab9399" providerId="ADAL" clId="{EC57FFA4-718A-4CE0-AF78-52E7B20E8B37}" dt="2026-10-04T00:54:16.288" v="2471" actId="478"/>
          <ac:spMkLst>
            <pc:docMk/>
            <pc:sldMk cId="2545244455" sldId="317"/>
            <ac:spMk id="21" creationId="{2DF4D558-D296-8D27-FF09-3AC02DBD6A3C}"/>
          </ac:spMkLst>
        </pc:spChg>
        <pc:spChg chg="mod">
          <ac:chgData name="이 은찬" userId="7171d596-a1e6-43c2-b263-57fdfdab9399" providerId="ADAL" clId="{EC57FFA4-718A-4CE0-AF78-52E7B20E8B37}" dt="2026-10-04T00:53:43.415" v="2470" actId="20577"/>
          <ac:spMkLst>
            <pc:docMk/>
            <pc:sldMk cId="2545244455" sldId="317"/>
            <ac:spMk id="31" creationId="{C1E058C1-8AAF-AE76-7C38-254B98CD19BD}"/>
          </ac:spMkLst>
        </pc:spChg>
        <pc:spChg chg="mod">
          <ac:chgData name="이 은찬" userId="7171d596-a1e6-43c2-b263-57fdfdab9399" providerId="ADAL" clId="{EC57FFA4-718A-4CE0-AF78-52E7B20E8B37}" dt="2026-10-04T00:52:05.502" v="2298" actId="20577"/>
          <ac:spMkLst>
            <pc:docMk/>
            <pc:sldMk cId="2545244455" sldId="317"/>
            <ac:spMk id="33" creationId="{8EDF2654-BE01-EF84-31E7-1DC08914F93A}"/>
          </ac:spMkLst>
        </pc:spChg>
      </pc:sldChg>
      <pc:sldChg chg="addSp delSp modSp add mod">
        <pc:chgData name="이 은찬" userId="7171d596-a1e6-43c2-b263-57fdfdab9399" providerId="ADAL" clId="{EC57FFA4-718A-4CE0-AF78-52E7B20E8B37}" dt="2026-10-04T00:58:06.329" v="2512" actId="14100"/>
        <pc:sldMkLst>
          <pc:docMk/>
          <pc:sldMk cId="3376730143" sldId="318"/>
        </pc:sldMkLst>
        <pc:spChg chg="mod">
          <ac:chgData name="이 은찬" userId="7171d596-a1e6-43c2-b263-57fdfdab9399" providerId="ADAL" clId="{EC57FFA4-718A-4CE0-AF78-52E7B20E8B37}" dt="2026-10-04T00:55:59.907" v="2484"/>
          <ac:spMkLst>
            <pc:docMk/>
            <pc:sldMk cId="3376730143" sldId="318"/>
            <ac:spMk id="4" creationId="{21CE65C2-9D8C-81BE-1141-8CEC066AE0DB}"/>
          </ac:spMkLst>
        </pc:spChg>
        <pc:spChg chg="mod">
          <ac:chgData name="이 은찬" userId="7171d596-a1e6-43c2-b263-57fdfdab9399" providerId="ADAL" clId="{EC57FFA4-718A-4CE0-AF78-52E7B20E8B37}" dt="2026-10-04T00:55:59.907" v="2484"/>
          <ac:spMkLst>
            <pc:docMk/>
            <pc:sldMk cId="3376730143" sldId="318"/>
            <ac:spMk id="5" creationId="{1496D968-6092-39FD-78F7-3868087E5F8E}"/>
          </ac:spMkLst>
        </pc:spChg>
        <pc:spChg chg="mod">
          <ac:chgData name="이 은찬" userId="7171d596-a1e6-43c2-b263-57fdfdab9399" providerId="ADAL" clId="{EC57FFA4-718A-4CE0-AF78-52E7B20E8B37}" dt="2026-10-04T00:56:14.667" v="2487" actId="14100"/>
          <ac:spMkLst>
            <pc:docMk/>
            <pc:sldMk cId="3376730143" sldId="318"/>
            <ac:spMk id="6" creationId="{DF2D5A1A-282D-7313-AA16-1E3E88521DAB}"/>
          </ac:spMkLst>
        </pc:spChg>
        <pc:spChg chg="add mod">
          <ac:chgData name="이 은찬" userId="7171d596-a1e6-43c2-b263-57fdfdab9399" providerId="ADAL" clId="{EC57FFA4-718A-4CE0-AF78-52E7B20E8B37}" dt="2026-10-04T00:57:32.037" v="2503" actId="208"/>
          <ac:spMkLst>
            <pc:docMk/>
            <pc:sldMk cId="3376730143" sldId="318"/>
            <ac:spMk id="7" creationId="{62D38A0D-E6A6-EE2F-2EA3-1A76CB45A9F7}"/>
          </ac:spMkLst>
        </pc:spChg>
        <pc:spChg chg="mod">
          <ac:chgData name="이 은찬" userId="7171d596-a1e6-43c2-b263-57fdfdab9399" providerId="ADAL" clId="{EC57FFA4-718A-4CE0-AF78-52E7B20E8B37}" dt="2026-10-04T00:56:04.861" v="2485"/>
          <ac:spMkLst>
            <pc:docMk/>
            <pc:sldMk cId="3376730143" sldId="318"/>
            <ac:spMk id="8" creationId="{00000000-0000-0000-0000-000000000000}"/>
          </ac:spMkLst>
        </pc:spChg>
        <pc:spChg chg="mod">
          <ac:chgData name="이 은찬" userId="7171d596-a1e6-43c2-b263-57fdfdab9399" providerId="ADAL" clId="{EC57FFA4-718A-4CE0-AF78-52E7B20E8B37}" dt="2026-10-04T00:55:44.364" v="2482" actId="20577"/>
          <ac:spMkLst>
            <pc:docMk/>
            <pc:sldMk cId="3376730143" sldId="318"/>
            <ac:spMk id="9" creationId="{00000000-0000-0000-0000-000000000000}"/>
          </ac:spMkLst>
        </pc:spChg>
        <pc:spChg chg="del">
          <ac:chgData name="이 은찬" userId="7171d596-a1e6-43c2-b263-57fdfdab9399" providerId="ADAL" clId="{EC57FFA4-718A-4CE0-AF78-52E7B20E8B37}" dt="2026-10-04T00:55:59.578" v="2483" actId="478"/>
          <ac:spMkLst>
            <pc:docMk/>
            <pc:sldMk cId="3376730143" sldId="318"/>
            <ac:spMk id="11" creationId="{83EE46A6-BEFF-7F58-E8B9-E73895B9BC0A}"/>
          </ac:spMkLst>
        </pc:spChg>
        <pc:spChg chg="del">
          <ac:chgData name="이 은찬" userId="7171d596-a1e6-43c2-b263-57fdfdab9399" providerId="ADAL" clId="{EC57FFA4-718A-4CE0-AF78-52E7B20E8B37}" dt="2026-10-04T00:55:59.578" v="2483" actId="478"/>
          <ac:spMkLst>
            <pc:docMk/>
            <pc:sldMk cId="3376730143" sldId="318"/>
            <ac:spMk id="14" creationId="{746E904D-4A6D-6C73-002C-D5CBC4762FAE}"/>
          </ac:spMkLst>
        </pc:spChg>
        <pc:spChg chg="mod">
          <ac:chgData name="이 은찬" userId="7171d596-a1e6-43c2-b263-57fdfdab9399" providerId="ADAL" clId="{EC57FFA4-718A-4CE0-AF78-52E7B20E8B37}" dt="2026-10-04T00:55:59.907" v="2484"/>
          <ac:spMkLst>
            <pc:docMk/>
            <pc:sldMk cId="3376730143" sldId="318"/>
            <ac:spMk id="17" creationId="{6AA81ED1-26A0-BE04-123A-D90FBD087C5F}"/>
          </ac:spMkLst>
        </pc:spChg>
        <pc:spChg chg="mod">
          <ac:chgData name="이 은찬" userId="7171d596-a1e6-43c2-b263-57fdfdab9399" providerId="ADAL" clId="{EC57FFA4-718A-4CE0-AF78-52E7B20E8B37}" dt="2026-10-04T00:57:58.491" v="2509" actId="207"/>
          <ac:spMkLst>
            <pc:docMk/>
            <pc:sldMk cId="3376730143" sldId="318"/>
            <ac:spMk id="19" creationId="{3897AB7B-77EE-1347-0970-428FE2EC8BD7}"/>
          </ac:spMkLst>
        </pc:spChg>
        <pc:spChg chg="mod">
          <ac:chgData name="이 은찬" userId="7171d596-a1e6-43c2-b263-57fdfdab9399" providerId="ADAL" clId="{EC57FFA4-718A-4CE0-AF78-52E7B20E8B37}" dt="2026-10-04T00:58:00.683" v="2510" actId="14100"/>
          <ac:spMkLst>
            <pc:docMk/>
            <pc:sldMk cId="3376730143" sldId="318"/>
            <ac:spMk id="20" creationId="{0ABB07D5-671A-349F-3E33-43E4A43C640B}"/>
          </ac:spMkLst>
        </pc:spChg>
        <pc:spChg chg="add mod">
          <ac:chgData name="이 은찬" userId="7171d596-a1e6-43c2-b263-57fdfdab9399" providerId="ADAL" clId="{EC57FFA4-718A-4CE0-AF78-52E7B20E8B37}" dt="2026-10-04T00:57:32.037" v="2503" actId="208"/>
          <ac:spMkLst>
            <pc:docMk/>
            <pc:sldMk cId="3376730143" sldId="318"/>
            <ac:spMk id="21" creationId="{DC5A2BE3-8C64-3655-57DE-4E664FA0A329}"/>
          </ac:spMkLst>
        </pc:spChg>
        <pc:spChg chg="mod">
          <ac:chgData name="이 은찬" userId="7171d596-a1e6-43c2-b263-57fdfdab9399" providerId="ADAL" clId="{EC57FFA4-718A-4CE0-AF78-52E7B20E8B37}" dt="2026-10-04T00:55:59.907" v="2484"/>
          <ac:spMkLst>
            <pc:docMk/>
            <pc:sldMk cId="3376730143" sldId="318"/>
            <ac:spMk id="24" creationId="{7310CEF6-4069-1AD0-B2EF-DEBCD2D600E6}"/>
          </ac:spMkLst>
        </pc:spChg>
        <pc:spChg chg="mod">
          <ac:chgData name="이 은찬" userId="7171d596-a1e6-43c2-b263-57fdfdab9399" providerId="ADAL" clId="{EC57FFA4-718A-4CE0-AF78-52E7B20E8B37}" dt="2026-10-04T00:57:55.689" v="2508" actId="207"/>
          <ac:spMkLst>
            <pc:docMk/>
            <pc:sldMk cId="3376730143" sldId="318"/>
            <ac:spMk id="25" creationId="{943E66A7-4389-E904-F02A-020EEE679EA9}"/>
          </ac:spMkLst>
        </pc:spChg>
        <pc:spChg chg="mod">
          <ac:chgData name="이 은찬" userId="7171d596-a1e6-43c2-b263-57fdfdab9399" providerId="ADAL" clId="{EC57FFA4-718A-4CE0-AF78-52E7B20E8B37}" dt="2026-10-04T00:58:03.715" v="2511" actId="14100"/>
          <ac:spMkLst>
            <pc:docMk/>
            <pc:sldMk cId="3376730143" sldId="318"/>
            <ac:spMk id="26" creationId="{41377A0F-B1EF-F362-2A9F-E1E4FF40DEBB}"/>
          </ac:spMkLst>
        </pc:spChg>
        <pc:spChg chg="add mod">
          <ac:chgData name="이 은찬" userId="7171d596-a1e6-43c2-b263-57fdfdab9399" providerId="ADAL" clId="{EC57FFA4-718A-4CE0-AF78-52E7B20E8B37}" dt="2026-10-04T00:57:32.037" v="2503" actId="208"/>
          <ac:spMkLst>
            <pc:docMk/>
            <pc:sldMk cId="3376730143" sldId="318"/>
            <ac:spMk id="32" creationId="{83CCC39E-77E7-FA1A-392A-8FF3B33945CF}"/>
          </ac:spMkLst>
        </pc:spChg>
        <pc:spChg chg="mod">
          <ac:chgData name="이 은찬" userId="7171d596-a1e6-43c2-b263-57fdfdab9399" providerId="ADAL" clId="{EC57FFA4-718A-4CE0-AF78-52E7B20E8B37}" dt="2026-10-04T00:55:59.907" v="2484"/>
          <ac:spMkLst>
            <pc:docMk/>
            <pc:sldMk cId="3376730143" sldId="318"/>
            <ac:spMk id="35" creationId="{8840E044-AA8B-5B9A-8791-3EF306D7051F}"/>
          </ac:spMkLst>
        </pc:spChg>
        <pc:spChg chg="mod">
          <ac:chgData name="이 은찬" userId="7171d596-a1e6-43c2-b263-57fdfdab9399" providerId="ADAL" clId="{EC57FFA4-718A-4CE0-AF78-52E7B20E8B37}" dt="2026-10-04T00:57:47.862" v="2507" actId="207"/>
          <ac:spMkLst>
            <pc:docMk/>
            <pc:sldMk cId="3376730143" sldId="318"/>
            <ac:spMk id="36" creationId="{E95EAC7B-D207-704C-C65F-4CF34D98F5EF}"/>
          </ac:spMkLst>
        </pc:spChg>
        <pc:spChg chg="mod">
          <ac:chgData name="이 은찬" userId="7171d596-a1e6-43c2-b263-57fdfdab9399" providerId="ADAL" clId="{EC57FFA4-718A-4CE0-AF78-52E7B20E8B37}" dt="2026-10-04T00:58:06.329" v="2512" actId="14100"/>
          <ac:spMkLst>
            <pc:docMk/>
            <pc:sldMk cId="3376730143" sldId="318"/>
            <ac:spMk id="37" creationId="{0946473C-F08D-A2C7-9122-633A115C1F0C}"/>
          </ac:spMkLst>
        </pc:spChg>
        <pc:spChg chg="mod">
          <ac:chgData name="이 은찬" userId="7171d596-a1e6-43c2-b263-57fdfdab9399" providerId="ADAL" clId="{EC57FFA4-718A-4CE0-AF78-52E7B20E8B37}" dt="2026-10-04T00:56:43.543" v="2491"/>
          <ac:spMkLst>
            <pc:docMk/>
            <pc:sldMk cId="3376730143" sldId="318"/>
            <ac:spMk id="40" creationId="{C0849390-6BAB-CABB-BB18-FB884384F0A0}"/>
          </ac:spMkLst>
        </pc:spChg>
        <pc:spChg chg="mod">
          <ac:chgData name="이 은찬" userId="7171d596-a1e6-43c2-b263-57fdfdab9399" providerId="ADAL" clId="{EC57FFA4-718A-4CE0-AF78-52E7B20E8B37}" dt="2026-10-04T00:56:43.543" v="2491"/>
          <ac:spMkLst>
            <pc:docMk/>
            <pc:sldMk cId="3376730143" sldId="318"/>
            <ac:spMk id="41" creationId="{4CE25576-3AC6-98D0-DEE4-85B4177BFEAF}"/>
          </ac:spMkLst>
        </pc:spChg>
        <pc:spChg chg="mod">
          <ac:chgData name="이 은찬" userId="7171d596-a1e6-43c2-b263-57fdfdab9399" providerId="ADAL" clId="{EC57FFA4-718A-4CE0-AF78-52E7B20E8B37}" dt="2026-10-04T00:56:43.543" v="2491"/>
          <ac:spMkLst>
            <pc:docMk/>
            <pc:sldMk cId="3376730143" sldId="318"/>
            <ac:spMk id="42" creationId="{3C34EDA7-1292-4CA4-00C4-B2FD27F72417}"/>
          </ac:spMkLst>
        </pc:spChg>
        <pc:spChg chg="mod">
          <ac:chgData name="이 은찬" userId="7171d596-a1e6-43c2-b263-57fdfdab9399" providerId="ADAL" clId="{EC57FFA4-718A-4CE0-AF78-52E7B20E8B37}" dt="2026-10-04T00:57:20.271" v="2502"/>
          <ac:spMkLst>
            <pc:docMk/>
            <pc:sldMk cId="3376730143" sldId="318"/>
            <ac:spMk id="45" creationId="{EFB1EA19-0FBB-7E98-DB8B-E17B767248EA}"/>
          </ac:spMkLst>
        </pc:spChg>
        <pc:spChg chg="mod">
          <ac:chgData name="이 은찬" userId="7171d596-a1e6-43c2-b263-57fdfdab9399" providerId="ADAL" clId="{EC57FFA4-718A-4CE0-AF78-52E7B20E8B37}" dt="2026-10-04T00:57:13.383" v="2499"/>
          <ac:spMkLst>
            <pc:docMk/>
            <pc:sldMk cId="3376730143" sldId="318"/>
            <ac:spMk id="46" creationId="{7601A22E-6043-B5E9-F420-513DC5686366}"/>
          </ac:spMkLst>
        </pc:spChg>
        <pc:spChg chg="mod">
          <ac:chgData name="이 은찬" userId="7171d596-a1e6-43c2-b263-57fdfdab9399" providerId="ADAL" clId="{EC57FFA4-718A-4CE0-AF78-52E7B20E8B37}" dt="2026-10-04T00:57:13.383" v="2499"/>
          <ac:spMkLst>
            <pc:docMk/>
            <pc:sldMk cId="3376730143" sldId="318"/>
            <ac:spMk id="47" creationId="{5D08A8A4-1970-D2BB-759C-BC22ACF21903}"/>
          </ac:spMkLst>
        </pc:spChg>
        <pc:grpChg chg="add del mod">
          <ac:chgData name="이 은찬" userId="7171d596-a1e6-43c2-b263-57fdfdab9399" providerId="ADAL" clId="{EC57FFA4-718A-4CE0-AF78-52E7B20E8B37}" dt="2026-10-04T00:57:13.071" v="2498" actId="478"/>
          <ac:grpSpMkLst>
            <pc:docMk/>
            <pc:sldMk cId="3376730143" sldId="318"/>
            <ac:grpSpMk id="2" creationId="{CC3CA037-07B9-8A72-FA17-E10DBD622FBB}"/>
          </ac:grpSpMkLst>
        </pc:grpChg>
        <pc:grpChg chg="mod">
          <ac:chgData name="이 은찬" userId="7171d596-a1e6-43c2-b263-57fdfdab9399" providerId="ADAL" clId="{EC57FFA4-718A-4CE0-AF78-52E7B20E8B37}" dt="2026-10-04T00:55:59.907" v="2484"/>
          <ac:grpSpMkLst>
            <pc:docMk/>
            <pc:sldMk cId="3376730143" sldId="318"/>
            <ac:grpSpMk id="3" creationId="{9C8F203E-6870-6FFB-31E5-B5A70E9CEEDD}"/>
          </ac:grpSpMkLst>
        </pc:grpChg>
        <pc:grpChg chg="add mod">
          <ac:chgData name="이 은찬" userId="7171d596-a1e6-43c2-b263-57fdfdab9399" providerId="ADAL" clId="{EC57FFA4-718A-4CE0-AF78-52E7B20E8B37}" dt="2026-10-04T00:55:59.907" v="2484"/>
          <ac:grpSpMkLst>
            <pc:docMk/>
            <pc:sldMk cId="3376730143" sldId="318"/>
            <ac:grpSpMk id="15" creationId="{7D5D5AEF-61E1-B817-43A1-4230D583FAD7}"/>
          </ac:grpSpMkLst>
        </pc:grpChg>
        <pc:grpChg chg="mod">
          <ac:chgData name="이 은찬" userId="7171d596-a1e6-43c2-b263-57fdfdab9399" providerId="ADAL" clId="{EC57FFA4-718A-4CE0-AF78-52E7B20E8B37}" dt="2026-10-04T00:55:59.907" v="2484"/>
          <ac:grpSpMkLst>
            <pc:docMk/>
            <pc:sldMk cId="3376730143" sldId="318"/>
            <ac:grpSpMk id="16" creationId="{DDFB4456-5DFE-A811-AADF-9C9D00E9D674}"/>
          </ac:grpSpMkLst>
        </pc:grpChg>
        <pc:grpChg chg="add mod">
          <ac:chgData name="이 은찬" userId="7171d596-a1e6-43c2-b263-57fdfdab9399" providerId="ADAL" clId="{EC57FFA4-718A-4CE0-AF78-52E7B20E8B37}" dt="2026-10-04T00:55:59.907" v="2484"/>
          <ac:grpSpMkLst>
            <pc:docMk/>
            <pc:sldMk cId="3376730143" sldId="318"/>
            <ac:grpSpMk id="22" creationId="{1426E7F4-B5F6-435E-DE0F-23D57205E2D6}"/>
          </ac:grpSpMkLst>
        </pc:grpChg>
        <pc:grpChg chg="mod">
          <ac:chgData name="이 은찬" userId="7171d596-a1e6-43c2-b263-57fdfdab9399" providerId="ADAL" clId="{EC57FFA4-718A-4CE0-AF78-52E7B20E8B37}" dt="2026-10-04T00:55:59.907" v="2484"/>
          <ac:grpSpMkLst>
            <pc:docMk/>
            <pc:sldMk cId="3376730143" sldId="318"/>
            <ac:grpSpMk id="23" creationId="{FB4B6A7F-280D-1EDB-82B3-6D57E53A1EAC}"/>
          </ac:grpSpMkLst>
        </pc:grpChg>
        <pc:grpChg chg="del">
          <ac:chgData name="이 은찬" userId="7171d596-a1e6-43c2-b263-57fdfdab9399" providerId="ADAL" clId="{EC57FFA4-718A-4CE0-AF78-52E7B20E8B37}" dt="2026-10-04T00:55:59.578" v="2483" actId="478"/>
          <ac:grpSpMkLst>
            <pc:docMk/>
            <pc:sldMk cId="3376730143" sldId="318"/>
            <ac:grpSpMk id="27" creationId="{50E4FE5F-8FE3-5771-A904-D3CD8879301B}"/>
          </ac:grpSpMkLst>
        </pc:grpChg>
        <pc:grpChg chg="add mod">
          <ac:chgData name="이 은찬" userId="7171d596-a1e6-43c2-b263-57fdfdab9399" providerId="ADAL" clId="{EC57FFA4-718A-4CE0-AF78-52E7B20E8B37}" dt="2026-10-04T00:55:59.907" v="2484"/>
          <ac:grpSpMkLst>
            <pc:docMk/>
            <pc:sldMk cId="3376730143" sldId="318"/>
            <ac:grpSpMk id="33" creationId="{42C50642-E74A-3E1D-5D79-994E555B4F13}"/>
          </ac:grpSpMkLst>
        </pc:grpChg>
        <pc:grpChg chg="mod">
          <ac:chgData name="이 은찬" userId="7171d596-a1e6-43c2-b263-57fdfdab9399" providerId="ADAL" clId="{EC57FFA4-718A-4CE0-AF78-52E7B20E8B37}" dt="2026-10-04T00:55:59.907" v="2484"/>
          <ac:grpSpMkLst>
            <pc:docMk/>
            <pc:sldMk cId="3376730143" sldId="318"/>
            <ac:grpSpMk id="34" creationId="{138EC3D0-D025-D017-ED5E-D584D881B09A}"/>
          </ac:grpSpMkLst>
        </pc:grpChg>
        <pc:grpChg chg="add mod">
          <ac:chgData name="이 은찬" userId="7171d596-a1e6-43c2-b263-57fdfdab9399" providerId="ADAL" clId="{EC57FFA4-718A-4CE0-AF78-52E7B20E8B37}" dt="2026-10-04T00:56:49.309" v="2493" actId="1076"/>
          <ac:grpSpMkLst>
            <pc:docMk/>
            <pc:sldMk cId="3376730143" sldId="318"/>
            <ac:grpSpMk id="38" creationId="{38BDE7AF-212C-2517-99D5-6D87808ADF75}"/>
          </ac:grpSpMkLst>
        </pc:grpChg>
        <pc:grpChg chg="mod">
          <ac:chgData name="이 은찬" userId="7171d596-a1e6-43c2-b263-57fdfdab9399" providerId="ADAL" clId="{EC57FFA4-718A-4CE0-AF78-52E7B20E8B37}" dt="2026-10-04T00:56:43.543" v="2491"/>
          <ac:grpSpMkLst>
            <pc:docMk/>
            <pc:sldMk cId="3376730143" sldId="318"/>
            <ac:grpSpMk id="39" creationId="{A46646D2-0EFC-FD8F-3A55-CCAC7901CC2B}"/>
          </ac:grpSpMkLst>
        </pc:grpChg>
        <pc:grpChg chg="add mod">
          <ac:chgData name="이 은찬" userId="7171d596-a1e6-43c2-b263-57fdfdab9399" providerId="ADAL" clId="{EC57FFA4-718A-4CE0-AF78-52E7B20E8B37}" dt="2026-10-04T00:57:13.383" v="2499"/>
          <ac:grpSpMkLst>
            <pc:docMk/>
            <pc:sldMk cId="3376730143" sldId="318"/>
            <ac:grpSpMk id="43" creationId="{1C237967-FCED-71C4-4C4B-3957D64529FA}"/>
          </ac:grpSpMkLst>
        </pc:grpChg>
        <pc:grpChg chg="mod">
          <ac:chgData name="이 은찬" userId="7171d596-a1e6-43c2-b263-57fdfdab9399" providerId="ADAL" clId="{EC57FFA4-718A-4CE0-AF78-52E7B20E8B37}" dt="2026-10-04T00:57:13.383" v="2499"/>
          <ac:grpSpMkLst>
            <pc:docMk/>
            <pc:sldMk cId="3376730143" sldId="318"/>
            <ac:grpSpMk id="44" creationId="{A51D0B38-CE65-37A0-6CF3-FBC6B4EDEB55}"/>
          </ac:grpSpMkLst>
        </pc:grpChg>
        <pc:graphicFrameChg chg="del">
          <ac:chgData name="이 은찬" userId="7171d596-a1e6-43c2-b263-57fdfdab9399" providerId="ADAL" clId="{EC57FFA4-718A-4CE0-AF78-52E7B20E8B37}" dt="2026-10-04T00:55:59.578" v="2483" actId="478"/>
          <ac:graphicFrameMkLst>
            <pc:docMk/>
            <pc:sldMk cId="3376730143" sldId="318"/>
            <ac:graphicFrameMk id="13" creationId="{EA7A9D24-F1D3-FEE5-D3AD-0A29AB908C6B}"/>
          </ac:graphicFrameMkLst>
        </pc:graphicFrameChg>
        <pc:graphicFrameChg chg="del">
          <ac:chgData name="이 은찬" userId="7171d596-a1e6-43c2-b263-57fdfdab9399" providerId="ADAL" clId="{EC57FFA4-718A-4CE0-AF78-52E7B20E8B37}" dt="2026-10-04T00:55:59.578" v="2483" actId="478"/>
          <ac:graphicFrameMkLst>
            <pc:docMk/>
            <pc:sldMk cId="3376730143" sldId="318"/>
            <ac:graphicFrameMk id="18" creationId="{36A126D4-A6AA-A5AA-80E3-82D6C0043159}"/>
          </ac:graphicFrameMkLst>
        </pc:graphicFrameChg>
      </pc:sldChg>
      <pc:sldChg chg="add del">
        <pc:chgData name="이 은찬" userId="7171d596-a1e6-43c2-b263-57fdfdab9399" providerId="ADAL" clId="{EC57FFA4-718A-4CE0-AF78-52E7B20E8B37}" dt="2026-10-04T00:59:18.221" v="2523" actId="47"/>
        <pc:sldMkLst>
          <pc:docMk/>
          <pc:sldMk cId="1403492596" sldId="319"/>
        </pc:sldMkLst>
      </pc:sldChg>
      <pc:sldChg chg="addSp delSp modSp add mod">
        <pc:chgData name="이 은찬" userId="7171d596-a1e6-43c2-b263-57fdfdab9399" providerId="ADAL" clId="{EC57FFA4-718A-4CE0-AF78-52E7B20E8B37}" dt="2026-10-04T03:19:03.673" v="6529" actId="1076"/>
        <pc:sldMkLst>
          <pc:docMk/>
          <pc:sldMk cId="1428185210" sldId="320"/>
        </pc:sldMkLst>
        <pc:spChg chg="add mod">
          <ac:chgData name="이 은찬" userId="7171d596-a1e6-43c2-b263-57fdfdab9399" providerId="ADAL" clId="{EC57FFA4-718A-4CE0-AF78-52E7B20E8B37}" dt="2026-10-04T00:59:10.242" v="2522" actId="208"/>
          <ac:spMkLst>
            <pc:docMk/>
            <pc:sldMk cId="1428185210" sldId="320"/>
            <ac:spMk id="2" creationId="{AF2C995A-FBD9-4B5E-8ADF-8BA0767FBF82}"/>
          </ac:spMkLst>
        </pc:spChg>
        <pc:spChg chg="add mod">
          <ac:chgData name="이 은찬" userId="7171d596-a1e6-43c2-b263-57fdfdab9399" providerId="ADAL" clId="{EC57FFA4-718A-4CE0-AF78-52E7B20E8B37}" dt="2026-10-04T00:59:10.242" v="2522" actId="208"/>
          <ac:spMkLst>
            <pc:docMk/>
            <pc:sldMk cId="1428185210" sldId="320"/>
            <ac:spMk id="3" creationId="{07FFDD8D-3A8C-F0FE-F1D1-69F95123D368}"/>
          </ac:spMkLst>
        </pc:spChg>
        <pc:spChg chg="add mod">
          <ac:chgData name="이 은찬" userId="7171d596-a1e6-43c2-b263-57fdfdab9399" providerId="ADAL" clId="{EC57FFA4-718A-4CE0-AF78-52E7B20E8B37}" dt="2026-10-04T00:59:10.242" v="2522" actId="208"/>
          <ac:spMkLst>
            <pc:docMk/>
            <pc:sldMk cId="1428185210" sldId="320"/>
            <ac:spMk id="4" creationId="{FE9AF546-FEF0-5272-21A9-ABD2DC594F3A}"/>
          </ac:spMkLst>
        </pc:spChg>
        <pc:spChg chg="add mod">
          <ac:chgData name="이 은찬" userId="7171d596-a1e6-43c2-b263-57fdfdab9399" providerId="ADAL" clId="{EC57FFA4-718A-4CE0-AF78-52E7B20E8B37}" dt="2026-10-04T00:59:10.242" v="2522" actId="208"/>
          <ac:spMkLst>
            <pc:docMk/>
            <pc:sldMk cId="1428185210" sldId="320"/>
            <ac:spMk id="5" creationId="{A47CF63F-7379-5935-A3E6-CBFC96C0A48B}"/>
          </ac:spMkLst>
        </pc:spChg>
        <pc:spChg chg="add mod">
          <ac:chgData name="이 은찬" userId="7171d596-a1e6-43c2-b263-57fdfdab9399" providerId="ADAL" clId="{EC57FFA4-718A-4CE0-AF78-52E7B20E8B37}" dt="2026-10-04T00:59:10.242" v="2522" actId="208"/>
          <ac:spMkLst>
            <pc:docMk/>
            <pc:sldMk cId="1428185210" sldId="320"/>
            <ac:spMk id="6" creationId="{08CCD159-0075-EB86-2DA3-61C9C8C3A0CC}"/>
          </ac:spMkLst>
        </pc:spChg>
        <pc:spChg chg="del">
          <ac:chgData name="이 은찬" userId="7171d596-a1e6-43c2-b263-57fdfdab9399" providerId="ADAL" clId="{EC57FFA4-718A-4CE0-AF78-52E7B20E8B37}" dt="2026-10-04T00:58:45.943" v="2517" actId="478"/>
          <ac:spMkLst>
            <pc:docMk/>
            <pc:sldMk cId="1428185210" sldId="320"/>
            <ac:spMk id="7" creationId="{62D38A0D-E6A6-EE2F-2EA3-1A76CB45A9F7}"/>
          </ac:spMkLst>
        </pc:spChg>
        <pc:spChg chg="mod">
          <ac:chgData name="이 은찬" userId="7171d596-a1e6-43c2-b263-57fdfdab9399" providerId="ADAL" clId="{EC57FFA4-718A-4CE0-AF78-52E7B20E8B37}" dt="2026-10-04T03:04:52.419" v="6388" actId="20577"/>
          <ac:spMkLst>
            <pc:docMk/>
            <pc:sldMk cId="1428185210" sldId="320"/>
            <ac:spMk id="9" creationId="{00000000-0000-0000-0000-000000000000}"/>
          </ac:spMkLst>
        </pc:spChg>
        <pc:spChg chg="add mod">
          <ac:chgData name="이 은찬" userId="7171d596-a1e6-43c2-b263-57fdfdab9399" providerId="ADAL" clId="{EC57FFA4-718A-4CE0-AF78-52E7B20E8B37}" dt="2026-10-04T00:59:10.242" v="2522" actId="208"/>
          <ac:spMkLst>
            <pc:docMk/>
            <pc:sldMk cId="1428185210" sldId="320"/>
            <ac:spMk id="11" creationId="{3292745E-00FE-57BD-8D36-71F619327CFE}"/>
          </ac:spMkLst>
        </pc:spChg>
        <pc:spChg chg="add mod">
          <ac:chgData name="이 은찬" userId="7171d596-a1e6-43c2-b263-57fdfdab9399" providerId="ADAL" clId="{EC57FFA4-718A-4CE0-AF78-52E7B20E8B37}" dt="2026-10-04T00:59:48.004" v="2542" actId="20577"/>
          <ac:spMkLst>
            <pc:docMk/>
            <pc:sldMk cId="1428185210" sldId="320"/>
            <ac:spMk id="13" creationId="{A1CB8DBA-AFA5-F716-4E58-5E387C9EEA49}"/>
          </ac:spMkLst>
        </pc:spChg>
        <pc:spChg chg="add mod">
          <ac:chgData name="이 은찬" userId="7171d596-a1e6-43c2-b263-57fdfdab9399" providerId="ADAL" clId="{EC57FFA4-718A-4CE0-AF78-52E7B20E8B37}" dt="2026-10-04T03:18:17.403" v="6522" actId="20577"/>
          <ac:spMkLst>
            <pc:docMk/>
            <pc:sldMk cId="1428185210" sldId="320"/>
            <ac:spMk id="14" creationId="{FC8C619A-3EEA-3D10-7337-D3E2E909E495}"/>
          </ac:spMkLst>
        </pc:spChg>
        <pc:spChg chg="add mod">
          <ac:chgData name="이 은찬" userId="7171d596-a1e6-43c2-b263-57fdfdab9399" providerId="ADAL" clId="{EC57FFA4-718A-4CE0-AF78-52E7B20E8B37}" dt="2026-10-04T00:59:10.242" v="2522" actId="208"/>
          <ac:spMkLst>
            <pc:docMk/>
            <pc:sldMk cId="1428185210" sldId="320"/>
            <ac:spMk id="18" creationId="{E053E291-9C7C-6929-93E6-754027FD9CD9}"/>
          </ac:spMkLst>
        </pc:spChg>
        <pc:spChg chg="del">
          <ac:chgData name="이 은찬" userId="7171d596-a1e6-43c2-b263-57fdfdab9399" providerId="ADAL" clId="{EC57FFA4-718A-4CE0-AF78-52E7B20E8B37}" dt="2026-10-04T00:58:45.943" v="2517" actId="478"/>
          <ac:spMkLst>
            <pc:docMk/>
            <pc:sldMk cId="1428185210" sldId="320"/>
            <ac:spMk id="21" creationId="{DC5A2BE3-8C64-3655-57DE-4E664FA0A329}"/>
          </ac:spMkLst>
        </pc:spChg>
        <pc:spChg chg="add mod">
          <ac:chgData name="이 은찬" userId="7171d596-a1e6-43c2-b263-57fdfdab9399" providerId="ADAL" clId="{EC57FFA4-718A-4CE0-AF78-52E7B20E8B37}" dt="2026-10-04T03:19:03.673" v="6529" actId="1076"/>
          <ac:spMkLst>
            <pc:docMk/>
            <pc:sldMk cId="1428185210" sldId="320"/>
            <ac:spMk id="27" creationId="{83477C7F-220B-BB1C-E1BA-E3F52D07007B}"/>
          </ac:spMkLst>
        </pc:spChg>
        <pc:spChg chg="add mod">
          <ac:chgData name="이 은찬" userId="7171d596-a1e6-43c2-b263-57fdfdab9399" providerId="ADAL" clId="{EC57FFA4-718A-4CE0-AF78-52E7B20E8B37}" dt="2026-10-04T00:59:10.242" v="2522" actId="208"/>
          <ac:spMkLst>
            <pc:docMk/>
            <pc:sldMk cId="1428185210" sldId="320"/>
            <ac:spMk id="28" creationId="{4C1C1BBE-85E9-0CC1-378C-B6D78465C230}"/>
          </ac:spMkLst>
        </pc:spChg>
        <pc:spChg chg="add mod">
          <ac:chgData name="이 은찬" userId="7171d596-a1e6-43c2-b263-57fdfdab9399" providerId="ADAL" clId="{EC57FFA4-718A-4CE0-AF78-52E7B20E8B37}" dt="2026-10-04T00:59:10.242" v="2522" actId="208"/>
          <ac:spMkLst>
            <pc:docMk/>
            <pc:sldMk cId="1428185210" sldId="320"/>
            <ac:spMk id="29" creationId="{178D9CA4-4D5E-F4F2-A9F0-638F576D130F}"/>
          </ac:spMkLst>
        </pc:spChg>
        <pc:spChg chg="add">
          <ac:chgData name="이 은찬" userId="7171d596-a1e6-43c2-b263-57fdfdab9399" providerId="ADAL" clId="{EC57FFA4-718A-4CE0-AF78-52E7B20E8B37}" dt="2026-10-04T01:03:33.091" v="2682"/>
          <ac:spMkLst>
            <pc:docMk/>
            <pc:sldMk cId="1428185210" sldId="320"/>
            <ac:spMk id="30" creationId="{5E2EE3F9-087E-FD5C-8349-33CFDB4FBA8B}"/>
          </ac:spMkLst>
        </pc:spChg>
        <pc:spChg chg="del">
          <ac:chgData name="이 은찬" userId="7171d596-a1e6-43c2-b263-57fdfdab9399" providerId="ADAL" clId="{EC57FFA4-718A-4CE0-AF78-52E7B20E8B37}" dt="2026-10-04T00:58:45.943" v="2517" actId="478"/>
          <ac:spMkLst>
            <pc:docMk/>
            <pc:sldMk cId="1428185210" sldId="320"/>
            <ac:spMk id="32" creationId="{83CCC39E-77E7-FA1A-392A-8FF3B33945CF}"/>
          </ac:spMkLst>
        </pc:spChg>
        <pc:spChg chg="mod">
          <ac:chgData name="이 은찬" userId="7171d596-a1e6-43c2-b263-57fdfdab9399" providerId="ADAL" clId="{EC57FFA4-718A-4CE0-AF78-52E7B20E8B37}" dt="2026-10-04T00:58:34.920" v="2516"/>
          <ac:spMkLst>
            <pc:docMk/>
            <pc:sldMk cId="1428185210" sldId="320"/>
            <ac:spMk id="45" creationId="{EFB1EA19-0FBB-7E98-DB8B-E17B767248EA}"/>
          </ac:spMkLst>
        </pc:spChg>
        <pc:spChg chg="mod">
          <ac:chgData name="이 은찬" userId="7171d596-a1e6-43c2-b263-57fdfdab9399" providerId="ADAL" clId="{EC57FFA4-718A-4CE0-AF78-52E7B20E8B37}" dt="2026-10-04T00:58:26.507" v="2515" actId="20577"/>
          <ac:spMkLst>
            <pc:docMk/>
            <pc:sldMk cId="1428185210" sldId="320"/>
            <ac:spMk id="47" creationId="{5D08A8A4-1970-D2BB-759C-BC22ACF21903}"/>
          </ac:spMkLst>
        </pc:spChg>
        <pc:grpChg chg="del">
          <ac:chgData name="이 은찬" userId="7171d596-a1e6-43c2-b263-57fdfdab9399" providerId="ADAL" clId="{EC57FFA4-718A-4CE0-AF78-52E7B20E8B37}" dt="2026-10-04T00:58:45.943" v="2517" actId="478"/>
          <ac:grpSpMkLst>
            <pc:docMk/>
            <pc:sldMk cId="1428185210" sldId="320"/>
            <ac:grpSpMk id="15" creationId="{7D5D5AEF-61E1-B817-43A1-4230D583FAD7}"/>
          </ac:grpSpMkLst>
        </pc:grpChg>
        <pc:grpChg chg="del">
          <ac:chgData name="이 은찬" userId="7171d596-a1e6-43c2-b263-57fdfdab9399" providerId="ADAL" clId="{EC57FFA4-718A-4CE0-AF78-52E7B20E8B37}" dt="2026-10-04T00:58:45.943" v="2517" actId="478"/>
          <ac:grpSpMkLst>
            <pc:docMk/>
            <pc:sldMk cId="1428185210" sldId="320"/>
            <ac:grpSpMk id="22" creationId="{1426E7F4-B5F6-435E-DE0F-23D57205E2D6}"/>
          </ac:grpSpMkLst>
        </pc:grpChg>
        <pc:grpChg chg="del">
          <ac:chgData name="이 은찬" userId="7171d596-a1e6-43c2-b263-57fdfdab9399" providerId="ADAL" clId="{EC57FFA4-718A-4CE0-AF78-52E7B20E8B37}" dt="2026-10-04T00:58:45.943" v="2517" actId="478"/>
          <ac:grpSpMkLst>
            <pc:docMk/>
            <pc:sldMk cId="1428185210" sldId="320"/>
            <ac:grpSpMk id="33" creationId="{42C50642-E74A-3E1D-5D79-994E555B4F13}"/>
          </ac:grpSpMkLst>
        </pc:grpChg>
        <pc:picChg chg="add mod modCrop">
          <ac:chgData name="이 은찬" userId="7171d596-a1e6-43c2-b263-57fdfdab9399" providerId="ADAL" clId="{EC57FFA4-718A-4CE0-AF78-52E7B20E8B37}" dt="2026-10-04T01:04:24.103" v="2697" actId="1037"/>
          <ac:picMkLst>
            <pc:docMk/>
            <pc:sldMk cId="1428185210" sldId="320"/>
            <ac:picMk id="31" creationId="{03252653-E0E1-D326-B0D1-061BC4F1239F}"/>
          </ac:picMkLst>
        </pc:picChg>
      </pc:sldChg>
      <pc:sldChg chg="addSp delSp modSp add mod">
        <pc:chgData name="이 은찬" userId="7171d596-a1e6-43c2-b263-57fdfdab9399" providerId="ADAL" clId="{EC57FFA4-718A-4CE0-AF78-52E7B20E8B37}" dt="2026-10-04T03:04:58.258" v="6390" actId="20577"/>
        <pc:sldMkLst>
          <pc:docMk/>
          <pc:sldMk cId="2162245801" sldId="321"/>
        </pc:sldMkLst>
        <pc:spChg chg="del">
          <ac:chgData name="이 은찬" userId="7171d596-a1e6-43c2-b263-57fdfdab9399" providerId="ADAL" clId="{EC57FFA4-718A-4CE0-AF78-52E7B20E8B37}" dt="2026-10-04T00:59:54.075" v="2543" actId="478"/>
          <ac:spMkLst>
            <pc:docMk/>
            <pc:sldMk cId="2162245801" sldId="321"/>
            <ac:spMk id="2" creationId="{AF2C995A-FBD9-4B5E-8ADF-8BA0767FBF82}"/>
          </ac:spMkLst>
        </pc:spChg>
        <pc:spChg chg="del">
          <ac:chgData name="이 은찬" userId="7171d596-a1e6-43c2-b263-57fdfdab9399" providerId="ADAL" clId="{EC57FFA4-718A-4CE0-AF78-52E7B20E8B37}" dt="2026-10-04T00:59:54.075" v="2543" actId="478"/>
          <ac:spMkLst>
            <pc:docMk/>
            <pc:sldMk cId="2162245801" sldId="321"/>
            <ac:spMk id="3" creationId="{07FFDD8D-3A8C-F0FE-F1D1-69F95123D368}"/>
          </ac:spMkLst>
        </pc:spChg>
        <pc:spChg chg="del">
          <ac:chgData name="이 은찬" userId="7171d596-a1e6-43c2-b263-57fdfdab9399" providerId="ADAL" clId="{EC57FFA4-718A-4CE0-AF78-52E7B20E8B37}" dt="2026-10-04T00:59:54.075" v="2543" actId="478"/>
          <ac:spMkLst>
            <pc:docMk/>
            <pc:sldMk cId="2162245801" sldId="321"/>
            <ac:spMk id="4" creationId="{FE9AF546-FEF0-5272-21A9-ABD2DC594F3A}"/>
          </ac:spMkLst>
        </pc:spChg>
        <pc:spChg chg="del">
          <ac:chgData name="이 은찬" userId="7171d596-a1e6-43c2-b263-57fdfdab9399" providerId="ADAL" clId="{EC57FFA4-718A-4CE0-AF78-52E7B20E8B37}" dt="2026-10-04T00:59:54.075" v="2543" actId="478"/>
          <ac:spMkLst>
            <pc:docMk/>
            <pc:sldMk cId="2162245801" sldId="321"/>
            <ac:spMk id="5" creationId="{A47CF63F-7379-5935-A3E6-CBFC96C0A48B}"/>
          </ac:spMkLst>
        </pc:spChg>
        <pc:spChg chg="del">
          <ac:chgData name="이 은찬" userId="7171d596-a1e6-43c2-b263-57fdfdab9399" providerId="ADAL" clId="{EC57FFA4-718A-4CE0-AF78-52E7B20E8B37}" dt="2026-10-04T00:59:54.075" v="2543" actId="478"/>
          <ac:spMkLst>
            <pc:docMk/>
            <pc:sldMk cId="2162245801" sldId="321"/>
            <ac:spMk id="6" creationId="{08CCD159-0075-EB86-2DA3-61C9C8C3A0CC}"/>
          </ac:spMkLst>
        </pc:spChg>
        <pc:spChg chg="add mod">
          <ac:chgData name="이 은찬" userId="7171d596-a1e6-43c2-b263-57fdfdab9399" providerId="ADAL" clId="{EC57FFA4-718A-4CE0-AF78-52E7B20E8B37}" dt="2026-10-04T00:59:56.036" v="2544"/>
          <ac:spMkLst>
            <pc:docMk/>
            <pc:sldMk cId="2162245801" sldId="321"/>
            <ac:spMk id="7" creationId="{4126F1C0-5D57-828C-97D6-75B3D7826290}"/>
          </ac:spMkLst>
        </pc:spChg>
        <pc:spChg chg="mod">
          <ac:chgData name="이 은찬" userId="7171d596-a1e6-43c2-b263-57fdfdab9399" providerId="ADAL" clId="{EC57FFA4-718A-4CE0-AF78-52E7B20E8B37}" dt="2026-10-04T03:04:58.258" v="6390" actId="20577"/>
          <ac:spMkLst>
            <pc:docMk/>
            <pc:sldMk cId="2162245801" sldId="321"/>
            <ac:spMk id="9" creationId="{00000000-0000-0000-0000-000000000000}"/>
          </ac:spMkLst>
        </pc:spChg>
        <pc:spChg chg="del">
          <ac:chgData name="이 은찬" userId="7171d596-a1e6-43c2-b263-57fdfdab9399" providerId="ADAL" clId="{EC57FFA4-718A-4CE0-AF78-52E7B20E8B37}" dt="2026-10-04T00:59:54.075" v="2543" actId="478"/>
          <ac:spMkLst>
            <pc:docMk/>
            <pc:sldMk cId="2162245801" sldId="321"/>
            <ac:spMk id="11" creationId="{3292745E-00FE-57BD-8D36-71F619327CFE}"/>
          </ac:spMkLst>
        </pc:spChg>
        <pc:spChg chg="del">
          <ac:chgData name="이 은찬" userId="7171d596-a1e6-43c2-b263-57fdfdab9399" providerId="ADAL" clId="{EC57FFA4-718A-4CE0-AF78-52E7B20E8B37}" dt="2026-10-04T00:59:54.075" v="2543" actId="478"/>
          <ac:spMkLst>
            <pc:docMk/>
            <pc:sldMk cId="2162245801" sldId="321"/>
            <ac:spMk id="13" creationId="{A1CB8DBA-AFA5-F716-4E58-5E387C9EEA49}"/>
          </ac:spMkLst>
        </pc:spChg>
        <pc:spChg chg="del">
          <ac:chgData name="이 은찬" userId="7171d596-a1e6-43c2-b263-57fdfdab9399" providerId="ADAL" clId="{EC57FFA4-718A-4CE0-AF78-52E7B20E8B37}" dt="2026-10-04T00:59:54.075" v="2543" actId="478"/>
          <ac:spMkLst>
            <pc:docMk/>
            <pc:sldMk cId="2162245801" sldId="321"/>
            <ac:spMk id="14" creationId="{FC8C619A-3EEA-3D10-7337-D3E2E909E495}"/>
          </ac:spMkLst>
        </pc:spChg>
        <pc:spChg chg="add mod">
          <ac:chgData name="이 은찬" userId="7171d596-a1e6-43c2-b263-57fdfdab9399" providerId="ADAL" clId="{EC57FFA4-718A-4CE0-AF78-52E7B20E8B37}" dt="2026-10-04T00:59:56.036" v="2544"/>
          <ac:spMkLst>
            <pc:docMk/>
            <pc:sldMk cId="2162245801" sldId="321"/>
            <ac:spMk id="15" creationId="{CE5B2A28-C3FB-A9E9-4994-6335F1A5E366}"/>
          </ac:spMkLst>
        </pc:spChg>
        <pc:spChg chg="add mod">
          <ac:chgData name="이 은찬" userId="7171d596-a1e6-43c2-b263-57fdfdab9399" providerId="ADAL" clId="{EC57FFA4-718A-4CE0-AF78-52E7B20E8B37}" dt="2026-10-04T00:59:56.036" v="2544"/>
          <ac:spMkLst>
            <pc:docMk/>
            <pc:sldMk cId="2162245801" sldId="321"/>
            <ac:spMk id="16" creationId="{66897D3E-06FB-EE58-ADC0-D8C91CB6D923}"/>
          </ac:spMkLst>
        </pc:spChg>
        <pc:spChg chg="add mod">
          <ac:chgData name="이 은찬" userId="7171d596-a1e6-43c2-b263-57fdfdab9399" providerId="ADAL" clId="{EC57FFA4-718A-4CE0-AF78-52E7B20E8B37}" dt="2026-10-04T00:59:56.036" v="2544"/>
          <ac:spMkLst>
            <pc:docMk/>
            <pc:sldMk cId="2162245801" sldId="321"/>
            <ac:spMk id="17" creationId="{15368484-69D2-B9C5-A35E-70F5C1A88A05}"/>
          </ac:spMkLst>
        </pc:spChg>
        <pc:spChg chg="del">
          <ac:chgData name="이 은찬" userId="7171d596-a1e6-43c2-b263-57fdfdab9399" providerId="ADAL" clId="{EC57FFA4-718A-4CE0-AF78-52E7B20E8B37}" dt="2026-10-04T00:59:54.075" v="2543" actId="478"/>
          <ac:spMkLst>
            <pc:docMk/>
            <pc:sldMk cId="2162245801" sldId="321"/>
            <ac:spMk id="18" creationId="{E053E291-9C7C-6929-93E6-754027FD9CD9}"/>
          </ac:spMkLst>
        </pc:spChg>
        <pc:spChg chg="add mod">
          <ac:chgData name="이 은찬" userId="7171d596-a1e6-43c2-b263-57fdfdab9399" providerId="ADAL" clId="{EC57FFA4-718A-4CE0-AF78-52E7B20E8B37}" dt="2026-10-04T00:59:56.036" v="2544"/>
          <ac:spMkLst>
            <pc:docMk/>
            <pc:sldMk cId="2162245801" sldId="321"/>
            <ac:spMk id="19" creationId="{81B4F58C-0E20-D535-6FAC-F7B38CF014EE}"/>
          </ac:spMkLst>
        </pc:spChg>
        <pc:spChg chg="add mod">
          <ac:chgData name="이 은찬" userId="7171d596-a1e6-43c2-b263-57fdfdab9399" providerId="ADAL" clId="{EC57FFA4-718A-4CE0-AF78-52E7B20E8B37}" dt="2026-10-04T00:59:56.036" v="2544"/>
          <ac:spMkLst>
            <pc:docMk/>
            <pc:sldMk cId="2162245801" sldId="321"/>
            <ac:spMk id="20" creationId="{D13B8CD6-82FD-61E9-13DE-F30F0E3541CC}"/>
          </ac:spMkLst>
        </pc:spChg>
        <pc:spChg chg="add mod">
          <ac:chgData name="이 은찬" userId="7171d596-a1e6-43c2-b263-57fdfdab9399" providerId="ADAL" clId="{EC57FFA4-718A-4CE0-AF78-52E7B20E8B37}" dt="2026-10-04T00:59:56.036" v="2544"/>
          <ac:spMkLst>
            <pc:docMk/>
            <pc:sldMk cId="2162245801" sldId="321"/>
            <ac:spMk id="21" creationId="{099FC34E-A91B-5E41-B54E-E8D6AEA32340}"/>
          </ac:spMkLst>
        </pc:spChg>
        <pc:spChg chg="add mod">
          <ac:chgData name="이 은찬" userId="7171d596-a1e6-43c2-b263-57fdfdab9399" providerId="ADAL" clId="{EC57FFA4-718A-4CE0-AF78-52E7B20E8B37}" dt="2026-10-04T00:59:56.036" v="2544"/>
          <ac:spMkLst>
            <pc:docMk/>
            <pc:sldMk cId="2162245801" sldId="321"/>
            <ac:spMk id="22" creationId="{B40E8801-0E4F-9291-1252-0B9C2094C371}"/>
          </ac:spMkLst>
        </pc:spChg>
        <pc:spChg chg="add mod">
          <ac:chgData name="이 은찬" userId="7171d596-a1e6-43c2-b263-57fdfdab9399" providerId="ADAL" clId="{EC57FFA4-718A-4CE0-AF78-52E7B20E8B37}" dt="2026-10-04T00:59:56.036" v="2544"/>
          <ac:spMkLst>
            <pc:docMk/>
            <pc:sldMk cId="2162245801" sldId="321"/>
            <ac:spMk id="23" creationId="{1AB0734C-4E25-4D22-4C68-7AF3623A4A06}"/>
          </ac:spMkLst>
        </pc:spChg>
        <pc:spChg chg="add mod">
          <ac:chgData name="이 은찬" userId="7171d596-a1e6-43c2-b263-57fdfdab9399" providerId="ADAL" clId="{EC57FFA4-718A-4CE0-AF78-52E7B20E8B37}" dt="2026-10-04T00:59:56.036" v="2544"/>
          <ac:spMkLst>
            <pc:docMk/>
            <pc:sldMk cId="2162245801" sldId="321"/>
            <ac:spMk id="24" creationId="{A0688C15-3316-F17A-4577-ADB9A3C644CE}"/>
          </ac:spMkLst>
        </pc:spChg>
        <pc:spChg chg="add mod">
          <ac:chgData name="이 은찬" userId="7171d596-a1e6-43c2-b263-57fdfdab9399" providerId="ADAL" clId="{EC57FFA4-718A-4CE0-AF78-52E7B20E8B37}" dt="2026-10-04T00:59:56.036" v="2544"/>
          <ac:spMkLst>
            <pc:docMk/>
            <pc:sldMk cId="2162245801" sldId="321"/>
            <ac:spMk id="25" creationId="{1F7E20BF-43E0-B6CE-49A5-C29DDEBDEBCE}"/>
          </ac:spMkLst>
        </pc:spChg>
        <pc:spChg chg="del">
          <ac:chgData name="이 은찬" userId="7171d596-a1e6-43c2-b263-57fdfdab9399" providerId="ADAL" clId="{EC57FFA4-718A-4CE0-AF78-52E7B20E8B37}" dt="2026-10-04T00:59:54.075" v="2543" actId="478"/>
          <ac:spMkLst>
            <pc:docMk/>
            <pc:sldMk cId="2162245801" sldId="321"/>
            <ac:spMk id="27" creationId="{83477C7F-220B-BB1C-E1BA-E3F52D07007B}"/>
          </ac:spMkLst>
        </pc:spChg>
        <pc:spChg chg="del">
          <ac:chgData name="이 은찬" userId="7171d596-a1e6-43c2-b263-57fdfdab9399" providerId="ADAL" clId="{EC57FFA4-718A-4CE0-AF78-52E7B20E8B37}" dt="2026-10-04T00:59:54.075" v="2543" actId="478"/>
          <ac:spMkLst>
            <pc:docMk/>
            <pc:sldMk cId="2162245801" sldId="321"/>
            <ac:spMk id="28" creationId="{4C1C1BBE-85E9-0CC1-378C-B6D78465C230}"/>
          </ac:spMkLst>
        </pc:spChg>
        <pc:spChg chg="del">
          <ac:chgData name="이 은찬" userId="7171d596-a1e6-43c2-b263-57fdfdab9399" providerId="ADAL" clId="{EC57FFA4-718A-4CE0-AF78-52E7B20E8B37}" dt="2026-10-04T00:59:54.075" v="2543" actId="478"/>
          <ac:spMkLst>
            <pc:docMk/>
            <pc:sldMk cId="2162245801" sldId="321"/>
            <ac:spMk id="29" creationId="{178D9CA4-4D5E-F4F2-A9F0-638F576D130F}"/>
          </ac:spMkLst>
        </pc:spChg>
        <pc:spChg chg="mod">
          <ac:chgData name="이 은찬" userId="7171d596-a1e6-43c2-b263-57fdfdab9399" providerId="ADAL" clId="{EC57FFA4-718A-4CE0-AF78-52E7B20E8B37}" dt="2026-10-04T00:59:34.884" v="2528"/>
          <ac:spMkLst>
            <pc:docMk/>
            <pc:sldMk cId="2162245801" sldId="321"/>
            <ac:spMk id="45" creationId="{EFB1EA19-0FBB-7E98-DB8B-E17B767248EA}"/>
          </ac:spMkLst>
        </pc:spChg>
        <pc:spChg chg="mod">
          <ac:chgData name="이 은찬" userId="7171d596-a1e6-43c2-b263-57fdfdab9399" providerId="ADAL" clId="{EC57FFA4-718A-4CE0-AF78-52E7B20E8B37}" dt="2026-10-04T00:59:31.921" v="2527" actId="20577"/>
          <ac:spMkLst>
            <pc:docMk/>
            <pc:sldMk cId="2162245801" sldId="321"/>
            <ac:spMk id="47" creationId="{5D08A8A4-1970-D2BB-759C-BC22ACF21903}"/>
          </ac:spMkLst>
        </pc:spChg>
      </pc:sldChg>
      <pc:sldChg chg="addSp delSp modSp add mod modAnim">
        <pc:chgData name="이 은찬" userId="7171d596-a1e6-43c2-b263-57fdfdab9399" providerId="ADAL" clId="{EC57FFA4-718A-4CE0-AF78-52E7B20E8B37}" dt="2026-10-04T03:20:26.780" v="6560" actId="20577"/>
        <pc:sldMkLst>
          <pc:docMk/>
          <pc:sldMk cId="3216845779" sldId="322"/>
        </pc:sldMkLst>
        <pc:spChg chg="add mod">
          <ac:chgData name="이 은찬" userId="7171d596-a1e6-43c2-b263-57fdfdab9399" providerId="ADAL" clId="{EC57FFA4-718A-4CE0-AF78-52E7B20E8B37}" dt="2026-10-04T01:07:55.526" v="2895" actId="14100"/>
          <ac:spMkLst>
            <pc:docMk/>
            <pc:sldMk cId="3216845779" sldId="322"/>
            <ac:spMk id="2" creationId="{80B0D32D-A97F-CF21-9EC0-C367D592E913}"/>
          </ac:spMkLst>
        </pc:spChg>
        <pc:spChg chg="add mod">
          <ac:chgData name="이 은찬" userId="7171d596-a1e6-43c2-b263-57fdfdab9399" providerId="ADAL" clId="{EC57FFA4-718A-4CE0-AF78-52E7B20E8B37}" dt="2026-10-04T03:20:26.780" v="6560" actId="20577"/>
          <ac:spMkLst>
            <pc:docMk/>
            <pc:sldMk cId="3216845779" sldId="322"/>
            <ac:spMk id="5" creationId="{3D44AE16-B0DE-D8F9-8365-D3DAF191B325}"/>
          </ac:spMkLst>
        </pc:spChg>
        <pc:spChg chg="del">
          <ac:chgData name="이 은찬" userId="7171d596-a1e6-43c2-b263-57fdfdab9399" providerId="ADAL" clId="{EC57FFA4-718A-4CE0-AF78-52E7B20E8B37}" dt="2026-10-04T01:05:33.454" v="2698" actId="478"/>
          <ac:spMkLst>
            <pc:docMk/>
            <pc:sldMk cId="3216845779" sldId="322"/>
            <ac:spMk id="7" creationId="{4126F1C0-5D57-828C-97D6-75B3D7826290}"/>
          </ac:spMkLst>
        </pc:spChg>
        <pc:spChg chg="mod">
          <ac:chgData name="이 은찬" userId="7171d596-a1e6-43c2-b263-57fdfdab9399" providerId="ADAL" clId="{EC57FFA4-718A-4CE0-AF78-52E7B20E8B37}" dt="2026-10-04T01:02:08.593" v="2556" actId="20577"/>
          <ac:spMkLst>
            <pc:docMk/>
            <pc:sldMk cId="3216845779" sldId="322"/>
            <ac:spMk id="8" creationId="{00000000-0000-0000-0000-000000000000}"/>
          </ac:spMkLst>
        </pc:spChg>
        <pc:spChg chg="mod">
          <ac:chgData name="이 은찬" userId="7171d596-a1e6-43c2-b263-57fdfdab9399" providerId="ADAL" clId="{EC57FFA4-718A-4CE0-AF78-52E7B20E8B37}" dt="2026-10-04T03:05:04.368" v="6393" actId="20577"/>
          <ac:spMkLst>
            <pc:docMk/>
            <pc:sldMk cId="3216845779" sldId="322"/>
            <ac:spMk id="9" creationId="{00000000-0000-0000-0000-000000000000}"/>
          </ac:spMkLst>
        </pc:spChg>
        <pc:spChg chg="del">
          <ac:chgData name="이 은찬" userId="7171d596-a1e6-43c2-b263-57fdfdab9399" providerId="ADAL" clId="{EC57FFA4-718A-4CE0-AF78-52E7B20E8B37}" dt="2026-10-04T01:05:33.454" v="2698" actId="478"/>
          <ac:spMkLst>
            <pc:docMk/>
            <pc:sldMk cId="3216845779" sldId="322"/>
            <ac:spMk id="15" creationId="{CE5B2A28-C3FB-A9E9-4994-6335F1A5E366}"/>
          </ac:spMkLst>
        </pc:spChg>
        <pc:spChg chg="del">
          <ac:chgData name="이 은찬" userId="7171d596-a1e6-43c2-b263-57fdfdab9399" providerId="ADAL" clId="{EC57FFA4-718A-4CE0-AF78-52E7B20E8B37}" dt="2026-10-04T01:05:33.454" v="2698" actId="478"/>
          <ac:spMkLst>
            <pc:docMk/>
            <pc:sldMk cId="3216845779" sldId="322"/>
            <ac:spMk id="16" creationId="{66897D3E-06FB-EE58-ADC0-D8C91CB6D923}"/>
          </ac:spMkLst>
        </pc:spChg>
        <pc:spChg chg="del">
          <ac:chgData name="이 은찬" userId="7171d596-a1e6-43c2-b263-57fdfdab9399" providerId="ADAL" clId="{EC57FFA4-718A-4CE0-AF78-52E7B20E8B37}" dt="2026-10-04T01:05:33.454" v="2698" actId="478"/>
          <ac:spMkLst>
            <pc:docMk/>
            <pc:sldMk cId="3216845779" sldId="322"/>
            <ac:spMk id="17" creationId="{15368484-69D2-B9C5-A35E-70F5C1A88A05}"/>
          </ac:spMkLst>
        </pc:spChg>
        <pc:spChg chg="add mod">
          <ac:chgData name="이 은찬" userId="7171d596-a1e6-43c2-b263-57fdfdab9399" providerId="ADAL" clId="{EC57FFA4-718A-4CE0-AF78-52E7B20E8B37}" dt="2026-10-04T01:44:35.911" v="3283" actId="1076"/>
          <ac:spMkLst>
            <pc:docMk/>
            <pc:sldMk cId="3216845779" sldId="322"/>
            <ac:spMk id="18" creationId="{3CB0B853-0DD1-0366-B858-510022C5E9DA}"/>
          </ac:spMkLst>
        </pc:spChg>
        <pc:spChg chg="del">
          <ac:chgData name="이 은찬" userId="7171d596-a1e6-43c2-b263-57fdfdab9399" providerId="ADAL" clId="{EC57FFA4-718A-4CE0-AF78-52E7B20E8B37}" dt="2026-10-04T01:05:33.454" v="2698" actId="478"/>
          <ac:spMkLst>
            <pc:docMk/>
            <pc:sldMk cId="3216845779" sldId="322"/>
            <ac:spMk id="19" creationId="{81B4F58C-0E20-D535-6FAC-F7B38CF014EE}"/>
          </ac:spMkLst>
        </pc:spChg>
        <pc:spChg chg="del">
          <ac:chgData name="이 은찬" userId="7171d596-a1e6-43c2-b263-57fdfdab9399" providerId="ADAL" clId="{EC57FFA4-718A-4CE0-AF78-52E7B20E8B37}" dt="2026-10-04T01:05:33.454" v="2698" actId="478"/>
          <ac:spMkLst>
            <pc:docMk/>
            <pc:sldMk cId="3216845779" sldId="322"/>
            <ac:spMk id="20" creationId="{D13B8CD6-82FD-61E9-13DE-F30F0E3541CC}"/>
          </ac:spMkLst>
        </pc:spChg>
        <pc:spChg chg="del">
          <ac:chgData name="이 은찬" userId="7171d596-a1e6-43c2-b263-57fdfdab9399" providerId="ADAL" clId="{EC57FFA4-718A-4CE0-AF78-52E7B20E8B37}" dt="2026-10-04T01:05:33.454" v="2698" actId="478"/>
          <ac:spMkLst>
            <pc:docMk/>
            <pc:sldMk cId="3216845779" sldId="322"/>
            <ac:spMk id="21" creationId="{099FC34E-A91B-5E41-B54E-E8D6AEA32340}"/>
          </ac:spMkLst>
        </pc:spChg>
        <pc:spChg chg="del">
          <ac:chgData name="이 은찬" userId="7171d596-a1e6-43c2-b263-57fdfdab9399" providerId="ADAL" clId="{EC57FFA4-718A-4CE0-AF78-52E7B20E8B37}" dt="2026-10-04T01:05:33.454" v="2698" actId="478"/>
          <ac:spMkLst>
            <pc:docMk/>
            <pc:sldMk cId="3216845779" sldId="322"/>
            <ac:spMk id="22" creationId="{B40E8801-0E4F-9291-1252-0B9C2094C371}"/>
          </ac:spMkLst>
        </pc:spChg>
        <pc:spChg chg="del">
          <ac:chgData name="이 은찬" userId="7171d596-a1e6-43c2-b263-57fdfdab9399" providerId="ADAL" clId="{EC57FFA4-718A-4CE0-AF78-52E7B20E8B37}" dt="2026-10-04T01:05:33.454" v="2698" actId="478"/>
          <ac:spMkLst>
            <pc:docMk/>
            <pc:sldMk cId="3216845779" sldId="322"/>
            <ac:spMk id="23" creationId="{1AB0734C-4E25-4D22-4C68-7AF3623A4A06}"/>
          </ac:spMkLst>
        </pc:spChg>
        <pc:spChg chg="del">
          <ac:chgData name="이 은찬" userId="7171d596-a1e6-43c2-b263-57fdfdab9399" providerId="ADAL" clId="{EC57FFA4-718A-4CE0-AF78-52E7B20E8B37}" dt="2026-10-04T01:05:33.454" v="2698" actId="478"/>
          <ac:spMkLst>
            <pc:docMk/>
            <pc:sldMk cId="3216845779" sldId="322"/>
            <ac:spMk id="24" creationId="{A0688C15-3316-F17A-4577-ADB9A3C644CE}"/>
          </ac:spMkLst>
        </pc:spChg>
        <pc:spChg chg="del">
          <ac:chgData name="이 은찬" userId="7171d596-a1e6-43c2-b263-57fdfdab9399" providerId="ADAL" clId="{EC57FFA4-718A-4CE0-AF78-52E7B20E8B37}" dt="2026-10-04T01:05:33.454" v="2698" actId="478"/>
          <ac:spMkLst>
            <pc:docMk/>
            <pc:sldMk cId="3216845779" sldId="322"/>
            <ac:spMk id="25" creationId="{1F7E20BF-43E0-B6CE-49A5-C29DDEBDEBCE}"/>
          </ac:spMkLst>
        </pc:spChg>
        <pc:spChg chg="add mod">
          <ac:chgData name="이 은찬" userId="7171d596-a1e6-43c2-b263-57fdfdab9399" providerId="ADAL" clId="{EC57FFA4-718A-4CE0-AF78-52E7B20E8B37}" dt="2026-10-04T01:48:35.606" v="3466" actId="14100"/>
          <ac:spMkLst>
            <pc:docMk/>
            <pc:sldMk cId="3216845779" sldId="322"/>
            <ac:spMk id="33" creationId="{245432B3-CA61-A636-D8AF-B514E53472AC}"/>
          </ac:spMkLst>
        </pc:spChg>
        <pc:spChg chg="add mod">
          <ac:chgData name="이 은찬" userId="7171d596-a1e6-43c2-b263-57fdfdab9399" providerId="ADAL" clId="{EC57FFA4-718A-4CE0-AF78-52E7B20E8B37}" dt="2026-10-04T01:48:13.256" v="3463" actId="14100"/>
          <ac:spMkLst>
            <pc:docMk/>
            <pc:sldMk cId="3216845779" sldId="322"/>
            <ac:spMk id="34" creationId="{C62C5B1D-2642-F716-BC21-E4B3CFD37139}"/>
          </ac:spMkLst>
        </pc:spChg>
        <pc:spChg chg="add mod">
          <ac:chgData name="이 은찬" userId="7171d596-a1e6-43c2-b263-57fdfdab9399" providerId="ADAL" clId="{EC57FFA4-718A-4CE0-AF78-52E7B20E8B37}" dt="2026-10-04T01:49:10.361" v="3512" actId="14100"/>
          <ac:spMkLst>
            <pc:docMk/>
            <pc:sldMk cId="3216845779" sldId="322"/>
            <ac:spMk id="35" creationId="{1A4DF661-D661-F851-FB94-CF1C5E0427FE}"/>
          </ac:spMkLst>
        </pc:spChg>
        <pc:spChg chg="mod">
          <ac:chgData name="이 은찬" userId="7171d596-a1e6-43c2-b263-57fdfdab9399" providerId="ADAL" clId="{EC57FFA4-718A-4CE0-AF78-52E7B20E8B37}" dt="2026-10-04T01:03:00.331" v="2681" actId="20577"/>
          <ac:spMkLst>
            <pc:docMk/>
            <pc:sldMk cId="3216845779" sldId="322"/>
            <ac:spMk id="45" creationId="{EFB1EA19-0FBB-7E98-DB8B-E17B767248EA}"/>
          </ac:spMkLst>
        </pc:spChg>
        <pc:spChg chg="mod">
          <ac:chgData name="이 은찬" userId="7171d596-a1e6-43c2-b263-57fdfdab9399" providerId="ADAL" clId="{EC57FFA4-718A-4CE0-AF78-52E7B20E8B37}" dt="2026-10-04T02:18:49.424" v="4981" actId="20577"/>
          <ac:spMkLst>
            <pc:docMk/>
            <pc:sldMk cId="3216845779" sldId="322"/>
            <ac:spMk id="47" creationId="{5D08A8A4-1970-D2BB-759C-BC22ACF21903}"/>
          </ac:spMkLst>
        </pc:spChg>
        <pc:picChg chg="add mod">
          <ac:chgData name="이 은찬" userId="7171d596-a1e6-43c2-b263-57fdfdab9399" providerId="ADAL" clId="{EC57FFA4-718A-4CE0-AF78-52E7B20E8B37}" dt="2026-10-04T01:44:06.118" v="3280" actId="1076"/>
          <ac:picMkLst>
            <pc:docMk/>
            <pc:sldMk cId="3216845779" sldId="322"/>
            <ac:picMk id="4" creationId="{5B8F39A3-0CD9-C9B2-1190-DCFCC9EC5C76}"/>
          </ac:picMkLst>
        </pc:picChg>
        <pc:picChg chg="add mod">
          <ac:chgData name="이 은찬" userId="7171d596-a1e6-43c2-b263-57fdfdab9399" providerId="ADAL" clId="{EC57FFA4-718A-4CE0-AF78-52E7B20E8B37}" dt="2026-10-04T01:44:08.706" v="3281" actId="1076"/>
          <ac:picMkLst>
            <pc:docMk/>
            <pc:sldMk cId="3216845779" sldId="322"/>
            <ac:picMk id="11" creationId="{4F629C38-7EB9-34D0-B41E-133CE2D9D7D5}"/>
          </ac:picMkLst>
        </pc:picChg>
        <pc:picChg chg="add mod">
          <ac:chgData name="이 은찬" userId="7171d596-a1e6-43c2-b263-57fdfdab9399" providerId="ADAL" clId="{EC57FFA4-718A-4CE0-AF78-52E7B20E8B37}" dt="2026-10-04T01:44:00.718" v="3278" actId="1076"/>
          <ac:picMkLst>
            <pc:docMk/>
            <pc:sldMk cId="3216845779" sldId="322"/>
            <ac:picMk id="14" creationId="{16454A60-8264-9C79-9789-B998022B1D0C}"/>
          </ac:picMkLst>
        </pc:picChg>
        <pc:picChg chg="add mod">
          <ac:chgData name="이 은찬" userId="7171d596-a1e6-43c2-b263-57fdfdab9399" providerId="ADAL" clId="{EC57FFA4-718A-4CE0-AF78-52E7B20E8B37}" dt="2026-10-04T01:45:50.100" v="3323"/>
          <ac:picMkLst>
            <pc:docMk/>
            <pc:sldMk cId="3216845779" sldId="322"/>
            <ac:picMk id="26" creationId="{65ABB3D3-394E-C6FF-8C2D-B78D11438C11}"/>
          </ac:picMkLst>
        </pc:picChg>
        <pc:picChg chg="add mod">
          <ac:chgData name="이 은찬" userId="7171d596-a1e6-43c2-b263-57fdfdab9399" providerId="ADAL" clId="{EC57FFA4-718A-4CE0-AF78-52E7B20E8B37}" dt="2026-10-04T01:45:50.100" v="3323"/>
          <ac:picMkLst>
            <pc:docMk/>
            <pc:sldMk cId="3216845779" sldId="322"/>
            <ac:picMk id="27" creationId="{2BFFD686-2790-7509-FF06-D99B72D19CAE}"/>
          </ac:picMkLst>
        </pc:picChg>
        <pc:picChg chg="add mod">
          <ac:chgData name="이 은찬" userId="7171d596-a1e6-43c2-b263-57fdfdab9399" providerId="ADAL" clId="{EC57FFA4-718A-4CE0-AF78-52E7B20E8B37}" dt="2026-10-04T01:45:50.100" v="3323"/>
          <ac:picMkLst>
            <pc:docMk/>
            <pc:sldMk cId="3216845779" sldId="322"/>
            <ac:picMk id="28" creationId="{43CCC572-A1EB-8F3F-B625-2B91C1891C6E}"/>
          </ac:picMkLst>
        </pc:picChg>
        <pc:picChg chg="add">
          <ac:chgData name="이 은찬" userId="7171d596-a1e6-43c2-b263-57fdfdab9399" providerId="ADAL" clId="{EC57FFA4-718A-4CE0-AF78-52E7B20E8B37}" dt="2026-10-04T01:45:56.025" v="3327"/>
          <ac:picMkLst>
            <pc:docMk/>
            <pc:sldMk cId="3216845779" sldId="322"/>
            <ac:picMk id="29" creationId="{93705C1F-1269-0A4C-8AA1-83E1396F616F}"/>
          </ac:picMkLst>
        </pc:picChg>
        <pc:picChg chg="add mod">
          <ac:chgData name="이 은찬" userId="7171d596-a1e6-43c2-b263-57fdfdab9399" providerId="ADAL" clId="{EC57FFA4-718A-4CE0-AF78-52E7B20E8B37}" dt="2026-10-04T01:47:07.331" v="3343" actId="1076"/>
          <ac:picMkLst>
            <pc:docMk/>
            <pc:sldMk cId="3216845779" sldId="322"/>
            <ac:picMk id="30" creationId="{7431268A-3C6F-B47A-951A-9FFC69E28358}"/>
          </ac:picMkLst>
        </pc:picChg>
        <pc:picChg chg="add mod">
          <ac:chgData name="이 은찬" userId="7171d596-a1e6-43c2-b263-57fdfdab9399" providerId="ADAL" clId="{EC57FFA4-718A-4CE0-AF78-52E7B20E8B37}" dt="2026-10-04T01:47:07.331" v="3343" actId="1076"/>
          <ac:picMkLst>
            <pc:docMk/>
            <pc:sldMk cId="3216845779" sldId="322"/>
            <ac:picMk id="31" creationId="{EEF24662-9F84-333C-435B-A0FACE657965}"/>
          </ac:picMkLst>
        </pc:picChg>
        <pc:picChg chg="add mod">
          <ac:chgData name="이 은찬" userId="7171d596-a1e6-43c2-b263-57fdfdab9399" providerId="ADAL" clId="{EC57FFA4-718A-4CE0-AF78-52E7B20E8B37}" dt="2026-10-04T01:47:07.331" v="3343" actId="1076"/>
          <ac:picMkLst>
            <pc:docMk/>
            <pc:sldMk cId="3216845779" sldId="322"/>
            <ac:picMk id="32" creationId="{CA265D05-EB81-FC91-0242-10A3BFA25F3D}"/>
          </ac:picMkLst>
        </pc:picChg>
      </pc:sldChg>
      <pc:sldChg chg="addSp delSp modSp add mod modAnim">
        <pc:chgData name="이 은찬" userId="7171d596-a1e6-43c2-b263-57fdfdab9399" providerId="ADAL" clId="{EC57FFA4-718A-4CE0-AF78-52E7B20E8B37}" dt="2026-10-04T03:05:08.326" v="6396" actId="20577"/>
        <pc:sldMkLst>
          <pc:docMk/>
          <pc:sldMk cId="4092808104" sldId="323"/>
        </pc:sldMkLst>
        <pc:spChg chg="add mod">
          <ac:chgData name="이 은찬" userId="7171d596-a1e6-43c2-b263-57fdfdab9399" providerId="ADAL" clId="{EC57FFA4-718A-4CE0-AF78-52E7B20E8B37}" dt="2026-10-04T01:54:03.253" v="3925" actId="20577"/>
          <ac:spMkLst>
            <pc:docMk/>
            <pc:sldMk cId="4092808104" sldId="323"/>
            <ac:spMk id="3" creationId="{BBD853B4-9B5D-BDF8-9F3B-2B68167E014F}"/>
          </ac:spMkLst>
        </pc:spChg>
        <pc:spChg chg="mod">
          <ac:chgData name="이 은찬" userId="7171d596-a1e6-43c2-b263-57fdfdab9399" providerId="ADAL" clId="{EC57FFA4-718A-4CE0-AF78-52E7B20E8B37}" dt="2026-10-04T01:53:48.927" v="3921" actId="20577"/>
          <ac:spMkLst>
            <pc:docMk/>
            <pc:sldMk cId="4092808104" sldId="323"/>
            <ac:spMk id="5" creationId="{3D44AE16-B0DE-D8F9-8365-D3DAF191B325}"/>
          </ac:spMkLst>
        </pc:spChg>
        <pc:spChg chg="add mod">
          <ac:chgData name="이 은찬" userId="7171d596-a1e6-43c2-b263-57fdfdab9399" providerId="ADAL" clId="{EC57FFA4-718A-4CE0-AF78-52E7B20E8B37}" dt="2026-10-04T01:56:01.786" v="4206" actId="207"/>
          <ac:spMkLst>
            <pc:docMk/>
            <pc:sldMk cId="4092808104" sldId="323"/>
            <ac:spMk id="6" creationId="{463CEC6C-02A0-2EF2-3CF6-7A6178FF9F14}"/>
          </ac:spMkLst>
        </pc:spChg>
        <pc:spChg chg="mod">
          <ac:chgData name="이 은찬" userId="7171d596-a1e6-43c2-b263-57fdfdab9399" providerId="ADAL" clId="{EC57FFA4-718A-4CE0-AF78-52E7B20E8B37}" dt="2026-10-04T03:05:08.326" v="6396" actId="20577"/>
          <ac:spMkLst>
            <pc:docMk/>
            <pc:sldMk cId="4092808104" sldId="323"/>
            <ac:spMk id="9" creationId="{00000000-0000-0000-0000-000000000000}"/>
          </ac:spMkLst>
        </pc:spChg>
        <pc:spChg chg="del">
          <ac:chgData name="이 은찬" userId="7171d596-a1e6-43c2-b263-57fdfdab9399" providerId="ADAL" clId="{EC57FFA4-718A-4CE0-AF78-52E7B20E8B37}" dt="2026-10-04T01:51:20.841" v="3724" actId="478"/>
          <ac:spMkLst>
            <pc:docMk/>
            <pc:sldMk cId="4092808104" sldId="323"/>
            <ac:spMk id="18" creationId="{3CB0B853-0DD1-0366-B858-510022C5E9DA}"/>
          </ac:spMkLst>
        </pc:spChg>
        <pc:spChg chg="del">
          <ac:chgData name="이 은찬" userId="7171d596-a1e6-43c2-b263-57fdfdab9399" providerId="ADAL" clId="{EC57FFA4-718A-4CE0-AF78-52E7B20E8B37}" dt="2026-10-04T01:51:20.841" v="3724" actId="478"/>
          <ac:spMkLst>
            <pc:docMk/>
            <pc:sldMk cId="4092808104" sldId="323"/>
            <ac:spMk id="33" creationId="{245432B3-CA61-A636-D8AF-B514E53472AC}"/>
          </ac:spMkLst>
        </pc:spChg>
        <pc:spChg chg="del">
          <ac:chgData name="이 은찬" userId="7171d596-a1e6-43c2-b263-57fdfdab9399" providerId="ADAL" clId="{EC57FFA4-718A-4CE0-AF78-52E7B20E8B37}" dt="2026-10-04T01:51:20.841" v="3724" actId="478"/>
          <ac:spMkLst>
            <pc:docMk/>
            <pc:sldMk cId="4092808104" sldId="323"/>
            <ac:spMk id="34" creationId="{C62C5B1D-2642-F716-BC21-E4B3CFD37139}"/>
          </ac:spMkLst>
        </pc:spChg>
        <pc:spChg chg="del">
          <ac:chgData name="이 은찬" userId="7171d596-a1e6-43c2-b263-57fdfdab9399" providerId="ADAL" clId="{EC57FFA4-718A-4CE0-AF78-52E7B20E8B37}" dt="2026-10-04T01:51:22.070" v="3725" actId="478"/>
          <ac:spMkLst>
            <pc:docMk/>
            <pc:sldMk cId="4092808104" sldId="323"/>
            <ac:spMk id="35" creationId="{1A4DF661-D661-F851-FB94-CF1C5E0427FE}"/>
          </ac:spMkLst>
        </pc:spChg>
        <pc:spChg chg="mod">
          <ac:chgData name="이 은찬" userId="7171d596-a1e6-43c2-b263-57fdfdab9399" providerId="ADAL" clId="{EC57FFA4-718A-4CE0-AF78-52E7B20E8B37}" dt="2026-10-04T02:18:53.857" v="4983" actId="20577"/>
          <ac:spMkLst>
            <pc:docMk/>
            <pc:sldMk cId="4092808104" sldId="323"/>
            <ac:spMk id="47" creationId="{5D08A8A4-1970-D2BB-759C-BC22ACF21903}"/>
          </ac:spMkLst>
        </pc:spChg>
        <pc:picChg chg="del">
          <ac:chgData name="이 은찬" userId="7171d596-a1e6-43c2-b263-57fdfdab9399" providerId="ADAL" clId="{EC57FFA4-718A-4CE0-AF78-52E7B20E8B37}" dt="2026-10-04T01:51:20.841" v="3724" actId="478"/>
          <ac:picMkLst>
            <pc:docMk/>
            <pc:sldMk cId="4092808104" sldId="323"/>
            <ac:picMk id="4" creationId="{5B8F39A3-0CD9-C9B2-1190-DCFCC9EC5C76}"/>
          </ac:picMkLst>
        </pc:picChg>
        <pc:picChg chg="del">
          <ac:chgData name="이 은찬" userId="7171d596-a1e6-43c2-b263-57fdfdab9399" providerId="ADAL" clId="{EC57FFA4-718A-4CE0-AF78-52E7B20E8B37}" dt="2026-10-04T01:51:20.841" v="3724" actId="478"/>
          <ac:picMkLst>
            <pc:docMk/>
            <pc:sldMk cId="4092808104" sldId="323"/>
            <ac:picMk id="11" creationId="{4F629C38-7EB9-34D0-B41E-133CE2D9D7D5}"/>
          </ac:picMkLst>
        </pc:picChg>
        <pc:picChg chg="mod">
          <ac:chgData name="이 은찬" userId="7171d596-a1e6-43c2-b263-57fdfdab9399" providerId="ADAL" clId="{EC57FFA4-718A-4CE0-AF78-52E7B20E8B37}" dt="2026-10-04T01:51:36.544" v="3729" actId="1076"/>
          <ac:picMkLst>
            <pc:docMk/>
            <pc:sldMk cId="4092808104" sldId="323"/>
            <ac:picMk id="14" creationId="{16454A60-8264-9C79-9789-B998022B1D0C}"/>
          </ac:picMkLst>
        </pc:picChg>
        <pc:picChg chg="del">
          <ac:chgData name="이 은찬" userId="7171d596-a1e6-43c2-b263-57fdfdab9399" providerId="ADAL" clId="{EC57FFA4-718A-4CE0-AF78-52E7B20E8B37}" dt="2026-10-04T01:51:20.841" v="3724" actId="478"/>
          <ac:picMkLst>
            <pc:docMk/>
            <pc:sldMk cId="4092808104" sldId="323"/>
            <ac:picMk id="30" creationId="{7431268A-3C6F-B47A-951A-9FFC69E28358}"/>
          </ac:picMkLst>
        </pc:picChg>
        <pc:picChg chg="del">
          <ac:chgData name="이 은찬" userId="7171d596-a1e6-43c2-b263-57fdfdab9399" providerId="ADAL" clId="{EC57FFA4-718A-4CE0-AF78-52E7B20E8B37}" dt="2026-10-04T01:51:20.841" v="3724" actId="478"/>
          <ac:picMkLst>
            <pc:docMk/>
            <pc:sldMk cId="4092808104" sldId="323"/>
            <ac:picMk id="31" creationId="{EEF24662-9F84-333C-435B-A0FACE657965}"/>
          </ac:picMkLst>
        </pc:picChg>
        <pc:picChg chg="del">
          <ac:chgData name="이 은찬" userId="7171d596-a1e6-43c2-b263-57fdfdab9399" providerId="ADAL" clId="{EC57FFA4-718A-4CE0-AF78-52E7B20E8B37}" dt="2026-10-04T01:51:20.841" v="3724" actId="478"/>
          <ac:picMkLst>
            <pc:docMk/>
            <pc:sldMk cId="4092808104" sldId="323"/>
            <ac:picMk id="32" creationId="{CA265D05-EB81-FC91-0242-10A3BFA25F3D}"/>
          </ac:picMkLst>
        </pc:picChg>
      </pc:sldChg>
      <pc:sldChg chg="addSp delSp modSp add mod">
        <pc:chgData name="이 은찬" userId="7171d596-a1e6-43c2-b263-57fdfdab9399" providerId="ADAL" clId="{EC57FFA4-718A-4CE0-AF78-52E7B20E8B37}" dt="2026-10-04T03:05:14.016" v="6399" actId="20577"/>
        <pc:sldMkLst>
          <pc:docMk/>
          <pc:sldMk cId="1815655865" sldId="324"/>
        </pc:sldMkLst>
        <pc:spChg chg="del">
          <ac:chgData name="이 은찬" userId="7171d596-a1e6-43c2-b263-57fdfdab9399" providerId="ADAL" clId="{EC57FFA4-718A-4CE0-AF78-52E7B20E8B37}" dt="2026-10-04T01:57:46.150" v="4256" actId="478"/>
          <ac:spMkLst>
            <pc:docMk/>
            <pc:sldMk cId="1815655865" sldId="324"/>
            <ac:spMk id="3" creationId="{BBD853B4-9B5D-BDF8-9F3B-2B68167E014F}"/>
          </ac:spMkLst>
        </pc:spChg>
        <pc:spChg chg="mod">
          <ac:chgData name="이 은찬" userId="7171d596-a1e6-43c2-b263-57fdfdab9399" providerId="ADAL" clId="{EC57FFA4-718A-4CE0-AF78-52E7B20E8B37}" dt="2026-10-04T01:57:42.082" v="4255" actId="14100"/>
          <ac:spMkLst>
            <pc:docMk/>
            <pc:sldMk cId="1815655865" sldId="324"/>
            <ac:spMk id="5" creationId="{3D44AE16-B0DE-D8F9-8365-D3DAF191B325}"/>
          </ac:spMkLst>
        </pc:spChg>
        <pc:spChg chg="del">
          <ac:chgData name="이 은찬" userId="7171d596-a1e6-43c2-b263-57fdfdab9399" providerId="ADAL" clId="{EC57FFA4-718A-4CE0-AF78-52E7B20E8B37}" dt="2026-10-04T01:57:46.150" v="4256" actId="478"/>
          <ac:spMkLst>
            <pc:docMk/>
            <pc:sldMk cId="1815655865" sldId="324"/>
            <ac:spMk id="6" creationId="{463CEC6C-02A0-2EF2-3CF6-7A6178FF9F14}"/>
          </ac:spMkLst>
        </pc:spChg>
        <pc:spChg chg="add del">
          <ac:chgData name="이 은찬" userId="7171d596-a1e6-43c2-b263-57fdfdab9399" providerId="ADAL" clId="{EC57FFA4-718A-4CE0-AF78-52E7B20E8B37}" dt="2026-10-04T02:01:16.459" v="4258" actId="22"/>
          <ac:spMkLst>
            <pc:docMk/>
            <pc:sldMk cId="1815655865" sldId="324"/>
            <ac:spMk id="7" creationId="{7C0366DB-3F7E-36B0-221B-28B30D81EACC}"/>
          </ac:spMkLst>
        </pc:spChg>
        <pc:spChg chg="mod">
          <ac:chgData name="이 은찬" userId="7171d596-a1e6-43c2-b263-57fdfdab9399" providerId="ADAL" clId="{EC57FFA4-718A-4CE0-AF78-52E7B20E8B37}" dt="2026-10-04T03:05:14.016" v="6399" actId="20577"/>
          <ac:spMkLst>
            <pc:docMk/>
            <pc:sldMk cId="1815655865" sldId="324"/>
            <ac:spMk id="9" creationId="{00000000-0000-0000-0000-000000000000}"/>
          </ac:spMkLst>
        </pc:spChg>
        <pc:spChg chg="add del mod">
          <ac:chgData name="이 은찬" userId="7171d596-a1e6-43c2-b263-57fdfdab9399" providerId="ADAL" clId="{EC57FFA4-718A-4CE0-AF78-52E7B20E8B37}" dt="2026-10-04T02:01:48.128" v="4267" actId="478"/>
          <ac:spMkLst>
            <pc:docMk/>
            <pc:sldMk cId="1815655865" sldId="324"/>
            <ac:spMk id="11" creationId="{8993BDD0-62AF-512F-A3BA-263D505DA26C}"/>
          </ac:spMkLst>
        </pc:spChg>
        <pc:spChg chg="add del mod">
          <ac:chgData name="이 은찬" userId="7171d596-a1e6-43c2-b263-57fdfdab9399" providerId="ADAL" clId="{EC57FFA4-718A-4CE0-AF78-52E7B20E8B37}" dt="2026-10-04T02:04:07.166" v="4340" actId="478"/>
          <ac:spMkLst>
            <pc:docMk/>
            <pc:sldMk cId="1815655865" sldId="324"/>
            <ac:spMk id="13" creationId="{C74DAAA0-7E3F-0C68-32A6-92E8C4F67047}"/>
          </ac:spMkLst>
        </pc:spChg>
        <pc:spChg chg="add del mod">
          <ac:chgData name="이 은찬" userId="7171d596-a1e6-43c2-b263-57fdfdab9399" providerId="ADAL" clId="{EC57FFA4-718A-4CE0-AF78-52E7B20E8B37}" dt="2026-10-04T02:04:06.193" v="4339" actId="478"/>
          <ac:spMkLst>
            <pc:docMk/>
            <pc:sldMk cId="1815655865" sldId="324"/>
            <ac:spMk id="15" creationId="{4C662AD0-8409-F14E-9806-6C9F3169A645}"/>
          </ac:spMkLst>
        </pc:spChg>
        <pc:spChg chg="add del mod">
          <ac:chgData name="이 은찬" userId="7171d596-a1e6-43c2-b263-57fdfdab9399" providerId="ADAL" clId="{EC57FFA4-718A-4CE0-AF78-52E7B20E8B37}" dt="2026-10-04T02:04:10.653" v="4342" actId="478"/>
          <ac:spMkLst>
            <pc:docMk/>
            <pc:sldMk cId="1815655865" sldId="324"/>
            <ac:spMk id="16" creationId="{349D0DBF-AB94-9A8E-305E-E018EE267EDC}"/>
          </ac:spMkLst>
        </pc:spChg>
        <pc:spChg chg="add del mod">
          <ac:chgData name="이 은찬" userId="7171d596-a1e6-43c2-b263-57fdfdab9399" providerId="ADAL" clId="{EC57FFA4-718A-4CE0-AF78-52E7B20E8B37}" dt="2026-10-04T02:02:38.907" v="4300" actId="478"/>
          <ac:spMkLst>
            <pc:docMk/>
            <pc:sldMk cId="1815655865" sldId="324"/>
            <ac:spMk id="17" creationId="{F1F87626-7E3A-245E-F93D-BB0CEBC89FFA}"/>
          </ac:spMkLst>
        </pc:spChg>
        <pc:spChg chg="add">
          <ac:chgData name="이 은찬" userId="7171d596-a1e6-43c2-b263-57fdfdab9399" providerId="ADAL" clId="{EC57FFA4-718A-4CE0-AF78-52E7B20E8B37}" dt="2026-10-04T02:02:53.707" v="4303"/>
          <ac:spMkLst>
            <pc:docMk/>
            <pc:sldMk cId="1815655865" sldId="324"/>
            <ac:spMk id="18" creationId="{BE3AA62B-FE6F-12FF-970A-315864B4D4ED}"/>
          </ac:spMkLst>
        </pc:spChg>
        <pc:spChg chg="add mod">
          <ac:chgData name="이 은찬" userId="7171d596-a1e6-43c2-b263-57fdfdab9399" providerId="ADAL" clId="{EC57FFA4-718A-4CE0-AF78-52E7B20E8B37}" dt="2026-10-04T02:09:56.402" v="4730" actId="14100"/>
          <ac:spMkLst>
            <pc:docMk/>
            <pc:sldMk cId="1815655865" sldId="324"/>
            <ac:spMk id="20" creationId="{7ABE5F30-E9F2-4F0B-106C-0BD7532A4DF6}"/>
          </ac:spMkLst>
        </pc:spChg>
        <pc:spChg chg="add del">
          <ac:chgData name="이 은찬" userId="7171d596-a1e6-43c2-b263-57fdfdab9399" providerId="ADAL" clId="{EC57FFA4-718A-4CE0-AF78-52E7B20E8B37}" dt="2026-10-04T02:08:01.734" v="4601" actId="478"/>
          <ac:spMkLst>
            <pc:docMk/>
            <pc:sldMk cId="1815655865" sldId="324"/>
            <ac:spMk id="23" creationId="{911F1C4B-530C-046C-B16C-378DB667E571}"/>
          </ac:spMkLst>
        </pc:spChg>
        <pc:spChg chg="add mod">
          <ac:chgData name="이 은찬" userId="7171d596-a1e6-43c2-b263-57fdfdab9399" providerId="ADAL" clId="{EC57FFA4-718A-4CE0-AF78-52E7B20E8B37}" dt="2026-10-04T02:09:50.966" v="4729" actId="403"/>
          <ac:spMkLst>
            <pc:docMk/>
            <pc:sldMk cId="1815655865" sldId="324"/>
            <ac:spMk id="24" creationId="{0321088A-9823-63CC-3A2A-388B832DB374}"/>
          </ac:spMkLst>
        </pc:spChg>
        <pc:spChg chg="mod">
          <ac:chgData name="이 은찬" userId="7171d596-a1e6-43c2-b263-57fdfdab9399" providerId="ADAL" clId="{EC57FFA4-718A-4CE0-AF78-52E7B20E8B37}" dt="2026-10-04T02:18:57.873" v="4985" actId="20577"/>
          <ac:spMkLst>
            <pc:docMk/>
            <pc:sldMk cId="1815655865" sldId="324"/>
            <ac:spMk id="47" creationId="{5D08A8A4-1970-D2BB-759C-BC22ACF21903}"/>
          </ac:spMkLst>
        </pc:spChg>
        <pc:picChg chg="del">
          <ac:chgData name="이 은찬" userId="7171d596-a1e6-43c2-b263-57fdfdab9399" providerId="ADAL" clId="{EC57FFA4-718A-4CE0-AF78-52E7B20E8B37}" dt="2026-10-04T01:57:46.150" v="4256" actId="478"/>
          <ac:picMkLst>
            <pc:docMk/>
            <pc:sldMk cId="1815655865" sldId="324"/>
            <ac:picMk id="14" creationId="{16454A60-8264-9C79-9789-B998022B1D0C}"/>
          </ac:picMkLst>
        </pc:picChg>
        <pc:picChg chg="add mod">
          <ac:chgData name="이 은찬" userId="7171d596-a1e6-43c2-b263-57fdfdab9399" providerId="ADAL" clId="{EC57FFA4-718A-4CE0-AF78-52E7B20E8B37}" dt="2026-10-04T02:03:25.202" v="4315" actId="14100"/>
          <ac:picMkLst>
            <pc:docMk/>
            <pc:sldMk cId="1815655865" sldId="324"/>
            <ac:picMk id="19" creationId="{4497B589-76C8-37B8-D3E5-D9EAE2DEE7F0}"/>
          </ac:picMkLst>
        </pc:picChg>
        <pc:picChg chg="add mod modCrop">
          <ac:chgData name="이 은찬" userId="7171d596-a1e6-43c2-b263-57fdfdab9399" providerId="ADAL" clId="{EC57FFA4-718A-4CE0-AF78-52E7B20E8B37}" dt="2026-10-04T02:07:15.876" v="4599" actId="14100"/>
          <ac:picMkLst>
            <pc:docMk/>
            <pc:sldMk cId="1815655865" sldId="324"/>
            <ac:picMk id="22" creationId="{7BEA6D6E-432F-7828-0CA4-8081CAB70120}"/>
          </ac:picMkLst>
        </pc:picChg>
      </pc:sldChg>
      <pc:sldChg chg="addSp delSp modSp add mod">
        <pc:chgData name="이 은찬" userId="7171d596-a1e6-43c2-b263-57fdfdab9399" providerId="ADAL" clId="{EC57FFA4-718A-4CE0-AF78-52E7B20E8B37}" dt="2026-10-04T03:05:21.412" v="6402" actId="20577"/>
        <pc:sldMkLst>
          <pc:docMk/>
          <pc:sldMk cId="3453148315" sldId="325"/>
        </pc:sldMkLst>
        <pc:spChg chg="add mod">
          <ac:chgData name="이 은찬" userId="7171d596-a1e6-43c2-b263-57fdfdab9399" providerId="ADAL" clId="{EC57FFA4-718A-4CE0-AF78-52E7B20E8B37}" dt="2026-10-04T02:13:16.835" v="4942" actId="207"/>
          <ac:spMkLst>
            <pc:docMk/>
            <pc:sldMk cId="3453148315" sldId="325"/>
            <ac:spMk id="3" creationId="{C44B978F-2979-6423-C37C-0FED5AAA89A2}"/>
          </ac:spMkLst>
        </pc:spChg>
        <pc:spChg chg="add mod">
          <ac:chgData name="이 은찬" userId="7171d596-a1e6-43c2-b263-57fdfdab9399" providerId="ADAL" clId="{EC57FFA4-718A-4CE0-AF78-52E7B20E8B37}" dt="2026-10-04T02:17:52.352" v="4971" actId="1036"/>
          <ac:spMkLst>
            <pc:docMk/>
            <pc:sldMk cId="3453148315" sldId="325"/>
            <ac:spMk id="4" creationId="{A85CD416-3670-3DCB-05C2-CFEC680F4CC8}"/>
          </ac:spMkLst>
        </pc:spChg>
        <pc:spChg chg="mod">
          <ac:chgData name="이 은찬" userId="7171d596-a1e6-43c2-b263-57fdfdab9399" providerId="ADAL" clId="{EC57FFA4-718A-4CE0-AF78-52E7B20E8B37}" dt="2026-10-04T02:10:35.273" v="4755"/>
          <ac:spMkLst>
            <pc:docMk/>
            <pc:sldMk cId="3453148315" sldId="325"/>
            <ac:spMk id="5" creationId="{3D44AE16-B0DE-D8F9-8365-D3DAF191B325}"/>
          </ac:spMkLst>
        </pc:spChg>
        <pc:spChg chg="mod">
          <ac:chgData name="이 은찬" userId="7171d596-a1e6-43c2-b263-57fdfdab9399" providerId="ADAL" clId="{EC57FFA4-718A-4CE0-AF78-52E7B20E8B37}" dt="2026-10-04T03:05:21.412" v="6402" actId="20577"/>
          <ac:spMkLst>
            <pc:docMk/>
            <pc:sldMk cId="3453148315" sldId="325"/>
            <ac:spMk id="9" creationId="{00000000-0000-0000-0000-000000000000}"/>
          </ac:spMkLst>
        </pc:spChg>
        <pc:spChg chg="add mod">
          <ac:chgData name="이 은찬" userId="7171d596-a1e6-43c2-b263-57fdfdab9399" providerId="ADAL" clId="{EC57FFA4-718A-4CE0-AF78-52E7B20E8B37}" dt="2026-10-04T02:18:21.752" v="4975" actId="1076"/>
          <ac:spMkLst>
            <pc:docMk/>
            <pc:sldMk cId="3453148315" sldId="325"/>
            <ac:spMk id="11" creationId="{3E79B1DC-DBFA-6F23-D521-D60198493432}"/>
          </ac:spMkLst>
        </pc:spChg>
        <pc:spChg chg="del">
          <ac:chgData name="이 은찬" userId="7171d596-a1e6-43c2-b263-57fdfdab9399" providerId="ADAL" clId="{EC57FFA4-718A-4CE0-AF78-52E7B20E8B37}" dt="2026-10-04T02:10:39.352" v="4756" actId="478"/>
          <ac:spMkLst>
            <pc:docMk/>
            <pc:sldMk cId="3453148315" sldId="325"/>
            <ac:spMk id="20" creationId="{7ABE5F30-E9F2-4F0B-106C-0BD7532A4DF6}"/>
          </ac:spMkLst>
        </pc:spChg>
        <pc:spChg chg="del">
          <ac:chgData name="이 은찬" userId="7171d596-a1e6-43c2-b263-57fdfdab9399" providerId="ADAL" clId="{EC57FFA4-718A-4CE0-AF78-52E7B20E8B37}" dt="2026-10-04T02:10:39.352" v="4756" actId="478"/>
          <ac:spMkLst>
            <pc:docMk/>
            <pc:sldMk cId="3453148315" sldId="325"/>
            <ac:spMk id="24" creationId="{0321088A-9823-63CC-3A2A-388B832DB374}"/>
          </ac:spMkLst>
        </pc:spChg>
        <pc:spChg chg="mod">
          <ac:chgData name="이 은찬" userId="7171d596-a1e6-43c2-b263-57fdfdab9399" providerId="ADAL" clId="{EC57FFA4-718A-4CE0-AF78-52E7B20E8B37}" dt="2026-10-04T02:19:00.774" v="4987" actId="20577"/>
          <ac:spMkLst>
            <pc:docMk/>
            <pc:sldMk cId="3453148315" sldId="325"/>
            <ac:spMk id="47" creationId="{5D08A8A4-1970-D2BB-759C-BC22ACF21903}"/>
          </ac:spMkLst>
        </pc:spChg>
        <pc:picChg chg="add mod">
          <ac:chgData name="이 은찬" userId="7171d596-a1e6-43c2-b263-57fdfdab9399" providerId="ADAL" clId="{EC57FFA4-718A-4CE0-AF78-52E7B20E8B37}" dt="2026-10-04T02:18:34.047" v="4979" actId="1076"/>
          <ac:picMkLst>
            <pc:docMk/>
            <pc:sldMk cId="3453148315" sldId="325"/>
            <ac:picMk id="7" creationId="{147B05D6-2E34-121E-6F5C-8550EE076F17}"/>
          </ac:picMkLst>
        </pc:picChg>
        <pc:picChg chg="del">
          <ac:chgData name="이 은찬" userId="7171d596-a1e6-43c2-b263-57fdfdab9399" providerId="ADAL" clId="{EC57FFA4-718A-4CE0-AF78-52E7B20E8B37}" dt="2026-10-04T02:10:39.352" v="4756" actId="478"/>
          <ac:picMkLst>
            <pc:docMk/>
            <pc:sldMk cId="3453148315" sldId="325"/>
            <ac:picMk id="19" creationId="{4497B589-76C8-37B8-D3E5-D9EAE2DEE7F0}"/>
          </ac:picMkLst>
        </pc:picChg>
        <pc:picChg chg="del">
          <ac:chgData name="이 은찬" userId="7171d596-a1e6-43c2-b263-57fdfdab9399" providerId="ADAL" clId="{EC57FFA4-718A-4CE0-AF78-52E7B20E8B37}" dt="2026-10-04T02:10:39.352" v="4756" actId="478"/>
          <ac:picMkLst>
            <pc:docMk/>
            <pc:sldMk cId="3453148315" sldId="325"/>
            <ac:picMk id="22" creationId="{7BEA6D6E-432F-7828-0CA4-8081CAB70120}"/>
          </ac:picMkLst>
        </pc:picChg>
      </pc:sldChg>
      <pc:sldChg chg="addSp delSp modSp add mod">
        <pc:chgData name="이 은찬" userId="7171d596-a1e6-43c2-b263-57fdfdab9399" providerId="ADAL" clId="{EC57FFA4-718A-4CE0-AF78-52E7B20E8B37}" dt="2026-10-04T03:15:24.620" v="6489" actId="20577"/>
        <pc:sldMkLst>
          <pc:docMk/>
          <pc:sldMk cId="2893566422" sldId="326"/>
        </pc:sldMkLst>
        <pc:spChg chg="del">
          <ac:chgData name="이 은찬" userId="7171d596-a1e6-43c2-b263-57fdfdab9399" providerId="ADAL" clId="{EC57FFA4-718A-4CE0-AF78-52E7B20E8B37}" dt="2026-10-04T02:19:59.022" v="5041" actId="478"/>
          <ac:spMkLst>
            <pc:docMk/>
            <pc:sldMk cId="2893566422" sldId="326"/>
            <ac:spMk id="3" creationId="{C44B978F-2979-6423-C37C-0FED5AAA89A2}"/>
          </ac:spMkLst>
        </pc:spChg>
        <pc:spChg chg="del">
          <ac:chgData name="이 은찬" userId="7171d596-a1e6-43c2-b263-57fdfdab9399" providerId="ADAL" clId="{EC57FFA4-718A-4CE0-AF78-52E7B20E8B37}" dt="2026-10-04T02:20:00.158" v="5042" actId="478"/>
          <ac:spMkLst>
            <pc:docMk/>
            <pc:sldMk cId="2893566422" sldId="326"/>
            <ac:spMk id="4" creationId="{A85CD416-3670-3DCB-05C2-CFEC680F4CC8}"/>
          </ac:spMkLst>
        </pc:spChg>
        <pc:spChg chg="mod">
          <ac:chgData name="이 은찬" userId="7171d596-a1e6-43c2-b263-57fdfdab9399" providerId="ADAL" clId="{EC57FFA4-718A-4CE0-AF78-52E7B20E8B37}" dt="2026-10-04T03:15:24.620" v="6489" actId="20577"/>
          <ac:spMkLst>
            <pc:docMk/>
            <pc:sldMk cId="2893566422" sldId="326"/>
            <ac:spMk id="5" creationId="{3D44AE16-B0DE-D8F9-8365-D3DAF191B325}"/>
          </ac:spMkLst>
        </pc:spChg>
        <pc:spChg chg="mod">
          <ac:chgData name="이 은찬" userId="7171d596-a1e6-43c2-b263-57fdfdab9399" providerId="ADAL" clId="{EC57FFA4-718A-4CE0-AF78-52E7B20E8B37}" dt="2026-10-04T03:05:26.510" v="6405" actId="20577"/>
          <ac:spMkLst>
            <pc:docMk/>
            <pc:sldMk cId="2893566422" sldId="326"/>
            <ac:spMk id="9" creationId="{00000000-0000-0000-0000-000000000000}"/>
          </ac:spMkLst>
        </pc:spChg>
        <pc:spChg chg="add">
          <ac:chgData name="이 은찬" userId="7171d596-a1e6-43c2-b263-57fdfdab9399" providerId="ADAL" clId="{EC57FFA4-718A-4CE0-AF78-52E7B20E8B37}" dt="2026-10-04T02:28:41.466" v="5058"/>
          <ac:spMkLst>
            <pc:docMk/>
            <pc:sldMk cId="2893566422" sldId="326"/>
            <ac:spMk id="13" creationId="{81147B18-C3A5-C4DA-4CBA-55E91494B915}"/>
          </ac:spMkLst>
        </pc:spChg>
        <pc:spChg chg="add mod">
          <ac:chgData name="이 은찬" userId="7171d596-a1e6-43c2-b263-57fdfdab9399" providerId="ADAL" clId="{EC57FFA4-718A-4CE0-AF78-52E7B20E8B37}" dt="2026-10-04T02:35:11.429" v="5460" actId="1038"/>
          <ac:spMkLst>
            <pc:docMk/>
            <pc:sldMk cId="2893566422" sldId="326"/>
            <ac:spMk id="17" creationId="{509DE5F9-DF3F-DD5D-8941-DC6930B18F41}"/>
          </ac:spMkLst>
        </pc:spChg>
        <pc:spChg chg="add mod">
          <ac:chgData name="이 은찬" userId="7171d596-a1e6-43c2-b263-57fdfdab9399" providerId="ADAL" clId="{EC57FFA4-718A-4CE0-AF78-52E7B20E8B37}" dt="2026-10-04T02:35:11.429" v="5460" actId="1038"/>
          <ac:spMkLst>
            <pc:docMk/>
            <pc:sldMk cId="2893566422" sldId="326"/>
            <ac:spMk id="18" creationId="{77051AD5-3433-E340-0609-98311F93A237}"/>
          </ac:spMkLst>
        </pc:spChg>
        <pc:spChg chg="add mod">
          <ac:chgData name="이 은찬" userId="7171d596-a1e6-43c2-b263-57fdfdab9399" providerId="ADAL" clId="{EC57FFA4-718A-4CE0-AF78-52E7B20E8B37}" dt="2026-10-04T02:35:19.315" v="5461" actId="207"/>
          <ac:spMkLst>
            <pc:docMk/>
            <pc:sldMk cId="2893566422" sldId="326"/>
            <ac:spMk id="19" creationId="{17B64069-16F8-6B89-8C15-EB9356706015}"/>
          </ac:spMkLst>
        </pc:spChg>
        <pc:spChg chg="mod">
          <ac:chgData name="이 은찬" userId="7171d596-a1e6-43c2-b263-57fdfdab9399" providerId="ADAL" clId="{EC57FFA4-718A-4CE0-AF78-52E7B20E8B37}" dt="2026-10-04T02:19:06.617" v="4990" actId="20577"/>
          <ac:spMkLst>
            <pc:docMk/>
            <pc:sldMk cId="2893566422" sldId="326"/>
            <ac:spMk id="47" creationId="{5D08A8A4-1970-D2BB-759C-BC22ACF21903}"/>
          </ac:spMkLst>
        </pc:spChg>
        <pc:picChg chg="add del mod modCrop">
          <ac:chgData name="이 은찬" userId="7171d596-a1e6-43c2-b263-57fdfdab9399" providerId="ADAL" clId="{EC57FFA4-718A-4CE0-AF78-52E7B20E8B37}" dt="2026-10-04T02:29:04.992" v="5064" actId="478"/>
          <ac:picMkLst>
            <pc:docMk/>
            <pc:sldMk cId="2893566422" sldId="326"/>
            <ac:picMk id="6" creationId="{B0CA3285-93A4-2016-0E97-2E3A8C19EB26}"/>
          </ac:picMkLst>
        </pc:picChg>
        <pc:picChg chg="del">
          <ac:chgData name="이 은찬" userId="7171d596-a1e6-43c2-b263-57fdfdab9399" providerId="ADAL" clId="{EC57FFA4-718A-4CE0-AF78-52E7B20E8B37}" dt="2026-10-04T02:20:00.717" v="5043" actId="478"/>
          <ac:picMkLst>
            <pc:docMk/>
            <pc:sldMk cId="2893566422" sldId="326"/>
            <ac:picMk id="7" creationId="{147B05D6-2E34-121E-6F5C-8550EE076F17}"/>
          </ac:picMkLst>
        </pc:picChg>
        <pc:picChg chg="add del mod modCrop">
          <ac:chgData name="이 은찬" userId="7171d596-a1e6-43c2-b263-57fdfdab9399" providerId="ADAL" clId="{EC57FFA4-718A-4CE0-AF78-52E7B20E8B37}" dt="2026-10-04T02:29:05.705" v="5065" actId="478"/>
          <ac:picMkLst>
            <pc:docMk/>
            <pc:sldMk cId="2893566422" sldId="326"/>
            <ac:picMk id="11" creationId="{E8A91571-1EBB-8EDE-F5E7-EFE737D0BE17}"/>
          </ac:picMkLst>
        </pc:picChg>
        <pc:picChg chg="add mod modCrop">
          <ac:chgData name="이 은찬" userId="7171d596-a1e6-43c2-b263-57fdfdab9399" providerId="ADAL" clId="{EC57FFA4-718A-4CE0-AF78-52E7B20E8B37}" dt="2026-10-04T02:35:11.429" v="5460" actId="1038"/>
          <ac:picMkLst>
            <pc:docMk/>
            <pc:sldMk cId="2893566422" sldId="326"/>
            <ac:picMk id="14" creationId="{4E9CA4B5-FF68-FF6B-1D35-6D62698E12B8}"/>
          </ac:picMkLst>
        </pc:picChg>
        <pc:picChg chg="add mod modCrop">
          <ac:chgData name="이 은찬" userId="7171d596-a1e6-43c2-b263-57fdfdab9399" providerId="ADAL" clId="{EC57FFA4-718A-4CE0-AF78-52E7B20E8B37}" dt="2026-10-04T02:35:11.429" v="5460" actId="1038"/>
          <ac:picMkLst>
            <pc:docMk/>
            <pc:sldMk cId="2893566422" sldId="326"/>
            <ac:picMk id="15" creationId="{7364D966-1C00-2EC0-6160-BD3257D30454}"/>
          </ac:picMkLst>
        </pc:picChg>
        <pc:picChg chg="add mod">
          <ac:chgData name="이 은찬" userId="7171d596-a1e6-43c2-b263-57fdfdab9399" providerId="ADAL" clId="{EC57FFA4-718A-4CE0-AF78-52E7B20E8B37}" dt="2026-10-04T02:35:11.429" v="5460" actId="1038"/>
          <ac:picMkLst>
            <pc:docMk/>
            <pc:sldMk cId="2893566422" sldId="326"/>
            <ac:picMk id="16" creationId="{F2EAA878-3DEA-A1FA-11D3-592F0D701AD0}"/>
          </ac:picMkLst>
        </pc:picChg>
      </pc:sldChg>
      <pc:sldChg chg="addSp delSp modSp add mod">
        <pc:chgData name="이 은찬" userId="7171d596-a1e6-43c2-b263-57fdfdab9399" providerId="ADAL" clId="{EC57FFA4-718A-4CE0-AF78-52E7B20E8B37}" dt="2026-10-04T03:14:57.593" v="6484" actId="20577"/>
        <pc:sldMkLst>
          <pc:docMk/>
          <pc:sldMk cId="2249553786" sldId="327"/>
        </pc:sldMkLst>
        <pc:spChg chg="del">
          <ac:chgData name="이 은찬" userId="7171d596-a1e6-43c2-b263-57fdfdab9399" providerId="ADAL" clId="{EC57FFA4-718A-4CE0-AF78-52E7B20E8B37}" dt="2026-10-04T02:37:52.660" v="5610" actId="478"/>
          <ac:spMkLst>
            <pc:docMk/>
            <pc:sldMk cId="2249553786" sldId="327"/>
            <ac:spMk id="2" creationId="{80B0D32D-A97F-CF21-9EC0-C367D592E913}"/>
          </ac:spMkLst>
        </pc:spChg>
        <pc:spChg chg="add del mod">
          <ac:chgData name="이 은찬" userId="7171d596-a1e6-43c2-b263-57fdfdab9399" providerId="ADAL" clId="{EC57FFA4-718A-4CE0-AF78-52E7B20E8B37}" dt="2026-10-04T02:39:58.769" v="5683" actId="478"/>
          <ac:spMkLst>
            <pc:docMk/>
            <pc:sldMk cId="2249553786" sldId="327"/>
            <ac:spMk id="3" creationId="{4C4105A1-7B34-6FED-B2D9-D0698EB2DC95}"/>
          </ac:spMkLst>
        </pc:spChg>
        <pc:spChg chg="add del mod">
          <ac:chgData name="이 은찬" userId="7171d596-a1e6-43c2-b263-57fdfdab9399" providerId="ADAL" clId="{EC57FFA4-718A-4CE0-AF78-52E7B20E8B37}" dt="2026-10-04T02:39:10.962" v="5645" actId="478"/>
          <ac:spMkLst>
            <pc:docMk/>
            <pc:sldMk cId="2249553786" sldId="327"/>
            <ac:spMk id="4" creationId="{5783235D-54B8-6B63-8D82-92F282C049C5}"/>
          </ac:spMkLst>
        </pc:spChg>
        <pc:spChg chg="del">
          <ac:chgData name="이 은찬" userId="7171d596-a1e6-43c2-b263-57fdfdab9399" providerId="ADAL" clId="{EC57FFA4-718A-4CE0-AF78-52E7B20E8B37}" dt="2026-10-04T02:37:52.660" v="5610" actId="478"/>
          <ac:spMkLst>
            <pc:docMk/>
            <pc:sldMk cId="2249553786" sldId="327"/>
            <ac:spMk id="5" creationId="{3D44AE16-B0DE-D8F9-8365-D3DAF191B325}"/>
          </ac:spMkLst>
        </pc:spChg>
        <pc:spChg chg="mod">
          <ac:chgData name="이 은찬" userId="7171d596-a1e6-43c2-b263-57fdfdab9399" providerId="ADAL" clId="{EC57FFA4-718A-4CE0-AF78-52E7B20E8B37}" dt="2026-10-04T03:05:31.394" v="6408" actId="20577"/>
          <ac:spMkLst>
            <pc:docMk/>
            <pc:sldMk cId="2249553786" sldId="327"/>
            <ac:spMk id="9" creationId="{00000000-0000-0000-0000-000000000000}"/>
          </ac:spMkLst>
        </pc:spChg>
        <pc:spChg chg="del">
          <ac:chgData name="이 은찬" userId="7171d596-a1e6-43c2-b263-57fdfdab9399" providerId="ADAL" clId="{EC57FFA4-718A-4CE0-AF78-52E7B20E8B37}" dt="2026-10-04T02:37:52.660" v="5610" actId="478"/>
          <ac:spMkLst>
            <pc:docMk/>
            <pc:sldMk cId="2249553786" sldId="327"/>
            <ac:spMk id="17" creationId="{509DE5F9-DF3F-DD5D-8941-DC6930B18F41}"/>
          </ac:spMkLst>
        </pc:spChg>
        <pc:spChg chg="del">
          <ac:chgData name="이 은찬" userId="7171d596-a1e6-43c2-b263-57fdfdab9399" providerId="ADAL" clId="{EC57FFA4-718A-4CE0-AF78-52E7B20E8B37}" dt="2026-10-04T02:37:52.660" v="5610" actId="478"/>
          <ac:spMkLst>
            <pc:docMk/>
            <pc:sldMk cId="2249553786" sldId="327"/>
            <ac:spMk id="18" creationId="{77051AD5-3433-E340-0609-98311F93A237}"/>
          </ac:spMkLst>
        </pc:spChg>
        <pc:spChg chg="del">
          <ac:chgData name="이 은찬" userId="7171d596-a1e6-43c2-b263-57fdfdab9399" providerId="ADAL" clId="{EC57FFA4-718A-4CE0-AF78-52E7B20E8B37}" dt="2026-10-04T02:37:52.660" v="5610" actId="478"/>
          <ac:spMkLst>
            <pc:docMk/>
            <pc:sldMk cId="2249553786" sldId="327"/>
            <ac:spMk id="19" creationId="{17B64069-16F8-6B89-8C15-EB9356706015}"/>
          </ac:spMkLst>
        </pc:spChg>
        <pc:spChg chg="mod">
          <ac:chgData name="이 은찬" userId="7171d596-a1e6-43c2-b263-57fdfdab9399" providerId="ADAL" clId="{EC57FFA4-718A-4CE0-AF78-52E7B20E8B37}" dt="2026-10-04T03:04:40.106" v="6386" actId="20577"/>
          <ac:spMkLst>
            <pc:docMk/>
            <pc:sldMk cId="2249553786" sldId="327"/>
            <ac:spMk id="45" creationId="{EFB1EA19-0FBB-7E98-DB8B-E17B767248EA}"/>
          </ac:spMkLst>
        </pc:spChg>
        <pc:spChg chg="mod">
          <ac:chgData name="이 은찬" userId="7171d596-a1e6-43c2-b263-57fdfdab9399" providerId="ADAL" clId="{EC57FFA4-718A-4CE0-AF78-52E7B20E8B37}" dt="2026-10-04T02:37:16.879" v="5559" actId="20577"/>
          <ac:spMkLst>
            <pc:docMk/>
            <pc:sldMk cId="2249553786" sldId="327"/>
            <ac:spMk id="47" creationId="{5D08A8A4-1970-D2BB-759C-BC22ACF21903}"/>
          </ac:spMkLst>
        </pc:spChg>
        <pc:graphicFrameChg chg="add mod modGraphic">
          <ac:chgData name="이 은찬" userId="7171d596-a1e6-43c2-b263-57fdfdab9399" providerId="ADAL" clId="{EC57FFA4-718A-4CE0-AF78-52E7B20E8B37}" dt="2026-10-04T03:14:57.593" v="6484" actId="20577"/>
          <ac:graphicFrameMkLst>
            <pc:docMk/>
            <pc:sldMk cId="2249553786" sldId="327"/>
            <ac:graphicFrameMk id="6" creationId="{3AA74524-C543-DF2A-42EA-4F75FC365C0B}"/>
          </ac:graphicFrameMkLst>
        </pc:graphicFrameChg>
        <pc:graphicFrameChg chg="add mod">
          <ac:chgData name="이 은찬" userId="7171d596-a1e6-43c2-b263-57fdfdab9399" providerId="ADAL" clId="{EC57FFA4-718A-4CE0-AF78-52E7B20E8B37}" dt="2026-10-04T02:42:42.978" v="5801"/>
          <ac:graphicFrameMkLst>
            <pc:docMk/>
            <pc:sldMk cId="2249553786" sldId="327"/>
            <ac:graphicFrameMk id="7" creationId="{F0B0FA56-71F1-0EDC-811D-25683841FBC9}"/>
          </ac:graphicFrameMkLst>
        </pc:graphicFrameChg>
        <pc:picChg chg="del">
          <ac:chgData name="이 은찬" userId="7171d596-a1e6-43c2-b263-57fdfdab9399" providerId="ADAL" clId="{EC57FFA4-718A-4CE0-AF78-52E7B20E8B37}" dt="2026-10-04T02:37:52.660" v="5610" actId="478"/>
          <ac:picMkLst>
            <pc:docMk/>
            <pc:sldMk cId="2249553786" sldId="327"/>
            <ac:picMk id="14" creationId="{4E9CA4B5-FF68-FF6B-1D35-6D62698E12B8}"/>
          </ac:picMkLst>
        </pc:picChg>
        <pc:picChg chg="del">
          <ac:chgData name="이 은찬" userId="7171d596-a1e6-43c2-b263-57fdfdab9399" providerId="ADAL" clId="{EC57FFA4-718A-4CE0-AF78-52E7B20E8B37}" dt="2026-10-04T02:37:52.660" v="5610" actId="478"/>
          <ac:picMkLst>
            <pc:docMk/>
            <pc:sldMk cId="2249553786" sldId="327"/>
            <ac:picMk id="15" creationId="{7364D966-1C00-2EC0-6160-BD3257D30454}"/>
          </ac:picMkLst>
        </pc:picChg>
        <pc:picChg chg="del">
          <ac:chgData name="이 은찬" userId="7171d596-a1e6-43c2-b263-57fdfdab9399" providerId="ADAL" clId="{EC57FFA4-718A-4CE0-AF78-52E7B20E8B37}" dt="2026-10-04T02:37:52.660" v="5610" actId="478"/>
          <ac:picMkLst>
            <pc:docMk/>
            <pc:sldMk cId="2249553786" sldId="327"/>
            <ac:picMk id="16" creationId="{F2EAA878-3DEA-A1FA-11D3-592F0D701AD0}"/>
          </ac:picMkLst>
        </pc:picChg>
      </pc:sldChg>
      <pc:sldChg chg="modSp add mod">
        <pc:chgData name="이 은찬" userId="7171d596-a1e6-43c2-b263-57fdfdab9399" providerId="ADAL" clId="{EC57FFA4-718A-4CE0-AF78-52E7B20E8B37}" dt="2026-10-04T03:06:44.355" v="6459" actId="948"/>
        <pc:sldMkLst>
          <pc:docMk/>
          <pc:sldMk cId="3232403141" sldId="328"/>
        </pc:sldMkLst>
        <pc:spChg chg="mod">
          <ac:chgData name="이 은찬" userId="7171d596-a1e6-43c2-b263-57fdfdab9399" providerId="ADAL" clId="{EC57FFA4-718A-4CE0-AF78-52E7B20E8B37}" dt="2026-10-04T03:05:36.311" v="6411" actId="20577"/>
          <ac:spMkLst>
            <pc:docMk/>
            <pc:sldMk cId="3232403141" sldId="328"/>
            <ac:spMk id="9" creationId="{00000000-0000-0000-0000-000000000000}"/>
          </ac:spMkLst>
        </pc:spChg>
        <pc:spChg chg="mod">
          <ac:chgData name="이 은찬" userId="7171d596-a1e6-43c2-b263-57fdfdab9399" providerId="ADAL" clId="{EC57FFA4-718A-4CE0-AF78-52E7B20E8B37}" dt="2026-10-04T03:04:35.966" v="6385" actId="20577"/>
          <ac:spMkLst>
            <pc:docMk/>
            <pc:sldMk cId="3232403141" sldId="328"/>
            <ac:spMk id="45" creationId="{EFB1EA19-0FBB-7E98-DB8B-E17B767248EA}"/>
          </ac:spMkLst>
        </pc:spChg>
        <pc:spChg chg="mod">
          <ac:chgData name="이 은찬" userId="7171d596-a1e6-43c2-b263-57fdfdab9399" providerId="ADAL" clId="{EC57FFA4-718A-4CE0-AF78-52E7B20E8B37}" dt="2026-10-04T03:04:23.142" v="6381" actId="14100"/>
          <ac:spMkLst>
            <pc:docMk/>
            <pc:sldMk cId="3232403141" sldId="328"/>
            <ac:spMk id="46" creationId="{7601A22E-6043-B5E9-F420-513DC5686366}"/>
          </ac:spMkLst>
        </pc:spChg>
        <pc:spChg chg="mod">
          <ac:chgData name="이 은찬" userId="7171d596-a1e6-43c2-b263-57fdfdab9399" providerId="ADAL" clId="{EC57FFA4-718A-4CE0-AF78-52E7B20E8B37}" dt="2026-10-04T03:04:08.703" v="6379" actId="14100"/>
          <ac:spMkLst>
            <pc:docMk/>
            <pc:sldMk cId="3232403141" sldId="328"/>
            <ac:spMk id="47" creationId="{5D08A8A4-1970-D2BB-759C-BC22ACF21903}"/>
          </ac:spMkLst>
        </pc:spChg>
        <pc:graphicFrameChg chg="mod modGraphic">
          <ac:chgData name="이 은찬" userId="7171d596-a1e6-43c2-b263-57fdfdab9399" providerId="ADAL" clId="{EC57FFA4-718A-4CE0-AF78-52E7B20E8B37}" dt="2026-10-04T03:06:44.355" v="6459" actId="948"/>
          <ac:graphicFrameMkLst>
            <pc:docMk/>
            <pc:sldMk cId="3232403141" sldId="328"/>
            <ac:graphicFrameMk id="6" creationId="{3AA74524-C543-DF2A-42EA-4F75FC365C0B}"/>
          </ac:graphicFrameMkLst>
        </pc:graphicFrameChg>
      </pc:sldChg>
    </pc:docChg>
  </pc:docChgLst>
  <pc:docChgLst>
    <pc:chgData name="이 은찬" userId="7171d596-a1e6-43c2-b263-57fdfdab9399" providerId="ADAL" clId="{76144162-B7B6-40E4-A480-CFC11E63907E}"/>
    <pc:docChg chg="custSel modSld">
      <pc:chgData name="이 은찬" userId="7171d596-a1e6-43c2-b263-57fdfdab9399" providerId="ADAL" clId="{76144162-B7B6-40E4-A480-CFC11E63907E}" dt="2026-10-03T06:59:00.312" v="33" actId="20577"/>
      <pc:docMkLst>
        <pc:docMk/>
      </pc:docMkLst>
      <pc:sldChg chg="modSp mod">
        <pc:chgData name="이 은찬" userId="7171d596-a1e6-43c2-b263-57fdfdab9399" providerId="ADAL" clId="{76144162-B7B6-40E4-A480-CFC11E63907E}" dt="2026-10-03T06:59:00.312" v="33" actId="20577"/>
        <pc:sldMkLst>
          <pc:docMk/>
          <pc:sldMk cId="4246831794" sldId="266"/>
        </pc:sldMkLst>
        <pc:spChg chg="mod">
          <ac:chgData name="이 은찬" userId="7171d596-a1e6-43c2-b263-57fdfdab9399" providerId="ADAL" clId="{76144162-B7B6-40E4-A480-CFC11E63907E}" dt="2026-10-03T06:59:00.312" v="33" actId="20577"/>
          <ac:spMkLst>
            <pc:docMk/>
            <pc:sldMk cId="4246831794" sldId="266"/>
            <ac:spMk id="9" creationId="{00000000-0000-0000-0000-000000000000}"/>
          </ac:spMkLst>
        </pc:spChg>
        <pc:spChg chg="mod">
          <ac:chgData name="이 은찬" userId="7171d596-a1e6-43c2-b263-57fdfdab9399" providerId="ADAL" clId="{76144162-B7B6-40E4-A480-CFC11E63907E}" dt="2026-10-03T06:52:09.105" v="23" actId="20577"/>
          <ac:spMkLst>
            <pc:docMk/>
            <pc:sldMk cId="4246831794" sldId="266"/>
            <ac:spMk id="96" creationId="{00000000-0000-0000-0000-000000000000}"/>
          </ac:spMkLst>
        </pc:spChg>
      </pc:sldChg>
      <pc:sldChg chg="modSp mod">
        <pc:chgData name="이 은찬" userId="7171d596-a1e6-43c2-b263-57fdfdab9399" providerId="ADAL" clId="{76144162-B7B6-40E4-A480-CFC11E63907E}" dt="2026-10-03T06:52:14.843" v="32" actId="20577"/>
        <pc:sldMkLst>
          <pc:docMk/>
          <pc:sldMk cId="0" sldId="283"/>
        </pc:sldMkLst>
        <pc:spChg chg="mod">
          <ac:chgData name="이 은찬" userId="7171d596-a1e6-43c2-b263-57fdfdab9399" providerId="ADAL" clId="{76144162-B7B6-40E4-A480-CFC11E63907E}" dt="2026-10-03T06:52:14.843" v="32" actId="20577"/>
          <ac:spMkLst>
            <pc:docMk/>
            <pc:sldMk cId="0" sldId="283"/>
            <ac:spMk id="96" creationId="{00000000-0000-0000-0000-000000000000}"/>
          </ac:spMkLst>
        </pc:spChg>
        <pc:spChg chg="mod">
          <ac:chgData name="이 은찬" userId="7171d596-a1e6-43c2-b263-57fdfdab9399" providerId="ADAL" clId="{76144162-B7B6-40E4-A480-CFC11E63907E}" dt="2026-10-03T06:48:48.840" v="7" actId="20577"/>
          <ac:spMkLst>
            <pc:docMk/>
            <pc:sldMk cId="0" sldId="283"/>
            <ac:spMk id="100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13481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69DCDE-839F-45A5-BBBA-002CD9F8819F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75206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69DCDE-839F-45A5-BBBA-002CD9F8819F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02729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69DCDE-839F-45A5-BBBA-002CD9F8819F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0682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69DCDE-839F-45A5-BBBA-002CD9F8819F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70968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69DCDE-839F-45A5-BBBA-002CD9F8819F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43974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69DCDE-839F-45A5-BBBA-002CD9F8819F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26117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69DCDE-839F-45A5-BBBA-002CD9F8819F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75975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69DCDE-839F-45A5-BBBA-002CD9F8819F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39826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69DCDE-839F-45A5-BBBA-002CD9F8819F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05797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69DCDE-839F-45A5-BBBA-002CD9F8819F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86381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69DCDE-839F-45A5-BBBA-002CD9F8819F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66342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69DCDE-839F-45A5-BBBA-002CD9F8819F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02021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모서리가 둥근 직사각형 10"/>
          <p:cNvSpPr/>
          <p:nvPr userDrawn="1"/>
        </p:nvSpPr>
        <p:spPr>
          <a:xfrm>
            <a:off x="431371" y="4115329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18" name="그림 17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980"/>
          <a:stretch/>
        </p:blipFill>
        <p:spPr>
          <a:xfrm>
            <a:off x="4938523" y="5907625"/>
            <a:ext cx="2314953" cy="764099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409943" y="2042583"/>
            <a:ext cx="6753997" cy="2387600"/>
          </a:xfrm>
        </p:spPr>
        <p:txBody>
          <a:bodyPr anchor="b">
            <a:normAutofit/>
          </a:bodyPr>
          <a:lstStyle>
            <a:lvl1pPr algn="l">
              <a:defRPr sz="64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3" name="Google Shape;23;p37"/>
          <p:cNvSpPr/>
          <p:nvPr/>
        </p:nvSpPr>
        <p:spPr>
          <a:xfrm>
            <a:off x="335361" y="488138"/>
            <a:ext cx="3834759" cy="721713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8493" y="0"/>
                </a:moveTo>
                <a:lnTo>
                  <a:pt x="3107" y="0"/>
                </a:lnTo>
                <a:cubicBezTo>
                  <a:pt x="2222" y="0"/>
                  <a:pt x="1691" y="0"/>
                  <a:pt x="1337" y="651"/>
                </a:cubicBezTo>
                <a:cubicBezTo>
                  <a:pt x="773" y="1743"/>
                  <a:pt x="328" y="4106"/>
                  <a:pt x="123" y="7106"/>
                </a:cubicBezTo>
                <a:cubicBezTo>
                  <a:pt x="41" y="8290"/>
                  <a:pt x="0" y="9540"/>
                  <a:pt x="0" y="10800"/>
                </a:cubicBezTo>
                <a:cubicBezTo>
                  <a:pt x="0" y="12060"/>
                  <a:pt x="41" y="13310"/>
                  <a:pt x="123" y="14494"/>
                </a:cubicBezTo>
                <a:cubicBezTo>
                  <a:pt x="328" y="17494"/>
                  <a:pt x="773" y="19857"/>
                  <a:pt x="1337" y="20949"/>
                </a:cubicBezTo>
                <a:cubicBezTo>
                  <a:pt x="1691" y="21600"/>
                  <a:pt x="2222" y="21600"/>
                  <a:pt x="3107" y="21600"/>
                </a:cubicBezTo>
                <a:lnTo>
                  <a:pt x="18493" y="21600"/>
                </a:lnTo>
                <a:cubicBezTo>
                  <a:pt x="19378" y="21600"/>
                  <a:pt x="19909" y="21600"/>
                  <a:pt x="20263" y="20949"/>
                </a:cubicBezTo>
                <a:cubicBezTo>
                  <a:pt x="20827" y="19857"/>
                  <a:pt x="21272" y="17494"/>
                  <a:pt x="21477" y="14494"/>
                </a:cubicBezTo>
                <a:cubicBezTo>
                  <a:pt x="21559" y="13310"/>
                  <a:pt x="21600" y="12060"/>
                  <a:pt x="21600" y="10800"/>
                </a:cubicBezTo>
                <a:cubicBezTo>
                  <a:pt x="21600" y="9540"/>
                  <a:pt x="21559" y="8290"/>
                  <a:pt x="21477" y="7106"/>
                </a:cubicBezTo>
                <a:cubicBezTo>
                  <a:pt x="21272" y="4106"/>
                  <a:pt x="20827" y="1743"/>
                  <a:pt x="20263" y="651"/>
                </a:cubicBezTo>
                <a:cubicBezTo>
                  <a:pt x="19909" y="0"/>
                  <a:pt x="19378" y="0"/>
                  <a:pt x="18493" y="0"/>
                </a:cubicBezTo>
                <a:close/>
              </a:path>
            </a:pathLst>
          </a:custGeom>
          <a:solidFill>
            <a:srgbClr val="F6877E"/>
          </a:solidFill>
          <a:ln>
            <a:noFill/>
          </a:ln>
        </p:spPr>
        <p:txBody>
          <a:bodyPr spcFirstLastPara="1" wrap="square" lIns="60933" tIns="60933" rIns="60933" bIns="60933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  <a:cs typeface="Arial"/>
              <a:sym typeface="Arial"/>
            </a:endParaRPr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4176" y="1690809"/>
            <a:ext cx="4500000" cy="2533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060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타원 7"/>
          <p:cNvSpPr/>
          <p:nvPr userDrawn="1"/>
        </p:nvSpPr>
        <p:spPr>
          <a:xfrm>
            <a:off x="1314979" y="932723"/>
            <a:ext cx="9562043" cy="519542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4" name="그림 3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774"/>
          <a:stretch/>
        </p:blipFill>
        <p:spPr>
          <a:xfrm>
            <a:off x="5232685" y="6213310"/>
            <a:ext cx="1726629" cy="559532"/>
          </a:xfrm>
          <a:prstGeom prst="rect">
            <a:avLst/>
          </a:prstGeom>
        </p:spPr>
      </p:pic>
      <p:grpSp>
        <p:nvGrpSpPr>
          <p:cNvPr id="3" name="그룹 2"/>
          <p:cNvGrpSpPr/>
          <p:nvPr userDrawn="1"/>
        </p:nvGrpSpPr>
        <p:grpSpPr>
          <a:xfrm>
            <a:off x="8380207" y="4128700"/>
            <a:ext cx="3810915" cy="2740004"/>
            <a:chOff x="8380207" y="4128700"/>
            <a:chExt cx="3810915" cy="2740004"/>
          </a:xfrm>
        </p:grpSpPr>
        <p:pic>
          <p:nvPicPr>
            <p:cNvPr id="5" name="그림 4"/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0207" y="4139458"/>
              <a:ext cx="3806750" cy="2729246"/>
            </a:xfrm>
            <a:prstGeom prst="rect">
              <a:avLst/>
            </a:prstGeom>
          </p:spPr>
        </p:pic>
        <p:pic>
          <p:nvPicPr>
            <p:cNvPr id="2" name="그림 1"/>
            <p:cNvPicPr>
              <a:picLocks noChangeAspect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5922" y="4128700"/>
              <a:ext cx="3805200" cy="273185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36616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직사각형 1"/>
          <p:cNvSpPr/>
          <p:nvPr userDrawn="1"/>
        </p:nvSpPr>
        <p:spPr>
          <a:xfrm>
            <a:off x="0" y="1134884"/>
            <a:ext cx="12192000" cy="53664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2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85109" y="6499821"/>
            <a:ext cx="284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1219170" rtl="0" eaLnBrk="1" latinLnBrk="1" hangingPunct="1">
              <a:defRPr lang="ko-KR" altLang="en-US" sz="1067" b="1" kern="120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  <a:ea typeface="G마켓 산스 TTF Medium" panose="02000000000000000000" pitchFamily="2" charset="-127"/>
                <a:cs typeface="+mn-cs"/>
              </a:defRPr>
            </a:lvl1pPr>
          </a:lstStyle>
          <a:p>
            <a:fld id="{A73DE1A5-A26C-4936-9EB7-341AE0E9F7ED}" type="slidenum">
              <a:rPr lang="en-US" altLang="ko-KR" smtClean="0"/>
              <a:pPr/>
              <a:t>‹#›</a:t>
            </a:fld>
            <a:endParaRPr lang="en-US" dirty="0"/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519761" y="409647"/>
            <a:ext cx="9525376" cy="641085"/>
          </a:xfrm>
          <a:prstGeom prst="rect">
            <a:avLst/>
          </a:prstGeom>
        </p:spPr>
        <p:txBody>
          <a:bodyPr anchor="ctr"/>
          <a:lstStyle>
            <a:lvl1pPr marL="0" algn="l" defTabSz="1219170" rtl="0" eaLnBrk="1" latinLnBrk="1" hangingPunct="1">
              <a:spcBef>
                <a:spcPct val="0"/>
              </a:spcBef>
              <a:buNone/>
              <a:defRPr lang="ko-KR" altLang="en-US" sz="3733" kern="1200" spc="-147" baseline="0" dirty="0">
                <a:solidFill>
                  <a:schemeClr val="tx1">
                    <a:lumMod val="85000"/>
                    <a:lumOff val="15000"/>
                    <a:alpha val="99000"/>
                  </a:schemeClr>
                </a:solidFill>
                <a:latin typeface="땅스부대찌개 Bold" panose="02020603020101020101" pitchFamily="18" charset="-127"/>
                <a:ea typeface="땅스부대찌개 Bold" panose="02020603020101020101" pitchFamily="18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5" name="모서리가 둥근 직사각형 14"/>
          <p:cNvSpPr/>
          <p:nvPr userDrawn="1"/>
        </p:nvSpPr>
        <p:spPr>
          <a:xfrm>
            <a:off x="431371" y="1083243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403"/>
          <a:stretch/>
        </p:blipFill>
        <p:spPr>
          <a:xfrm>
            <a:off x="10180896" y="468166"/>
            <a:ext cx="1579734" cy="516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922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직사각형 1"/>
          <p:cNvSpPr/>
          <p:nvPr userDrawn="1"/>
        </p:nvSpPr>
        <p:spPr>
          <a:xfrm>
            <a:off x="0" y="1134884"/>
            <a:ext cx="12192000" cy="53664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2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85109" y="6499821"/>
            <a:ext cx="284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1219170" rtl="0" eaLnBrk="1" latinLnBrk="1" hangingPunct="1">
              <a:defRPr lang="ko-KR" altLang="en-US" sz="1067" b="1" kern="120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  <a:ea typeface="G마켓 산스 TTF Medium" panose="02000000000000000000" pitchFamily="2" charset="-127"/>
                <a:cs typeface="+mn-cs"/>
              </a:defRPr>
            </a:lvl1pPr>
          </a:lstStyle>
          <a:p>
            <a:fld id="{A73DE1A5-A26C-4936-9EB7-341AE0E9F7ED}" type="slidenum">
              <a:rPr lang="en-US" altLang="ko-KR" smtClean="0"/>
              <a:pPr/>
              <a:t>‹#›</a:t>
            </a:fld>
            <a:endParaRPr lang="en-US" dirty="0"/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519761" y="409647"/>
            <a:ext cx="9525376" cy="641085"/>
          </a:xfrm>
          <a:prstGeom prst="rect">
            <a:avLst/>
          </a:prstGeom>
        </p:spPr>
        <p:txBody>
          <a:bodyPr anchor="ctr"/>
          <a:lstStyle>
            <a:lvl1pPr marL="0" algn="l" defTabSz="1219170" rtl="0" eaLnBrk="1" latinLnBrk="1" hangingPunct="1">
              <a:spcBef>
                <a:spcPct val="0"/>
              </a:spcBef>
              <a:buNone/>
              <a:defRPr lang="ko-KR" altLang="en-US" sz="3733" kern="1200" spc="-147" baseline="0" dirty="0">
                <a:solidFill>
                  <a:schemeClr val="tx1">
                    <a:lumMod val="85000"/>
                    <a:lumOff val="15000"/>
                    <a:alpha val="99000"/>
                  </a:schemeClr>
                </a:solidFill>
                <a:latin typeface="땅스부대찌개 Bold" panose="02020603020101020101" pitchFamily="18" charset="-127"/>
                <a:ea typeface="땅스부대찌개 Bold" panose="02020603020101020101" pitchFamily="18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5" name="모서리가 둥근 직사각형 14"/>
          <p:cNvSpPr/>
          <p:nvPr userDrawn="1"/>
        </p:nvSpPr>
        <p:spPr>
          <a:xfrm>
            <a:off x="431371" y="1083243"/>
            <a:ext cx="11329259" cy="101600"/>
          </a:xfrm>
          <a:prstGeom prst="roundRect">
            <a:avLst>
              <a:gd name="adj" fmla="val 5000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403"/>
          <a:stretch/>
        </p:blipFill>
        <p:spPr>
          <a:xfrm>
            <a:off x="10180896" y="468166"/>
            <a:ext cx="1579734" cy="516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818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85109" y="6499821"/>
            <a:ext cx="284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1219170" rtl="0" eaLnBrk="1" latinLnBrk="1" hangingPunct="1">
              <a:defRPr lang="ko-KR" altLang="en-US" sz="1067" b="1" kern="120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  <a:ea typeface="G마켓 산스 TTF Medium" panose="02000000000000000000" pitchFamily="2" charset="-127"/>
                <a:cs typeface="+mn-cs"/>
              </a:defRPr>
            </a:lvl1pPr>
          </a:lstStyle>
          <a:p>
            <a:fld id="{A73DE1A5-A26C-4936-9EB7-341AE0E9F7ED}" type="slidenum">
              <a:rPr lang="en-US" altLang="ko-KR" smtClean="0"/>
              <a:pPr/>
              <a:t>‹#›</a:t>
            </a:fld>
            <a:endParaRPr lang="en-US" dirty="0"/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519761" y="409647"/>
            <a:ext cx="9525376" cy="641085"/>
          </a:xfrm>
          <a:prstGeom prst="rect">
            <a:avLst/>
          </a:prstGeom>
        </p:spPr>
        <p:txBody>
          <a:bodyPr anchor="ctr"/>
          <a:lstStyle>
            <a:lvl1pPr marL="0" algn="l" defTabSz="1219170" rtl="0" eaLnBrk="1" latinLnBrk="1" hangingPunct="1">
              <a:spcBef>
                <a:spcPct val="0"/>
              </a:spcBef>
              <a:buNone/>
              <a:defRPr lang="ko-KR" altLang="en-US" sz="3733" kern="1200" spc="-147" baseline="0" dirty="0">
                <a:solidFill>
                  <a:schemeClr val="tx1">
                    <a:lumMod val="85000"/>
                    <a:lumOff val="15000"/>
                    <a:alpha val="99000"/>
                  </a:schemeClr>
                </a:solidFill>
                <a:latin typeface="땅스부대찌개 Bold" panose="02020603020101020101" pitchFamily="18" charset="-127"/>
                <a:ea typeface="땅스부대찌개 Bold" panose="02020603020101020101" pitchFamily="18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모서리가 둥근 직사각형 2"/>
          <p:cNvSpPr/>
          <p:nvPr userDrawn="1"/>
        </p:nvSpPr>
        <p:spPr>
          <a:xfrm>
            <a:off x="519762" y="1412776"/>
            <a:ext cx="11144857" cy="4896544"/>
          </a:xfrm>
          <a:prstGeom prst="roundRect">
            <a:avLst>
              <a:gd name="adj" fmla="val 11065"/>
            </a:avLst>
          </a:prstGeom>
          <a:solidFill>
            <a:schemeClr val="bg1"/>
          </a:solidFill>
          <a:ln w="57150">
            <a:solidFill>
              <a:srgbClr val="F687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403"/>
          <a:stretch/>
        </p:blipFill>
        <p:spPr>
          <a:xfrm>
            <a:off x="10180896" y="468166"/>
            <a:ext cx="1579734" cy="516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565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2" name="Google Shape;22;p37"/>
          <p:cNvGrpSpPr/>
          <p:nvPr userDrawn="1"/>
        </p:nvGrpSpPr>
        <p:grpSpPr>
          <a:xfrm>
            <a:off x="335361" y="487206"/>
            <a:ext cx="3834759" cy="722645"/>
            <a:chOff x="0" y="-699"/>
            <a:chExt cx="2876068" cy="541982"/>
          </a:xfrm>
        </p:grpSpPr>
        <p:sp>
          <p:nvSpPr>
            <p:cNvPr id="13" name="Google Shape;23;p37"/>
            <p:cNvSpPr/>
            <p:nvPr/>
          </p:nvSpPr>
          <p:spPr>
            <a:xfrm>
              <a:off x="0" y="0"/>
              <a:ext cx="2876068" cy="541283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493" y="0"/>
                  </a:moveTo>
                  <a:lnTo>
                    <a:pt x="3107" y="0"/>
                  </a:lnTo>
                  <a:cubicBezTo>
                    <a:pt x="2222" y="0"/>
                    <a:pt x="1691" y="0"/>
                    <a:pt x="1337" y="651"/>
                  </a:cubicBezTo>
                  <a:cubicBezTo>
                    <a:pt x="773" y="1743"/>
                    <a:pt x="328" y="4106"/>
                    <a:pt x="123" y="7106"/>
                  </a:cubicBezTo>
                  <a:cubicBezTo>
                    <a:pt x="41" y="8290"/>
                    <a:pt x="0" y="9540"/>
                    <a:pt x="0" y="10800"/>
                  </a:cubicBezTo>
                  <a:cubicBezTo>
                    <a:pt x="0" y="12060"/>
                    <a:pt x="41" y="13310"/>
                    <a:pt x="123" y="14494"/>
                  </a:cubicBezTo>
                  <a:cubicBezTo>
                    <a:pt x="328" y="17494"/>
                    <a:pt x="773" y="19857"/>
                    <a:pt x="1337" y="20949"/>
                  </a:cubicBezTo>
                  <a:cubicBezTo>
                    <a:pt x="1691" y="21600"/>
                    <a:pt x="2222" y="21600"/>
                    <a:pt x="3107" y="21600"/>
                  </a:cubicBezTo>
                  <a:lnTo>
                    <a:pt x="18493" y="21600"/>
                  </a:lnTo>
                  <a:cubicBezTo>
                    <a:pt x="19378" y="21600"/>
                    <a:pt x="19909" y="21600"/>
                    <a:pt x="20263" y="20949"/>
                  </a:cubicBezTo>
                  <a:cubicBezTo>
                    <a:pt x="20827" y="19857"/>
                    <a:pt x="21272" y="17494"/>
                    <a:pt x="21477" y="14494"/>
                  </a:cubicBezTo>
                  <a:cubicBezTo>
                    <a:pt x="21559" y="13310"/>
                    <a:pt x="21600" y="12060"/>
                    <a:pt x="21600" y="10800"/>
                  </a:cubicBezTo>
                  <a:cubicBezTo>
                    <a:pt x="21600" y="9540"/>
                    <a:pt x="21559" y="8290"/>
                    <a:pt x="21477" y="7106"/>
                  </a:cubicBezTo>
                  <a:cubicBezTo>
                    <a:pt x="21272" y="4106"/>
                    <a:pt x="20827" y="1743"/>
                    <a:pt x="20263" y="651"/>
                  </a:cubicBezTo>
                  <a:cubicBezTo>
                    <a:pt x="19909" y="0"/>
                    <a:pt x="19378" y="0"/>
                    <a:pt x="18493" y="0"/>
                  </a:cubicBezTo>
                  <a:close/>
                </a:path>
              </a:pathLst>
            </a:custGeom>
            <a:solidFill>
              <a:srgbClr val="F6877E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chemeClr val="dk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Arial"/>
                <a:sym typeface="Arial"/>
              </a:endParaRPr>
            </a:p>
          </p:txBody>
        </p:sp>
        <p:sp>
          <p:nvSpPr>
            <p:cNvPr id="14" name="Google Shape;24;p37"/>
            <p:cNvSpPr txBox="1"/>
            <p:nvPr/>
          </p:nvSpPr>
          <p:spPr>
            <a:xfrm>
              <a:off x="243287" y="-699"/>
              <a:ext cx="2389494" cy="5356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3333" b="1" dirty="0">
                  <a:solidFill>
                    <a:srgbClr val="FFFFFF"/>
                  </a:solidFill>
                  <a:latin typeface="+mj-ea"/>
                  <a:ea typeface="+mj-ea"/>
                  <a:cs typeface="Arial"/>
                  <a:sym typeface="Arial"/>
                </a:rPr>
                <a:t>초등 미술</a:t>
              </a:r>
              <a:endParaRPr sz="2400" dirty="0">
                <a:latin typeface="+mj-ea"/>
                <a:ea typeface="+mj-ea"/>
              </a:endParaRPr>
            </a:p>
          </p:txBody>
        </p:sp>
      </p:grpSp>
      <p:pic>
        <p:nvPicPr>
          <p:cNvPr id="15" name="그림 14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5158" r="34094" b="5158"/>
          <a:stretch/>
        </p:blipFill>
        <p:spPr>
          <a:xfrm>
            <a:off x="4804125" y="5883883"/>
            <a:ext cx="2346484" cy="764099"/>
          </a:xfrm>
          <a:prstGeom prst="rect">
            <a:avLst/>
          </a:prstGeom>
        </p:spPr>
      </p:pic>
      <p:sp>
        <p:nvSpPr>
          <p:cNvPr id="17" name="모서리가 둥근 직사각형 16"/>
          <p:cNvSpPr/>
          <p:nvPr userDrawn="1"/>
        </p:nvSpPr>
        <p:spPr>
          <a:xfrm>
            <a:off x="431371" y="3500604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8" name="Google Shape;125;p45"/>
          <p:cNvSpPr txBox="1"/>
          <p:nvPr userDrawn="1"/>
        </p:nvSpPr>
        <p:spPr>
          <a:xfrm>
            <a:off x="2927648" y="3591209"/>
            <a:ext cx="6387312" cy="3200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0" b="1" dirty="0">
                <a:latin typeface="+mj-ea"/>
                <a:ea typeface="+mj-ea"/>
                <a:cs typeface="Arial"/>
                <a:sym typeface="Arial"/>
              </a:rPr>
              <a:t>감사합니다</a:t>
            </a:r>
            <a:endParaRPr sz="10000" b="1" dirty="0">
              <a:latin typeface="+mj-ea"/>
              <a:ea typeface="+mj-ea"/>
              <a:cs typeface="Arial"/>
              <a:sym typeface="Arial"/>
            </a:endParaRPr>
          </a:p>
        </p:txBody>
      </p:sp>
      <p:pic>
        <p:nvPicPr>
          <p:cNvPr id="19" name="그림 18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6758" y="1079178"/>
            <a:ext cx="4500000" cy="2533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6002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3.png"/><Relationship Id="rId3" Type="http://schemas.microsoft.com/office/2007/relationships/hdphoto" Target="../media/hdphoto1.wdp"/><Relationship Id="rId7" Type="http://schemas.microsoft.com/office/2007/relationships/hdphoto" Target="../media/hdphoto3.wdp"/><Relationship Id="rId12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11" Type="http://schemas.microsoft.com/office/2007/relationships/hdphoto" Target="../media/hdphoto5.wdp"/><Relationship Id="rId5" Type="http://schemas.microsoft.com/office/2007/relationships/hdphoto" Target="../media/hdphoto2.wdp"/><Relationship Id="rId10" Type="http://schemas.openxmlformats.org/officeDocument/2006/relationships/image" Target="../media/image11.png"/><Relationship Id="rId4" Type="http://schemas.openxmlformats.org/officeDocument/2006/relationships/image" Target="../media/image8.png"/><Relationship Id="rId9" Type="http://schemas.microsoft.com/office/2007/relationships/hdphoto" Target="../media/hdphoto4.wdp"/><Relationship Id="rId14" Type="http://schemas.microsoft.com/office/2007/relationships/hdphoto" Target="../media/hdphoto6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5.jpeg"/><Relationship Id="rId4" Type="http://schemas.microsoft.com/office/2007/relationships/hdphoto" Target="../media/hdphoto7.wdp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8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0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4" Type="http://schemas.microsoft.com/office/2007/relationships/hdphoto" Target="../media/hdphoto7.wdp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5.jpeg"/><Relationship Id="rId4" Type="http://schemas.microsoft.com/office/2007/relationships/hdphoto" Target="../media/hdphoto8.wdp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직사각형 31"/>
          <p:cNvSpPr/>
          <p:nvPr/>
        </p:nvSpPr>
        <p:spPr>
          <a:xfrm>
            <a:off x="472267" y="3382833"/>
            <a:ext cx="9903316" cy="707886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r>
              <a:rPr lang="ko-KR" altLang="en-US" sz="4000" spc="-200" dirty="0">
                <a:solidFill>
                  <a:srgbClr val="F6877E"/>
                </a:solidFill>
                <a:latin typeface="+mj-ea"/>
                <a:ea typeface="+mj-ea"/>
              </a:rPr>
              <a:t>만들기 전</a:t>
            </a:r>
            <a:r>
              <a:rPr lang="en-US" altLang="ko-KR" sz="4000" spc="-200" dirty="0">
                <a:solidFill>
                  <a:srgbClr val="F6877E"/>
                </a:solidFill>
                <a:latin typeface="+mj-ea"/>
                <a:ea typeface="+mj-ea"/>
              </a:rPr>
              <a:t>, </a:t>
            </a:r>
            <a:r>
              <a:rPr lang="ko-KR" altLang="en-US" sz="4000" spc="-200" dirty="0">
                <a:solidFill>
                  <a:srgbClr val="F6877E"/>
                </a:solidFill>
                <a:latin typeface="+mj-ea"/>
                <a:ea typeface="+mj-ea"/>
              </a:rPr>
              <a:t>우리의 계획 점검하기</a:t>
            </a:r>
          </a:p>
        </p:txBody>
      </p:sp>
      <p:sp>
        <p:nvSpPr>
          <p:cNvPr id="2" name="모서리가 둥근 직사각형 1"/>
          <p:cNvSpPr/>
          <p:nvPr/>
        </p:nvSpPr>
        <p:spPr>
          <a:xfrm>
            <a:off x="431371" y="4115329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5" name="제목 1"/>
          <p:cNvSpPr txBox="1">
            <a:spLocks/>
          </p:cNvSpPr>
          <p:nvPr/>
        </p:nvSpPr>
        <p:spPr>
          <a:xfrm>
            <a:off x="431319" y="577123"/>
            <a:ext cx="3552447" cy="547620"/>
          </a:xfrm>
          <a:prstGeom prst="rect">
            <a:avLst/>
          </a:prstGeom>
        </p:spPr>
        <p:txBody>
          <a:bodyPr vert="horz" lIns="121920" tIns="60960" rIns="121920" bIns="6096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ko-KR" altLang="en-US" sz="2667" dirty="0">
                <a:solidFill>
                  <a:schemeClr val="bg1"/>
                </a:solidFill>
              </a:rPr>
              <a:t>초등 미술</a:t>
            </a:r>
          </a:p>
        </p:txBody>
      </p:sp>
      <p:pic>
        <p:nvPicPr>
          <p:cNvPr id="16" name="Google Shape;26;p37" descr="이미지"/>
          <p:cNvPicPr preferRelativeResize="0"/>
          <p:nvPr/>
        </p:nvPicPr>
        <p:blipFill rotWithShape="1">
          <a:blip r:embed="rId2">
            <a:alphaModFix/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5423925" y="1640745"/>
            <a:ext cx="2067867" cy="138523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ctangle 32">
            <a:extLst>
              <a:ext uri="{FF2B5EF4-FFF2-40B4-BE49-F238E27FC236}">
                <a16:creationId xmlns:a16="http://schemas.microsoft.com/office/drawing/2014/main" id="{FA334E57-535E-D53B-C8AD-17A1D28241E4}"/>
              </a:ext>
            </a:extLst>
          </p:cNvPr>
          <p:cNvSpPr/>
          <p:nvPr/>
        </p:nvSpPr>
        <p:spPr>
          <a:xfrm>
            <a:off x="472268" y="4281006"/>
            <a:ext cx="4951658" cy="3084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lang="en-US" altLang="ko-KR" sz="1500" b="1" u="none" dirty="0">
                <a:solidFill>
                  <a:srgbClr val="F6877E"/>
                </a:solidFill>
                <a:latin typeface="+mj-ea"/>
                <a:ea typeface="+mj-ea"/>
              </a:rPr>
              <a:t>(</a:t>
            </a:r>
            <a:r>
              <a:rPr lang="ko-KR" altLang="en-US" sz="1500" b="1" u="none" dirty="0">
                <a:solidFill>
                  <a:srgbClr val="F6877E"/>
                </a:solidFill>
                <a:latin typeface="+mj-ea"/>
                <a:ea typeface="+mj-ea"/>
              </a:rPr>
              <a:t>공간 디자인 계획을 공유하고 보완하기</a:t>
            </a:r>
            <a:r>
              <a:rPr lang="en-US" altLang="ko-KR" sz="1500" b="1" u="none" dirty="0">
                <a:solidFill>
                  <a:srgbClr val="F6877E"/>
                </a:solidFill>
                <a:latin typeface="+mj-ea"/>
                <a:ea typeface="+mj-ea"/>
              </a:rPr>
              <a:t>)</a:t>
            </a:r>
            <a:endParaRPr lang="ko-KR" altLang="en-US" sz="1500" b="1" u="none" dirty="0">
              <a:solidFill>
                <a:srgbClr val="F6877E"/>
              </a:solidFill>
              <a:latin typeface="+mj-ea"/>
              <a:ea typeface="+mj-ea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A85E423-5130-678A-F2A2-6017CB42FB8E}"/>
              </a:ext>
            </a:extLst>
          </p:cNvPr>
          <p:cNvSpPr/>
          <p:nvPr/>
        </p:nvSpPr>
        <p:spPr>
          <a:xfrm>
            <a:off x="5159542" y="1977998"/>
            <a:ext cx="2542512" cy="666336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algn="ctr"/>
            <a:r>
              <a:rPr lang="en-US" altLang="ko-KR" sz="3730" spc="-147" dirty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24</a:t>
            </a:r>
            <a:r>
              <a:rPr lang="ko-KR" altLang="en-US" sz="3730" spc="-147" dirty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차시</a:t>
            </a:r>
            <a:endParaRPr lang="en-US" altLang="ko-KR" sz="3730" spc="-147" dirty="0">
              <a:solidFill>
                <a:schemeClr val="bg1">
                  <a:alpha val="99000"/>
                </a:schemeClr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461746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2</a:t>
            </a:fld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/>
          </a:bodyPr>
          <a:lstStyle/>
          <a:p>
            <a:r>
              <a:rPr lang="ko-KR" altLang="en-US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이번 차시의 프로젝트 단계는</a:t>
            </a:r>
            <a:r>
              <a:rPr lang="en-US" altLang="ko-KR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?</a:t>
            </a:r>
            <a:endParaRPr lang="ko-KR" altLang="en-US" sz="2800" b="1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도입</a:t>
            </a:r>
          </a:p>
        </p:txBody>
      </p:sp>
      <p:cxnSp>
        <p:nvCxnSpPr>
          <p:cNvPr id="99" name="Connector 98"/>
          <p:cNvCxnSpPr/>
          <p:nvPr/>
        </p:nvCxnSpPr>
        <p:spPr>
          <a:xfrm>
            <a:off x="915565" y="3169213"/>
            <a:ext cx="10397305" cy="0"/>
          </a:xfrm>
          <a:prstGeom prst="line">
            <a:avLst/>
          </a:prstGeom>
          <a:ln w="38100">
            <a:solidFill>
              <a:srgbClr val="F687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Oval 99"/>
          <p:cNvSpPr/>
          <p:nvPr/>
        </p:nvSpPr>
        <p:spPr>
          <a:xfrm>
            <a:off x="238657" y="2492305"/>
            <a:ext cx="1353816" cy="1353816"/>
          </a:xfrm>
          <a:prstGeom prst="ellipse">
            <a:avLst/>
          </a:prstGeom>
          <a:solidFill>
            <a:schemeClr val="bg1"/>
          </a:solidFill>
          <a:ln w="317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ko-KR" altLang="en-US" sz="2000" b="1" u="none" dirty="0">
                <a:solidFill>
                  <a:srgbClr val="D9534A"/>
                </a:solidFill>
                <a:latin typeface="+mj-ea"/>
                <a:ea typeface="+mj-ea"/>
              </a:rPr>
              <a:t>이해</a:t>
            </a:r>
            <a:endParaRPr sz="2000" b="1" u="none" dirty="0">
              <a:solidFill>
                <a:srgbClr val="D9534A"/>
              </a:solidFill>
              <a:latin typeface="+mj-ea"/>
              <a:ea typeface="+mj-ea"/>
            </a:endParaRPr>
          </a:p>
        </p:txBody>
      </p:sp>
      <p:sp>
        <p:nvSpPr>
          <p:cNvPr id="102" name="Oval 101"/>
          <p:cNvSpPr/>
          <p:nvPr/>
        </p:nvSpPr>
        <p:spPr>
          <a:xfrm>
            <a:off x="1971541" y="2492305"/>
            <a:ext cx="1353816" cy="1353816"/>
          </a:xfrm>
          <a:prstGeom prst="ellipse">
            <a:avLst/>
          </a:prstGeom>
          <a:solidFill>
            <a:schemeClr val="bg1"/>
          </a:solidFill>
          <a:ln w="317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ko-KR" altLang="en-US" sz="2000" b="1" dirty="0">
                <a:solidFill>
                  <a:srgbClr val="D9534A"/>
                </a:solidFill>
                <a:latin typeface="+mj-ea"/>
                <a:ea typeface="+mj-ea"/>
              </a:rPr>
              <a:t>발견</a:t>
            </a:r>
            <a:endParaRPr sz="2000" b="1" u="none" dirty="0">
              <a:solidFill>
                <a:srgbClr val="D9534A"/>
              </a:solidFill>
              <a:latin typeface="+mj-ea"/>
              <a:ea typeface="+mj-ea"/>
            </a:endParaRPr>
          </a:p>
        </p:txBody>
      </p:sp>
      <p:sp>
        <p:nvSpPr>
          <p:cNvPr id="104" name="Oval 103"/>
          <p:cNvSpPr/>
          <p:nvPr/>
        </p:nvSpPr>
        <p:spPr>
          <a:xfrm>
            <a:off x="3704425" y="2492305"/>
            <a:ext cx="1353816" cy="1353816"/>
          </a:xfrm>
          <a:prstGeom prst="ellipse">
            <a:avLst/>
          </a:prstGeom>
          <a:solidFill>
            <a:schemeClr val="bg1"/>
          </a:solidFill>
          <a:ln w="317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ko-KR" altLang="en-US" sz="2200" b="1" dirty="0">
                <a:solidFill>
                  <a:srgbClr val="D9534A"/>
                </a:solidFill>
                <a:latin typeface="+mj-ea"/>
                <a:ea typeface="+mj-ea"/>
              </a:rPr>
              <a:t>발상</a:t>
            </a:r>
            <a:endParaRPr sz="2200" b="1" u="none" dirty="0">
              <a:solidFill>
                <a:srgbClr val="D9534A"/>
              </a:solidFill>
              <a:latin typeface="+mj-ea"/>
              <a:ea typeface="+mj-ea"/>
            </a:endParaRPr>
          </a:p>
        </p:txBody>
      </p:sp>
      <p:sp>
        <p:nvSpPr>
          <p:cNvPr id="106" name="Oval 105"/>
          <p:cNvSpPr/>
          <p:nvPr/>
        </p:nvSpPr>
        <p:spPr>
          <a:xfrm>
            <a:off x="5437310" y="2492305"/>
            <a:ext cx="1353816" cy="1353816"/>
          </a:xfrm>
          <a:prstGeom prst="ellipse">
            <a:avLst/>
          </a:prstGeom>
          <a:solidFill>
            <a:schemeClr val="bg1"/>
          </a:solidFill>
          <a:ln w="317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ko-KR" altLang="en-US" sz="2000" b="1" dirty="0">
                <a:solidFill>
                  <a:srgbClr val="D9534A"/>
                </a:solidFill>
                <a:latin typeface="+mj-ea"/>
                <a:ea typeface="+mj-ea"/>
              </a:rPr>
              <a:t>계획</a:t>
            </a:r>
            <a:endParaRPr sz="2000" b="1" u="none" dirty="0">
              <a:solidFill>
                <a:srgbClr val="D9534A"/>
              </a:solidFill>
              <a:latin typeface="+mj-ea"/>
              <a:ea typeface="+mj-ea"/>
            </a:endParaRPr>
          </a:p>
        </p:txBody>
      </p:sp>
      <p:sp>
        <p:nvSpPr>
          <p:cNvPr id="108" name="Oval 107"/>
          <p:cNvSpPr/>
          <p:nvPr/>
        </p:nvSpPr>
        <p:spPr>
          <a:xfrm>
            <a:off x="7170194" y="2492305"/>
            <a:ext cx="1353816" cy="1353816"/>
          </a:xfrm>
          <a:prstGeom prst="ellipse">
            <a:avLst/>
          </a:prstGeom>
          <a:solidFill>
            <a:srgbClr val="D9534A"/>
          </a:solidFill>
          <a:ln w="317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ko-KR" altLang="en-US" sz="2000" b="1" dirty="0">
                <a:solidFill>
                  <a:schemeClr val="bg1"/>
                </a:solidFill>
                <a:latin typeface="+mj-ea"/>
                <a:ea typeface="+mj-ea"/>
              </a:rPr>
              <a:t>점검</a:t>
            </a:r>
            <a:endParaRPr sz="2000" b="1" u="none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10" name="Oval 109"/>
          <p:cNvSpPr/>
          <p:nvPr/>
        </p:nvSpPr>
        <p:spPr>
          <a:xfrm>
            <a:off x="8903078" y="2492305"/>
            <a:ext cx="1353816" cy="1353816"/>
          </a:xfrm>
          <a:prstGeom prst="ellipse">
            <a:avLst/>
          </a:prstGeom>
          <a:solidFill>
            <a:srgbClr val="FFFFFF"/>
          </a:solidFill>
          <a:ln w="317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ko-KR" altLang="en-US" sz="2000" b="1" dirty="0">
                <a:solidFill>
                  <a:srgbClr val="D9534A"/>
                </a:solidFill>
                <a:latin typeface="+mj-ea"/>
                <a:ea typeface="+mj-ea"/>
              </a:rPr>
              <a:t>실행</a:t>
            </a:r>
            <a:endParaRPr sz="2000" b="1" u="none" dirty="0">
              <a:solidFill>
                <a:srgbClr val="D9534A"/>
              </a:solidFill>
              <a:latin typeface="+mj-ea"/>
              <a:ea typeface="+mj-ea"/>
            </a:endParaRPr>
          </a:p>
        </p:txBody>
      </p:sp>
      <p:sp>
        <p:nvSpPr>
          <p:cNvPr id="112" name="Oval 111"/>
          <p:cNvSpPr/>
          <p:nvPr/>
        </p:nvSpPr>
        <p:spPr>
          <a:xfrm>
            <a:off x="10635962" y="2492305"/>
            <a:ext cx="1353816" cy="1353816"/>
          </a:xfrm>
          <a:prstGeom prst="ellipse">
            <a:avLst/>
          </a:prstGeom>
          <a:solidFill>
            <a:srgbClr val="FFFFFF"/>
          </a:solidFill>
          <a:ln w="317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ko-KR" altLang="en-US" sz="2000" b="1" dirty="0">
                <a:solidFill>
                  <a:srgbClr val="D9534A"/>
                </a:solidFill>
                <a:latin typeface="+mj-ea"/>
                <a:ea typeface="+mj-ea"/>
              </a:rPr>
              <a:t>성찰</a:t>
            </a:r>
            <a:endParaRPr sz="2000" b="1" u="none" dirty="0">
              <a:solidFill>
                <a:srgbClr val="D9534A"/>
              </a:solidFill>
              <a:latin typeface="+mj-ea"/>
              <a:ea typeface="+mj-ea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BAFCF6A-D709-A8B5-CC63-6914AEE57C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711120" y="1604846"/>
            <a:ext cx="1214918" cy="1214918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2A45240A-967E-5DDE-85B9-0E3683CD25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0757" y="1604846"/>
            <a:ext cx="1214918" cy="1214918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D8F4C225-D12B-793F-5AE4-A66C69E3650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044151" y="1604846"/>
            <a:ext cx="1214918" cy="1214918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E9A56EA5-FFDF-771C-C13B-6290377B09A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777545" y="1604846"/>
            <a:ext cx="1214918" cy="1214918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330F32C6-F35C-78BB-9343-3ED5FAF59B8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510939" y="1604846"/>
            <a:ext cx="1214918" cy="1214918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5F8E921A-7829-0BD1-F3C9-B93975F1AA0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44333" y="1604846"/>
            <a:ext cx="1214918" cy="1214918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C697346D-28B4-79AB-63DC-3F57536209A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977727" y="1604846"/>
            <a:ext cx="1214918" cy="1214918"/>
          </a:xfrm>
          <a:prstGeom prst="rect">
            <a:avLst/>
          </a:prstGeom>
        </p:spPr>
      </p:pic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923CEA3C-687A-33A9-F268-DAD19E2A567F}"/>
              </a:ext>
            </a:extLst>
          </p:cNvPr>
          <p:cNvSpPr/>
          <p:nvPr/>
        </p:nvSpPr>
        <p:spPr>
          <a:xfrm>
            <a:off x="2204829" y="4953600"/>
            <a:ext cx="9715500" cy="1196772"/>
          </a:xfrm>
          <a:prstGeom prst="roundRect">
            <a:avLst/>
          </a:prstGeom>
          <a:solidFill>
            <a:srgbClr val="FAE4D6"/>
          </a:solidFill>
          <a:ln w="19050">
            <a:solidFill>
              <a:srgbClr val="F6877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b="1" i="0" dirty="0">
                <a:solidFill>
                  <a:srgbClr val="0D0D0D"/>
                </a:solidFill>
                <a:effectLst/>
                <a:latin typeface="+mj-ea"/>
                <a:ea typeface="+mj-ea"/>
              </a:rPr>
              <a:t>이번 차시를 배우면 여러분은</a:t>
            </a:r>
            <a:endParaRPr lang="en-US" altLang="ko-KR" sz="2000" b="1" i="0" dirty="0">
              <a:solidFill>
                <a:srgbClr val="0D0D0D"/>
              </a:solidFill>
              <a:effectLst/>
              <a:latin typeface="+mj-ea"/>
              <a:ea typeface="+mj-ea"/>
            </a:endParaRPr>
          </a:p>
          <a:p>
            <a:r>
              <a:rPr lang="ko-KR" altLang="en-US" sz="2000" b="1" i="0" dirty="0">
                <a:solidFill>
                  <a:srgbClr val="0D0D0D"/>
                </a:solidFill>
                <a:effectLst/>
                <a:latin typeface="+mj-ea"/>
                <a:ea typeface="+mj-ea"/>
              </a:rPr>
              <a:t>인공지능이 생성한 이미지와 친구의 의견을 살펴보고</a:t>
            </a:r>
            <a:r>
              <a:rPr lang="en-US" altLang="ko-KR" sz="2000" b="1" i="0" dirty="0">
                <a:solidFill>
                  <a:srgbClr val="0D0D0D"/>
                </a:solidFill>
                <a:effectLst/>
                <a:latin typeface="+mj-ea"/>
                <a:ea typeface="+mj-ea"/>
              </a:rPr>
              <a:t>, </a:t>
            </a:r>
            <a:r>
              <a:rPr lang="ko-KR" altLang="en-US" sz="2000" b="1" i="0" dirty="0">
                <a:solidFill>
                  <a:srgbClr val="0D0D0D"/>
                </a:solidFill>
                <a:effectLst/>
                <a:latin typeface="+mj-ea"/>
                <a:ea typeface="+mj-ea"/>
              </a:rPr>
              <a:t>필요한 내용을 판단하여</a:t>
            </a:r>
            <a:endParaRPr lang="en-US" altLang="ko-KR" sz="2000" b="1" i="0" dirty="0">
              <a:solidFill>
                <a:srgbClr val="0D0D0D"/>
              </a:solidFill>
              <a:effectLst/>
              <a:latin typeface="+mj-ea"/>
              <a:ea typeface="+mj-ea"/>
            </a:endParaRPr>
          </a:p>
          <a:p>
            <a:r>
              <a:rPr lang="ko-KR" altLang="en-US" sz="2000" b="1" i="0" dirty="0">
                <a:solidFill>
                  <a:srgbClr val="0D0D0D"/>
                </a:solidFill>
                <a:effectLst/>
                <a:latin typeface="+mj-ea"/>
                <a:ea typeface="+mj-ea"/>
              </a:rPr>
              <a:t>공간 디자인 계획을 점검하고 보완할 수 있어요</a:t>
            </a:r>
            <a:r>
              <a:rPr lang="en-US" altLang="ko-KR" sz="2000" b="1" i="0" dirty="0">
                <a:solidFill>
                  <a:srgbClr val="0D0D0D"/>
                </a:solidFill>
                <a:effectLst/>
                <a:latin typeface="+mj-ea"/>
                <a:ea typeface="+mj-ea"/>
              </a:rPr>
              <a:t>.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BE7FE75-2E23-0C91-04F6-0F3CC49ED665}"/>
              </a:ext>
            </a:extLst>
          </p:cNvPr>
          <p:cNvSpPr/>
          <p:nvPr/>
        </p:nvSpPr>
        <p:spPr>
          <a:xfrm>
            <a:off x="181402" y="3958003"/>
            <a:ext cx="1462314" cy="400110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algn="ctr"/>
            <a:r>
              <a:rPr lang="en-US" altLang="ko-KR" sz="2000" spc="-147" dirty="0">
                <a:solidFill>
                  <a:srgbClr val="818181">
                    <a:alpha val="99000"/>
                  </a:srgb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20</a:t>
            </a:r>
            <a:r>
              <a:rPr lang="ko-KR" altLang="en-US" sz="2000" spc="-147" dirty="0">
                <a:solidFill>
                  <a:srgbClr val="818181">
                    <a:alpha val="99000"/>
                  </a:srgb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차시</a:t>
            </a:r>
            <a:endParaRPr lang="en-US" altLang="ko-KR" sz="2000" spc="-147" dirty="0">
              <a:solidFill>
                <a:srgbClr val="818181">
                  <a:alpha val="99000"/>
                </a:srgbClr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190AE18-0900-A828-1F58-9A19E59A07F5}"/>
              </a:ext>
            </a:extLst>
          </p:cNvPr>
          <p:cNvSpPr/>
          <p:nvPr/>
        </p:nvSpPr>
        <p:spPr>
          <a:xfrm>
            <a:off x="10581713" y="3958003"/>
            <a:ext cx="1462314" cy="400110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algn="ctr"/>
            <a:r>
              <a:rPr lang="en-US" altLang="ko-KR" sz="2000" spc="-147" dirty="0">
                <a:solidFill>
                  <a:srgbClr val="808080">
                    <a:alpha val="99000"/>
                  </a:srgb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26</a:t>
            </a:r>
            <a:r>
              <a:rPr lang="ko-KR" altLang="en-US" sz="2000" spc="-147" dirty="0">
                <a:solidFill>
                  <a:srgbClr val="808080">
                    <a:alpha val="99000"/>
                  </a:srgb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차시</a:t>
            </a:r>
            <a:endParaRPr lang="en-US" altLang="ko-KR" sz="2000" spc="-147" dirty="0">
              <a:solidFill>
                <a:srgbClr val="808080">
                  <a:alpha val="99000"/>
                </a:srgbClr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E968277-2D3A-8AD5-F027-647F2A1857A9}"/>
              </a:ext>
            </a:extLst>
          </p:cNvPr>
          <p:cNvSpPr/>
          <p:nvPr/>
        </p:nvSpPr>
        <p:spPr>
          <a:xfrm>
            <a:off x="5381557" y="3958003"/>
            <a:ext cx="1462314" cy="400110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algn="ctr"/>
            <a:r>
              <a:rPr lang="en-US" altLang="ko-KR" sz="2000" spc="-147" dirty="0">
                <a:solidFill>
                  <a:srgbClr val="818181">
                    <a:alpha val="99000"/>
                  </a:srgb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23</a:t>
            </a:r>
            <a:r>
              <a:rPr lang="ko-KR" altLang="en-US" sz="2000" spc="-147" dirty="0">
                <a:solidFill>
                  <a:srgbClr val="818181">
                    <a:alpha val="99000"/>
                  </a:srgb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차시</a:t>
            </a:r>
            <a:endParaRPr lang="en-US" altLang="ko-KR" sz="2000" spc="-147" dirty="0">
              <a:solidFill>
                <a:srgbClr val="818181">
                  <a:alpha val="99000"/>
                </a:srgbClr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CBE7C41-2F0B-1E9E-28A7-4ADA194B2A0B}"/>
              </a:ext>
            </a:extLst>
          </p:cNvPr>
          <p:cNvSpPr/>
          <p:nvPr/>
        </p:nvSpPr>
        <p:spPr>
          <a:xfrm>
            <a:off x="8848327" y="3958003"/>
            <a:ext cx="1462314" cy="400110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algn="ctr"/>
            <a:r>
              <a:rPr lang="en-US" altLang="ko-KR" sz="2000" spc="-147" dirty="0">
                <a:solidFill>
                  <a:srgbClr val="808080">
                    <a:alpha val="99000"/>
                  </a:srgb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25</a:t>
            </a:r>
            <a:r>
              <a:rPr lang="ko-KR" altLang="en-US" sz="2000" spc="-147" dirty="0">
                <a:solidFill>
                  <a:srgbClr val="808080">
                    <a:alpha val="99000"/>
                  </a:srgb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차시</a:t>
            </a:r>
            <a:endParaRPr lang="en-US" altLang="ko-KR" sz="2000" spc="-147" dirty="0">
              <a:solidFill>
                <a:srgbClr val="808080">
                  <a:alpha val="99000"/>
                </a:srgbClr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9987F09-2E70-65FA-07B9-57FDBAFFED31}"/>
              </a:ext>
            </a:extLst>
          </p:cNvPr>
          <p:cNvSpPr/>
          <p:nvPr/>
        </p:nvSpPr>
        <p:spPr>
          <a:xfrm>
            <a:off x="1914787" y="3958003"/>
            <a:ext cx="1462314" cy="400110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algn="ctr"/>
            <a:r>
              <a:rPr lang="en-US" altLang="ko-KR" sz="2000" spc="-147" dirty="0">
                <a:solidFill>
                  <a:srgbClr val="818181">
                    <a:alpha val="99000"/>
                  </a:srgb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21</a:t>
            </a:r>
            <a:r>
              <a:rPr lang="ko-KR" altLang="en-US" sz="2000" spc="-147" dirty="0">
                <a:solidFill>
                  <a:srgbClr val="818181">
                    <a:alpha val="99000"/>
                  </a:srgb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차시</a:t>
            </a:r>
            <a:endParaRPr lang="en-US" altLang="ko-KR" sz="2000" spc="-147" dirty="0">
              <a:solidFill>
                <a:srgbClr val="818181">
                  <a:alpha val="99000"/>
                </a:srgbClr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EC5DED1-05E4-E59A-8A3E-04BE6773E042}"/>
              </a:ext>
            </a:extLst>
          </p:cNvPr>
          <p:cNvSpPr/>
          <p:nvPr/>
        </p:nvSpPr>
        <p:spPr>
          <a:xfrm>
            <a:off x="3648172" y="3949563"/>
            <a:ext cx="1462314" cy="400110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algn="ctr"/>
            <a:r>
              <a:rPr lang="en-US" altLang="ko-KR" sz="2000" spc="-147" dirty="0">
                <a:solidFill>
                  <a:srgbClr val="818181">
                    <a:alpha val="99000"/>
                  </a:srgb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22</a:t>
            </a:r>
            <a:r>
              <a:rPr lang="ko-KR" altLang="en-US" sz="2000" spc="-147" dirty="0">
                <a:solidFill>
                  <a:srgbClr val="818181">
                    <a:alpha val="99000"/>
                  </a:srgb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차시</a:t>
            </a:r>
            <a:endParaRPr lang="en-US" altLang="ko-KR" sz="2000" spc="-147" dirty="0">
              <a:solidFill>
                <a:srgbClr val="818181">
                  <a:alpha val="99000"/>
                </a:srgbClr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99973A6-0846-033C-BEF2-F7945ECD195C}"/>
              </a:ext>
            </a:extLst>
          </p:cNvPr>
          <p:cNvSpPr/>
          <p:nvPr/>
        </p:nvSpPr>
        <p:spPr>
          <a:xfrm>
            <a:off x="7191142" y="3958003"/>
            <a:ext cx="1462314" cy="400110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algn="ctr"/>
            <a:r>
              <a:rPr lang="en-US" altLang="ko-KR" sz="2000" spc="-147" dirty="0">
                <a:solidFill>
                  <a:srgbClr val="DD6961">
                    <a:alpha val="99000"/>
                  </a:srgb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24</a:t>
            </a:r>
            <a:r>
              <a:rPr lang="ko-KR" altLang="en-US" sz="2000" spc="-147" dirty="0">
                <a:solidFill>
                  <a:srgbClr val="DD6961">
                    <a:alpha val="99000"/>
                  </a:srgb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차시</a:t>
            </a:r>
            <a:r>
              <a:rPr lang="en-US" altLang="ko-KR" sz="2000" spc="-147" dirty="0">
                <a:solidFill>
                  <a:srgbClr val="DD6961">
                    <a:alpha val="99000"/>
                  </a:srgb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(</a:t>
            </a:r>
            <a:r>
              <a:rPr lang="ko-KR" altLang="en-US" sz="2000" spc="-147" dirty="0">
                <a:solidFill>
                  <a:srgbClr val="DD6961">
                    <a:alpha val="99000"/>
                  </a:srgb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★</a:t>
            </a:r>
            <a:r>
              <a:rPr lang="en-US" altLang="ko-KR" sz="2000" spc="-147" dirty="0">
                <a:solidFill>
                  <a:srgbClr val="DD6961">
                    <a:alpha val="99000"/>
                  </a:srgb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)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8529486F-E273-9151-C618-4538A8D3DDF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688" y="4393821"/>
            <a:ext cx="2106000" cy="2106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altLang="ko-KR" dirty="0"/>
              <a:t>3</a:t>
            </a:r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/>
          </a:bodyPr>
          <a:lstStyle/>
          <a:p>
            <a:r>
              <a:rPr lang="ko-KR" altLang="en-US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어떤 피드백을 반영해야 할까</a:t>
            </a:r>
            <a:r>
              <a:rPr lang="en-US" altLang="ko-KR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?</a:t>
            </a:r>
            <a:endParaRPr lang="ko-KR" altLang="en-US" sz="2800" b="1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동기유발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9DEC6DB-55AF-F13D-AB47-7ACAA1371AFE}"/>
              </a:ext>
            </a:extLst>
          </p:cNvPr>
          <p:cNvGrpSpPr/>
          <p:nvPr/>
        </p:nvGrpSpPr>
        <p:grpSpPr>
          <a:xfrm>
            <a:off x="519760" y="1301339"/>
            <a:ext cx="9373178" cy="379656"/>
            <a:chOff x="882303" y="1491687"/>
            <a:chExt cx="7029896" cy="284742"/>
          </a:xfrm>
        </p:grpSpPr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5A9F6678-988E-B4AE-864D-F4CFE5D8592F}"/>
                </a:ext>
              </a:extLst>
            </p:cNvPr>
            <p:cNvGrpSpPr/>
            <p:nvPr/>
          </p:nvGrpSpPr>
          <p:grpSpPr>
            <a:xfrm>
              <a:off x="882303" y="1505480"/>
              <a:ext cx="232268" cy="255989"/>
              <a:chOff x="853872" y="1487438"/>
              <a:chExt cx="289128" cy="318656"/>
            </a:xfrm>
          </p:grpSpPr>
          <p:sp>
            <p:nvSpPr>
              <p:cNvPr id="15" name="모서리가 둥근 직사각형 41">
                <a:extLst>
                  <a:ext uri="{FF2B5EF4-FFF2-40B4-BE49-F238E27FC236}">
                    <a16:creationId xmlns:a16="http://schemas.microsoft.com/office/drawing/2014/main" id="{802D531F-43CC-7F30-8933-8AAB320D51A2}"/>
                  </a:ext>
                </a:extLst>
              </p:cNvPr>
              <p:cNvSpPr/>
              <p:nvPr/>
            </p:nvSpPr>
            <p:spPr>
              <a:xfrm>
                <a:off x="853872" y="1487438"/>
                <a:ext cx="289128" cy="289128"/>
              </a:xfrm>
              <a:prstGeom prst="roundRect">
                <a:avLst/>
              </a:prstGeom>
              <a:solidFill>
                <a:srgbClr val="F6877E"/>
              </a:solidFill>
              <a:ln w="12700">
                <a:solidFill>
                  <a:schemeClr val="tx1"/>
                </a:solidFill>
              </a:ln>
              <a:effectLst>
                <a:outerShdw dist="38100" dir="2700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67">
                  <a:latin typeface="+mj-ea"/>
                  <a:ea typeface="+mj-ea"/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B5149CE-8166-C52B-D92D-BCEAFFE97638}"/>
                  </a:ext>
                </a:extLst>
              </p:cNvPr>
              <p:cNvSpPr txBox="1"/>
              <p:nvPr/>
            </p:nvSpPr>
            <p:spPr>
              <a:xfrm>
                <a:off x="853872" y="1490019"/>
                <a:ext cx="289128" cy="3160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ko-KR" sz="1600" dirty="0">
                    <a:latin typeface="+mj-ea"/>
                    <a:ea typeface="+mj-ea"/>
                  </a:rPr>
                  <a:t>1</a:t>
                </a:r>
                <a:endParaRPr lang="ko-KR" altLang="en-US" sz="1600" dirty="0">
                  <a:latin typeface="+mj-ea"/>
                  <a:ea typeface="+mj-ea"/>
                </a:endParaRPr>
              </a:p>
            </p:txBody>
          </p: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8E5F600-0999-9422-1C3C-8299F3CA9C9E}"/>
                </a:ext>
              </a:extLst>
            </p:cNvPr>
            <p:cNvSpPr txBox="1"/>
            <p:nvPr/>
          </p:nvSpPr>
          <p:spPr>
            <a:xfrm>
              <a:off x="1139406" y="1491687"/>
              <a:ext cx="6772793" cy="2847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어떤 모둠의 공간 디자인 계획에 대해 두 친구가 어떻게 피드백을 하였는지 살펴봅시다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.</a:t>
              </a:r>
              <a:endParaRPr lang="ko-KR" altLang="en-US" sz="1867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endParaRPr>
            </a:p>
          </p:txBody>
        </p:sp>
      </p:grpSp>
      <p:pic>
        <p:nvPicPr>
          <p:cNvPr id="17" name="그림 16">
            <a:extLst>
              <a:ext uri="{FF2B5EF4-FFF2-40B4-BE49-F238E27FC236}">
                <a16:creationId xmlns:a16="http://schemas.microsoft.com/office/drawing/2014/main" id="{7F1AE4EF-2C7D-EA71-EFE0-570298D686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211" b="98684" l="5019" r="93309">
                        <a14:foregroundMark x1="26952" y1="36513" x2="23606" y2="68750"/>
                        <a14:foregroundMark x1="29368" y1="49013" x2="28625" y2="81579"/>
                        <a14:foregroundMark x1="23606" y1="73684" x2="19145" y2="97368"/>
                        <a14:foregroundMark x1="17100" y1="86513" x2="12268" y2="94079"/>
                        <a14:foregroundMark x1="13755" y1="89474" x2="7807" y2="97368"/>
                        <a14:foregroundMark x1="10967" y1="86513" x2="8736" y2="97039"/>
                        <a14:foregroundMark x1="13197" y1="90132" x2="8178" y2="98355"/>
                        <a14:foregroundMark x1="9294" y1="91447" x2="5576" y2="98026"/>
                        <a14:foregroundMark x1="12268" y1="89145" x2="9851" y2="96382"/>
                        <a14:foregroundMark x1="28625" y1="82237" x2="29926" y2="95395"/>
                        <a14:foregroundMark x1="31413" y1="78289" x2="33086" y2="90132"/>
                        <a14:foregroundMark x1="33643" y1="86513" x2="33643" y2="88158"/>
                        <a14:foregroundMark x1="39777" y1="89145" x2="38662" y2="93092"/>
                        <a14:foregroundMark x1="39405" y1="92105" x2="39405" y2="93421"/>
                        <a14:foregroundMark x1="25836" y1="21382" x2="24164" y2="37500"/>
                        <a14:foregroundMark x1="62268" y1="97368" x2="61710" y2="99342"/>
                        <a14:foregroundMark x1="71561" y1="87500" x2="70074" y2="96053"/>
                        <a14:foregroundMark x1="82714" y1="85197" x2="85316" y2="95395"/>
                        <a14:foregroundMark x1="86989" y1="87500" x2="87546" y2="97368"/>
                        <a14:foregroundMark x1="88290" y1="86184" x2="90520" y2="93421"/>
                        <a14:foregroundMark x1="87546" y1="88158" x2="89963" y2="98355"/>
                        <a14:foregroundMark x1="87732" y1="86184" x2="89777" y2="98026"/>
                        <a14:foregroundMark x1="88848" y1="83224" x2="90892" y2="98026"/>
                        <a14:foregroundMark x1="90520" y1="93092" x2="91078" y2="94408"/>
                        <a14:foregroundMark x1="90892" y1="87500" x2="89405" y2="99342"/>
                        <a14:foregroundMark x1="89777" y1="93421" x2="89777" y2="95066"/>
                        <a14:foregroundMark x1="91636" y1="85526" x2="92193" y2="91118"/>
                        <a14:foregroundMark x1="91450" y1="83553" x2="91450" y2="90461"/>
                        <a14:foregroundMark x1="91078" y1="83553" x2="92007" y2="93421"/>
                        <a14:foregroundMark x1="93309" y1="88158" x2="93309" y2="88158"/>
                        <a14:foregroundMark x1="93309" y1="87500" x2="93309" y2="87500"/>
                        <a14:foregroundMark x1="91636" y1="81250" x2="91636" y2="81250"/>
                        <a14:foregroundMark x1="91450" y1="79605" x2="91450" y2="79605"/>
                        <a14:foregroundMark x1="91450" y1="79605" x2="91450" y2="79605"/>
                        <a14:foregroundMark x1="91264" y1="77632" x2="91264" y2="77632"/>
                        <a14:foregroundMark x1="91264" y1="77632" x2="91264" y2="77632"/>
                        <a14:foregroundMark x1="75465" y1="80921" x2="75465" y2="80921"/>
                        <a14:foregroundMark x1="33829" y1="86184" x2="33829" y2="86184"/>
                        <a14:foregroundMark x1="34015" y1="85197" x2="34015" y2="85197"/>
                        <a14:foregroundMark x1="34387" y1="78618" x2="34387" y2="78618"/>
                        <a14:foregroundMark x1="34387" y1="78618" x2="34387" y2="78618"/>
                        <a14:foregroundMark x1="34387" y1="77961" x2="34387" y2="77961"/>
                        <a14:foregroundMark x1="36245" y1="75329" x2="36245" y2="75329"/>
                        <a14:foregroundMark x1="37546" y1="73355" x2="37546" y2="73355"/>
                        <a14:foregroundMark x1="37546" y1="73355" x2="37732" y2="76974"/>
                        <a14:foregroundMark x1="25465" y1="27632" x2="25465" y2="27632"/>
                        <a14:foregroundMark x1="28067" y1="24013" x2="24721" y2="29934"/>
                        <a14:foregroundMark x1="26952" y1="25000" x2="25651" y2="30921"/>
                        <a14:foregroundMark x1="29740" y1="24342" x2="26022" y2="35197"/>
                        <a14:foregroundMark x1="31041" y1="20724" x2="25836" y2="31908"/>
                        <a14:foregroundMark x1="21561" y1="24342" x2="18030" y2="38158"/>
                        <a14:foregroundMark x1="19703" y1="33553" x2="30855" y2="62171"/>
                        <a14:foregroundMark x1="32528" y1="69408" x2="36431" y2="85197"/>
                      </a14:backgroundRemoval>
                    </a14:imgEffect>
                  </a14:imgLayer>
                </a14:imgProps>
              </a:ext>
            </a:extLst>
          </a:blip>
          <a:srcRect r="51810"/>
          <a:stretch/>
        </p:blipFill>
        <p:spPr>
          <a:xfrm>
            <a:off x="6224849" y="1696749"/>
            <a:ext cx="1503059" cy="1762404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56B85BE8-657C-79F2-CA25-EB58154C8A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4828" y="2965292"/>
            <a:ext cx="5996908" cy="3375054"/>
          </a:xfrm>
          <a:prstGeom prst="rect">
            <a:avLst/>
          </a:prstGeom>
        </p:spPr>
      </p:pic>
      <p:sp>
        <p:nvSpPr>
          <p:cNvPr id="28" name="Rounded Rectangle 98">
            <a:extLst>
              <a:ext uri="{FF2B5EF4-FFF2-40B4-BE49-F238E27FC236}">
                <a16:creationId xmlns:a16="http://schemas.microsoft.com/office/drawing/2014/main" id="{48889AFB-F925-3F2A-BDBF-72FDE639F8C4}"/>
              </a:ext>
            </a:extLst>
          </p:cNvPr>
          <p:cNvSpPr/>
          <p:nvPr/>
        </p:nvSpPr>
        <p:spPr>
          <a:xfrm>
            <a:off x="168131" y="1770545"/>
            <a:ext cx="5996908" cy="108525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DD69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lang="ko-KR" altLang="en-US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디자인 계획</a:t>
            </a:r>
            <a:r>
              <a:rPr lang="en-US" altLang="ko-KR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:</a:t>
            </a:r>
          </a:p>
          <a:p>
            <a:r>
              <a:rPr lang="ko-KR" altLang="en-US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교실의 빈 공간에 남는 책상과 의자</a:t>
            </a:r>
            <a:r>
              <a:rPr lang="en-US" altLang="ko-KR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쿠션을 배치하여</a:t>
            </a:r>
            <a:endParaRPr lang="en-US" altLang="ko-KR" dirty="0">
              <a:solidFill>
                <a:schemeClr val="tx1">
                  <a:alpha val="99000"/>
                </a:schemeClr>
              </a:solidFill>
              <a:latin typeface="+mj-ea"/>
              <a:ea typeface="+mj-ea"/>
            </a:endParaRPr>
          </a:p>
          <a:p>
            <a:r>
              <a:rPr lang="ko-KR" altLang="en-US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잠깐 쉬거나 책을 읽을 수 있는 공간 만들기</a:t>
            </a:r>
            <a:endParaRPr dirty="0"/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BAF62F17-B69F-53F1-053A-0D9EED9CC4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211" b="98684" l="5019" r="93309">
                        <a14:foregroundMark x1="26952" y1="36513" x2="23606" y2="68750"/>
                        <a14:foregroundMark x1="29368" y1="49013" x2="28625" y2="81579"/>
                        <a14:foregroundMark x1="23606" y1="73684" x2="19145" y2="97368"/>
                        <a14:foregroundMark x1="17100" y1="86513" x2="12268" y2="94079"/>
                        <a14:foregroundMark x1="13755" y1="89474" x2="7807" y2="97368"/>
                        <a14:foregroundMark x1="10967" y1="86513" x2="8736" y2="97039"/>
                        <a14:foregroundMark x1="13197" y1="90132" x2="8178" y2="98355"/>
                        <a14:foregroundMark x1="9294" y1="91447" x2="5576" y2="98026"/>
                        <a14:foregroundMark x1="12268" y1="89145" x2="9851" y2="96382"/>
                        <a14:foregroundMark x1="28625" y1="82237" x2="29926" y2="95395"/>
                        <a14:foregroundMark x1="31413" y1="78289" x2="33086" y2="90132"/>
                        <a14:foregroundMark x1="33643" y1="86513" x2="33643" y2="88158"/>
                        <a14:foregroundMark x1="39777" y1="89145" x2="38662" y2="93092"/>
                        <a14:foregroundMark x1="39405" y1="92105" x2="39405" y2="93421"/>
                        <a14:foregroundMark x1="25836" y1="21382" x2="24164" y2="37500"/>
                        <a14:foregroundMark x1="62268" y1="97368" x2="61710" y2="99342"/>
                        <a14:foregroundMark x1="71561" y1="87500" x2="70074" y2="96053"/>
                        <a14:foregroundMark x1="82714" y1="85197" x2="85316" y2="95395"/>
                        <a14:foregroundMark x1="86989" y1="87500" x2="87546" y2="97368"/>
                        <a14:foregroundMark x1="88290" y1="86184" x2="90520" y2="93421"/>
                        <a14:foregroundMark x1="87546" y1="88158" x2="89963" y2="98355"/>
                        <a14:foregroundMark x1="87732" y1="86184" x2="89777" y2="98026"/>
                        <a14:foregroundMark x1="88848" y1="83224" x2="90892" y2="98026"/>
                        <a14:foregroundMark x1="90520" y1="93092" x2="91078" y2="94408"/>
                        <a14:foregroundMark x1="90892" y1="87500" x2="89405" y2="99342"/>
                        <a14:foregroundMark x1="89777" y1="93421" x2="89777" y2="95066"/>
                        <a14:foregroundMark x1="91636" y1="85526" x2="92193" y2="91118"/>
                        <a14:foregroundMark x1="91450" y1="83553" x2="91450" y2="90461"/>
                        <a14:foregroundMark x1="91078" y1="83553" x2="92007" y2="93421"/>
                        <a14:foregroundMark x1="93309" y1="88158" x2="93309" y2="88158"/>
                        <a14:foregroundMark x1="93309" y1="87500" x2="93309" y2="87500"/>
                        <a14:foregroundMark x1="91636" y1="81250" x2="91636" y2="81250"/>
                        <a14:foregroundMark x1="91450" y1="79605" x2="91450" y2="79605"/>
                        <a14:foregroundMark x1="91450" y1="79605" x2="91450" y2="79605"/>
                        <a14:foregroundMark x1="91264" y1="77632" x2="91264" y2="77632"/>
                        <a14:foregroundMark x1="91264" y1="77632" x2="91264" y2="77632"/>
                        <a14:foregroundMark x1="75465" y1="80921" x2="75465" y2="80921"/>
                        <a14:foregroundMark x1="33829" y1="86184" x2="33829" y2="86184"/>
                        <a14:foregroundMark x1="34015" y1="85197" x2="34015" y2="85197"/>
                        <a14:foregroundMark x1="34387" y1="78618" x2="34387" y2="78618"/>
                        <a14:foregroundMark x1="34387" y1="78618" x2="34387" y2="78618"/>
                        <a14:foregroundMark x1="34387" y1="77961" x2="34387" y2="77961"/>
                        <a14:foregroundMark x1="36245" y1="75329" x2="36245" y2="75329"/>
                        <a14:foregroundMark x1="37546" y1="73355" x2="37546" y2="73355"/>
                        <a14:foregroundMark x1="37546" y1="73355" x2="37732" y2="76974"/>
                        <a14:foregroundMark x1="25465" y1="27632" x2="25465" y2="27632"/>
                        <a14:foregroundMark x1="28067" y1="24013" x2="24721" y2="29934"/>
                        <a14:foregroundMark x1="26952" y1="25000" x2="25651" y2="30921"/>
                        <a14:foregroundMark x1="29740" y1="24342" x2="26022" y2="35197"/>
                        <a14:foregroundMark x1="31041" y1="20724" x2="25836" y2="31908"/>
                        <a14:foregroundMark x1="21561" y1="24342" x2="18030" y2="38158"/>
                        <a14:foregroundMark x1="19703" y1="33553" x2="30855" y2="62171"/>
                        <a14:foregroundMark x1="32528" y1="69408" x2="36431" y2="85197"/>
                      </a14:backgroundRemoval>
                    </a14:imgEffect>
                  </a14:imgLayer>
                </a14:imgProps>
              </a:ext>
            </a:extLst>
          </a:blip>
          <a:srcRect l="48190" r="3057"/>
          <a:stretch/>
        </p:blipFill>
        <p:spPr>
          <a:xfrm>
            <a:off x="6299701" y="3551970"/>
            <a:ext cx="1520595" cy="1762404"/>
          </a:xfrm>
          <a:prstGeom prst="rect">
            <a:avLst/>
          </a:prstGeom>
        </p:spPr>
      </p:pic>
      <p:sp>
        <p:nvSpPr>
          <p:cNvPr id="33" name="말풍선: 모서리가 둥근 사각형 32">
            <a:extLst>
              <a:ext uri="{FF2B5EF4-FFF2-40B4-BE49-F238E27FC236}">
                <a16:creationId xmlns:a16="http://schemas.microsoft.com/office/drawing/2014/main" id="{AA2FADD9-5EC5-A6DD-EB01-F33779659158}"/>
              </a:ext>
            </a:extLst>
          </p:cNvPr>
          <p:cNvSpPr/>
          <p:nvPr/>
        </p:nvSpPr>
        <p:spPr>
          <a:xfrm>
            <a:off x="7828958" y="2004419"/>
            <a:ext cx="3971155" cy="1454734"/>
          </a:xfrm>
          <a:prstGeom prst="wedgeRoundRectCallout">
            <a:avLst>
              <a:gd name="adj1" fmla="val -64912"/>
              <a:gd name="adj2" fmla="val 7893"/>
              <a:gd name="adj3" fmla="val 16667"/>
            </a:avLst>
          </a:prstGeom>
          <a:noFill/>
          <a:ln w="571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lang="ko-KR" altLang="en-US" b="1" dirty="0">
                <a:solidFill>
                  <a:srgbClr val="0D0D0D"/>
                </a:solidFill>
                <a:latin typeface="+mj-ea"/>
                <a:ea typeface="+mj-ea"/>
              </a:rPr>
              <a:t>쿠션과 장식을 여러 가지 알록달록한 색으로 바꾸면 더 화려하고</a:t>
            </a:r>
            <a:endParaRPr lang="en-US" altLang="ko-KR" b="1" dirty="0">
              <a:solidFill>
                <a:srgbClr val="0D0D0D"/>
              </a:solidFill>
              <a:latin typeface="+mj-ea"/>
              <a:ea typeface="+mj-ea"/>
            </a:endParaRPr>
          </a:p>
          <a:p>
            <a:pPr algn="ctr">
              <a:lnSpc>
                <a:spcPct val="130000"/>
              </a:lnSpc>
            </a:pPr>
            <a:r>
              <a:rPr lang="ko-KR" altLang="en-US" b="1" dirty="0">
                <a:solidFill>
                  <a:srgbClr val="0D0D0D"/>
                </a:solidFill>
                <a:latin typeface="+mj-ea"/>
                <a:ea typeface="+mj-ea"/>
              </a:rPr>
              <a:t>예쁠 것 같아</a:t>
            </a:r>
            <a:r>
              <a:rPr lang="en-US" altLang="ko-KR" b="1" dirty="0">
                <a:solidFill>
                  <a:srgbClr val="0D0D0D"/>
                </a:solidFill>
                <a:latin typeface="+mj-ea"/>
                <a:ea typeface="+mj-ea"/>
              </a:rPr>
              <a:t>.</a:t>
            </a:r>
            <a:endParaRPr lang="ko-KR" altLang="en-US" dirty="0"/>
          </a:p>
        </p:txBody>
      </p:sp>
      <p:sp>
        <p:nvSpPr>
          <p:cNvPr id="34" name="말풍선: 모서리가 둥근 사각형 33">
            <a:extLst>
              <a:ext uri="{FF2B5EF4-FFF2-40B4-BE49-F238E27FC236}">
                <a16:creationId xmlns:a16="http://schemas.microsoft.com/office/drawing/2014/main" id="{A51475A6-B34C-83F2-8A44-FEE4860C05CB}"/>
              </a:ext>
            </a:extLst>
          </p:cNvPr>
          <p:cNvSpPr/>
          <p:nvPr/>
        </p:nvSpPr>
        <p:spPr>
          <a:xfrm>
            <a:off x="7828958" y="3859640"/>
            <a:ext cx="3971155" cy="1582694"/>
          </a:xfrm>
          <a:prstGeom prst="wedgeRoundRectCallout">
            <a:avLst>
              <a:gd name="adj1" fmla="val -64912"/>
              <a:gd name="adj2" fmla="val 7893"/>
              <a:gd name="adj3" fmla="val 16667"/>
            </a:avLst>
          </a:prstGeom>
          <a:noFill/>
          <a:ln w="571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lang="ko-KR" altLang="en-US" b="1" dirty="0">
                <a:solidFill>
                  <a:srgbClr val="0D0D0D"/>
                </a:solidFill>
                <a:latin typeface="+mj-ea"/>
                <a:ea typeface="+mj-ea"/>
              </a:rPr>
              <a:t>의자가 통로 가까이에 있어서 지나다니기에 불편할 수 있을 것 같아</a:t>
            </a:r>
            <a:r>
              <a:rPr lang="en-US" altLang="ko-KR" b="1" dirty="0">
                <a:solidFill>
                  <a:srgbClr val="0D0D0D"/>
                </a:solidFill>
                <a:latin typeface="+mj-ea"/>
                <a:ea typeface="+mj-ea"/>
              </a:rPr>
              <a:t>. </a:t>
            </a:r>
            <a:r>
              <a:rPr lang="ko-KR" altLang="en-US" b="1" dirty="0">
                <a:solidFill>
                  <a:srgbClr val="0D0D0D"/>
                </a:solidFill>
                <a:latin typeface="+mj-ea"/>
                <a:ea typeface="+mj-ea"/>
              </a:rPr>
              <a:t>조금 안쪽으로 옮기면 어떨까</a:t>
            </a:r>
            <a:r>
              <a:rPr lang="en-US" altLang="ko-KR" b="1" dirty="0">
                <a:solidFill>
                  <a:srgbClr val="0D0D0D"/>
                </a:solidFill>
                <a:latin typeface="+mj-ea"/>
                <a:ea typeface="+mj-ea"/>
              </a:rPr>
              <a:t>?</a:t>
            </a:r>
            <a:endParaRPr lang="ko-KR" altLang="en-US" dirty="0"/>
          </a:p>
        </p:txBody>
      </p:sp>
      <p:sp>
        <p:nvSpPr>
          <p:cNvPr id="35" name="Rounded Rectangle 98">
            <a:extLst>
              <a:ext uri="{FF2B5EF4-FFF2-40B4-BE49-F238E27FC236}">
                <a16:creationId xmlns:a16="http://schemas.microsoft.com/office/drawing/2014/main" id="{0E02BC80-E8E3-277C-7F3F-01CCD317FFE4}"/>
              </a:ext>
            </a:extLst>
          </p:cNvPr>
          <p:cNvSpPr/>
          <p:nvPr/>
        </p:nvSpPr>
        <p:spPr>
          <a:xfrm>
            <a:off x="6317439" y="5706292"/>
            <a:ext cx="5482674" cy="634053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DD69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ko-KR" altLang="en-US" sz="20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두 친구의 피드백을 모두 반영해야 할까요</a:t>
            </a:r>
            <a:r>
              <a:rPr lang="en-US" altLang="ko-KR" sz="20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?</a:t>
            </a:r>
            <a:endParaRPr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7143A5-7809-87E8-B908-87BA917E93C4}"/>
              </a:ext>
            </a:extLst>
          </p:cNvPr>
          <p:cNvSpPr txBox="1"/>
          <p:nvPr/>
        </p:nvSpPr>
        <p:spPr>
          <a:xfrm>
            <a:off x="161715" y="6313131"/>
            <a:ext cx="18827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 kern="0" spc="0" dirty="0">
                <a:solidFill>
                  <a:srgbClr val="000000"/>
                </a:solidFill>
                <a:effectLst/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AI(ChatGPT) </a:t>
            </a:r>
            <a:r>
              <a:rPr lang="ko-KR" altLang="en-US" sz="900" b="1" kern="0" spc="0" dirty="0">
                <a:solidFill>
                  <a:srgbClr val="000000"/>
                </a:solidFill>
                <a:effectLst/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생성 이미지</a:t>
            </a:r>
            <a:endParaRPr lang="ko-KR" altLang="en-US" sz="900" kern="0" spc="0" dirty="0">
              <a:solidFill>
                <a:srgbClr val="000000"/>
              </a:solidFill>
              <a:effectLst/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310493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탐구 질문</a:t>
              </a:r>
            </a:p>
          </p:txBody>
        </p: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B978FEC4-9884-5BFF-1132-A216038AAB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3664" y="1599202"/>
            <a:ext cx="1885845" cy="1562870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A0A52C7F-80DB-1F40-2637-9FB6949E0EB8}"/>
              </a:ext>
            </a:extLst>
          </p:cNvPr>
          <p:cNvSpPr/>
          <p:nvPr/>
        </p:nvSpPr>
        <p:spPr>
          <a:xfrm>
            <a:off x="0" y="3075056"/>
            <a:ext cx="12191999" cy="707886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algn="ctr"/>
            <a:r>
              <a:rPr lang="ko-KR" altLang="en-US" sz="40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친구의 피드백은 모두 디자인에 반영해야 할까</a:t>
            </a:r>
            <a:r>
              <a:rPr lang="en-US" altLang="ko-KR" sz="40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?</a:t>
            </a:r>
            <a:endParaRPr lang="ko-KR" altLang="en-US" sz="4000" spc="-147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28356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탐구 활동</a:t>
              </a: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330A77C4-F5AA-02C4-6F7B-12B05F426F6E}"/>
              </a:ext>
            </a:extLst>
          </p:cNvPr>
          <p:cNvGrpSpPr/>
          <p:nvPr/>
        </p:nvGrpSpPr>
        <p:grpSpPr>
          <a:xfrm>
            <a:off x="3268447" y="2539292"/>
            <a:ext cx="5655105" cy="2538823"/>
            <a:chOff x="3323943" y="2391246"/>
            <a:chExt cx="5655105" cy="2538823"/>
          </a:xfrm>
        </p:grpSpPr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5CDFAC48-5133-EE1C-AC5B-D1A34E95D9A0}"/>
                </a:ext>
              </a:extLst>
            </p:cNvPr>
            <p:cNvGrpSpPr/>
            <p:nvPr/>
          </p:nvGrpSpPr>
          <p:grpSpPr>
            <a:xfrm>
              <a:off x="3323943" y="2391246"/>
              <a:ext cx="5655105" cy="2538823"/>
              <a:chOff x="3017925" y="1676761"/>
              <a:chExt cx="3668055" cy="930578"/>
            </a:xfrm>
          </p:grpSpPr>
          <p:grpSp>
            <p:nvGrpSpPr>
              <p:cNvPr id="18" name="그룹 17">
                <a:extLst>
                  <a:ext uri="{FF2B5EF4-FFF2-40B4-BE49-F238E27FC236}">
                    <a16:creationId xmlns:a16="http://schemas.microsoft.com/office/drawing/2014/main" id="{915128B9-48D0-F164-066D-472343792CDC}"/>
                  </a:ext>
                </a:extLst>
              </p:cNvPr>
              <p:cNvGrpSpPr/>
              <p:nvPr/>
            </p:nvGrpSpPr>
            <p:grpSpPr>
              <a:xfrm>
                <a:off x="3017925" y="1676761"/>
                <a:ext cx="3668055" cy="439968"/>
                <a:chOff x="1397760" y="1966124"/>
                <a:chExt cx="4335050" cy="519966"/>
              </a:xfrm>
            </p:grpSpPr>
            <p:sp>
              <p:nvSpPr>
                <p:cNvPr id="22" name="타원 21">
                  <a:extLst>
                    <a:ext uri="{FF2B5EF4-FFF2-40B4-BE49-F238E27FC236}">
                      <a16:creationId xmlns:a16="http://schemas.microsoft.com/office/drawing/2014/main" id="{815A8C6B-E78B-9074-B9D6-C5A766CC4C4C}"/>
                    </a:ext>
                  </a:extLst>
                </p:cNvPr>
                <p:cNvSpPr/>
                <p:nvPr/>
              </p:nvSpPr>
              <p:spPr>
                <a:xfrm>
                  <a:off x="1397760" y="2088461"/>
                  <a:ext cx="441595" cy="252000"/>
                </a:xfrm>
                <a:prstGeom prst="ellipse">
                  <a:avLst/>
                </a:prstGeom>
                <a:solidFill>
                  <a:srgbClr val="F6877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400" dirty="0">
                    <a:solidFill>
                      <a:schemeClr val="bg1"/>
                    </a:solidFill>
                    <a:latin typeface="+mn-ea"/>
                  </a:endParaRPr>
                </a:p>
              </p:txBody>
            </p:sp>
            <p:sp>
              <p:nvSpPr>
                <p:cNvPr id="23" name="직사각형 22">
                  <a:extLst>
                    <a:ext uri="{FF2B5EF4-FFF2-40B4-BE49-F238E27FC236}">
                      <a16:creationId xmlns:a16="http://schemas.microsoft.com/office/drawing/2014/main" id="{0806817B-6D1F-3C41-07FD-558851046103}"/>
                    </a:ext>
                  </a:extLst>
                </p:cNvPr>
                <p:cNvSpPr/>
                <p:nvPr/>
              </p:nvSpPr>
              <p:spPr>
                <a:xfrm>
                  <a:off x="1912954" y="1966124"/>
                  <a:ext cx="3819856" cy="519966"/>
                </a:xfrm>
                <a:prstGeom prst="rect">
                  <a:avLst/>
                </a:prstGeom>
              </p:spPr>
              <p:txBody>
                <a:bodyPr wrap="none" anchor="ctr" anchorCtr="0">
                  <a:spAutoFit/>
                </a:bodyPr>
                <a:lstStyle/>
                <a:p>
                  <a:r>
                    <a:rPr lang="ko-KR" altLang="en-US" sz="3600" spc="-147" dirty="0">
                      <a:solidFill>
                        <a:schemeClr val="tx1">
                          <a:lumMod val="75000"/>
                          <a:lumOff val="25000"/>
                          <a:alpha val="99000"/>
                        </a:schemeClr>
                      </a:solidFill>
                      <a:latin typeface="+mn-ea"/>
                    </a:rPr>
                    <a:t>인공지능 생성 이미지로</a:t>
                  </a:r>
                  <a:endParaRPr lang="en-US" altLang="ko-KR" sz="3600" spc="-147" dirty="0">
                    <a:solidFill>
                      <a:schemeClr val="tx1">
                        <a:lumMod val="75000"/>
                        <a:lumOff val="25000"/>
                        <a:alpha val="99000"/>
                      </a:schemeClr>
                    </a:solidFill>
                    <a:latin typeface="+mn-ea"/>
                  </a:endParaRPr>
                </a:p>
                <a:p>
                  <a:r>
                    <a:rPr lang="ko-KR" altLang="en-US" sz="3600" spc="-147" dirty="0">
                      <a:solidFill>
                        <a:schemeClr val="tx1">
                          <a:lumMod val="75000"/>
                          <a:lumOff val="25000"/>
                          <a:alpha val="99000"/>
                        </a:schemeClr>
                      </a:solidFill>
                      <a:latin typeface="+mn-ea"/>
                    </a:rPr>
                    <a:t>공간 디자인 계획 점검하기</a:t>
                  </a:r>
                </a:p>
              </p:txBody>
            </p:sp>
          </p:grpSp>
          <p:grpSp>
            <p:nvGrpSpPr>
              <p:cNvPr id="19" name="그룹 18">
                <a:extLst>
                  <a:ext uri="{FF2B5EF4-FFF2-40B4-BE49-F238E27FC236}">
                    <a16:creationId xmlns:a16="http://schemas.microsoft.com/office/drawing/2014/main" id="{EE75AE16-AC29-88D8-5B7B-65CD11EE131D}"/>
                  </a:ext>
                </a:extLst>
              </p:cNvPr>
              <p:cNvGrpSpPr/>
              <p:nvPr/>
            </p:nvGrpSpPr>
            <p:grpSpPr>
              <a:xfrm>
                <a:off x="3017925" y="2167371"/>
                <a:ext cx="3596063" cy="439968"/>
                <a:chOff x="1397760" y="2592211"/>
                <a:chExt cx="4249961" cy="519968"/>
              </a:xfrm>
            </p:grpSpPr>
            <p:sp>
              <p:nvSpPr>
                <p:cNvPr id="20" name="타원 19">
                  <a:extLst>
                    <a:ext uri="{FF2B5EF4-FFF2-40B4-BE49-F238E27FC236}">
                      <a16:creationId xmlns:a16="http://schemas.microsoft.com/office/drawing/2014/main" id="{CC173486-7A0A-688E-4F7F-0698B885C4FA}"/>
                    </a:ext>
                  </a:extLst>
                </p:cNvPr>
                <p:cNvSpPr/>
                <p:nvPr/>
              </p:nvSpPr>
              <p:spPr>
                <a:xfrm>
                  <a:off x="1397760" y="2714548"/>
                  <a:ext cx="441594" cy="252000"/>
                </a:xfrm>
                <a:prstGeom prst="ellipse">
                  <a:avLst/>
                </a:prstGeom>
                <a:solidFill>
                  <a:srgbClr val="F6877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400" dirty="0">
                    <a:solidFill>
                      <a:schemeClr val="bg1"/>
                    </a:solidFill>
                    <a:latin typeface="+mn-ea"/>
                  </a:endParaRPr>
                </a:p>
              </p:txBody>
            </p:sp>
            <p:sp>
              <p:nvSpPr>
                <p:cNvPr id="21" name="직사각형 20">
                  <a:extLst>
                    <a:ext uri="{FF2B5EF4-FFF2-40B4-BE49-F238E27FC236}">
                      <a16:creationId xmlns:a16="http://schemas.microsoft.com/office/drawing/2014/main" id="{5F7DEA80-1474-B732-79D3-43BAC6A8A996}"/>
                    </a:ext>
                  </a:extLst>
                </p:cNvPr>
                <p:cNvSpPr/>
                <p:nvPr/>
              </p:nvSpPr>
              <p:spPr>
                <a:xfrm>
                  <a:off x="1912953" y="2592211"/>
                  <a:ext cx="3734768" cy="519968"/>
                </a:xfrm>
                <a:prstGeom prst="rect">
                  <a:avLst/>
                </a:prstGeom>
              </p:spPr>
              <p:txBody>
                <a:bodyPr wrap="none" anchor="ctr" anchorCtr="0">
                  <a:spAutoFit/>
                </a:bodyPr>
                <a:lstStyle/>
                <a:p>
                  <a:r>
                    <a:rPr lang="ko-KR" altLang="en-US" sz="3600" spc="-147" dirty="0">
                      <a:solidFill>
                        <a:schemeClr val="tx1">
                          <a:lumMod val="75000"/>
                          <a:lumOff val="25000"/>
                          <a:alpha val="99000"/>
                        </a:schemeClr>
                      </a:solidFill>
                      <a:latin typeface="+mn-ea"/>
                    </a:rPr>
                    <a:t>친구의 피드백을 판단하여</a:t>
                  </a:r>
                  <a:endParaRPr lang="en-US" altLang="ko-KR" sz="3600" spc="-147" dirty="0">
                    <a:solidFill>
                      <a:schemeClr val="tx1">
                        <a:lumMod val="75000"/>
                        <a:lumOff val="25000"/>
                        <a:alpha val="99000"/>
                      </a:schemeClr>
                    </a:solidFill>
                    <a:latin typeface="+mn-ea"/>
                  </a:endParaRPr>
                </a:p>
                <a:p>
                  <a:r>
                    <a:rPr lang="ko-KR" altLang="en-US" sz="3600" spc="-147" dirty="0">
                      <a:solidFill>
                        <a:schemeClr val="tx1">
                          <a:lumMod val="75000"/>
                          <a:lumOff val="25000"/>
                          <a:alpha val="99000"/>
                        </a:schemeClr>
                      </a:solidFill>
                      <a:latin typeface="+mn-ea"/>
                    </a:rPr>
                    <a:t>제작 계획 완성하기</a:t>
                  </a:r>
                </a:p>
              </p:txBody>
            </p:sp>
          </p:grp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F391994-E033-1444-F8CA-A8C337539D9A}"/>
                </a:ext>
              </a:extLst>
            </p:cNvPr>
            <p:cNvSpPr txBox="1"/>
            <p:nvPr/>
          </p:nvSpPr>
          <p:spPr>
            <a:xfrm>
              <a:off x="3431858" y="2733883"/>
              <a:ext cx="35939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1</a:t>
              </a:r>
              <a:endParaRPr lang="ko-KR" altLang="en-US" sz="2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88AAC00-3A93-4F2F-5D3D-66538BCECAB6}"/>
                </a:ext>
              </a:extLst>
            </p:cNvPr>
            <p:cNvSpPr txBox="1"/>
            <p:nvPr/>
          </p:nvSpPr>
          <p:spPr>
            <a:xfrm>
              <a:off x="3431858" y="4072185"/>
              <a:ext cx="35939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2</a:t>
              </a:r>
              <a:endParaRPr lang="ko-KR" altLang="en-US" sz="2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680568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6</a:t>
            </a:r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tx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활동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Autofit/>
          </a:bodyPr>
          <a:lstStyle/>
          <a:p>
            <a:r>
              <a:rPr lang="en-US" altLang="ko-KR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[</a:t>
            </a:r>
            <a:r>
              <a:rPr lang="ko-KR" altLang="en-US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활동</a:t>
            </a:r>
            <a:r>
              <a:rPr lang="en-US" altLang="ko-KR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1] </a:t>
            </a:r>
            <a:r>
              <a:rPr lang="ko-KR" altLang="en-US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인공지능 생성 이미지로 공간 디자인 계획 점검하기</a:t>
            </a:r>
          </a:p>
        </p:txBody>
      </p:sp>
      <p:sp>
        <p:nvSpPr>
          <p:cNvPr id="7" name="Rounded Rectangle 98">
            <a:extLst>
              <a:ext uri="{FF2B5EF4-FFF2-40B4-BE49-F238E27FC236}">
                <a16:creationId xmlns:a16="http://schemas.microsoft.com/office/drawing/2014/main" id="{62D38A0D-E6A6-EE2F-2EA3-1A76CB45A9F7}"/>
              </a:ext>
            </a:extLst>
          </p:cNvPr>
          <p:cNvSpPr/>
          <p:nvPr/>
        </p:nvSpPr>
        <p:spPr>
          <a:xfrm>
            <a:off x="174171" y="2110794"/>
            <a:ext cx="11855737" cy="108525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FD9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dirty="0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7D5D5AEF-61E1-B817-43A1-4230D583FAD7}"/>
              </a:ext>
            </a:extLst>
          </p:cNvPr>
          <p:cNvGrpSpPr/>
          <p:nvPr/>
        </p:nvGrpSpPr>
        <p:grpSpPr>
          <a:xfrm>
            <a:off x="519759" y="1658671"/>
            <a:ext cx="9591184" cy="380132"/>
            <a:chOff x="882302" y="1474298"/>
            <a:chExt cx="7193402" cy="285099"/>
          </a:xfrm>
        </p:grpSpPr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DDFB4456-5DFE-A811-AADF-9C9D00E9D674}"/>
                </a:ext>
              </a:extLst>
            </p:cNvPr>
            <p:cNvGrpSpPr/>
            <p:nvPr/>
          </p:nvGrpSpPr>
          <p:grpSpPr>
            <a:xfrm>
              <a:off x="882302" y="1505481"/>
              <a:ext cx="602241" cy="253916"/>
              <a:chOff x="853871" y="1487438"/>
              <a:chExt cx="749672" cy="316075"/>
            </a:xfrm>
          </p:grpSpPr>
          <p:sp>
            <p:nvSpPr>
              <p:cNvPr id="19" name="모서리가 둥근 직사각형 41">
                <a:extLst>
                  <a:ext uri="{FF2B5EF4-FFF2-40B4-BE49-F238E27FC236}">
                    <a16:creationId xmlns:a16="http://schemas.microsoft.com/office/drawing/2014/main" id="{3897AB7B-77EE-1347-0970-428FE2EC8BD7}"/>
                  </a:ext>
                </a:extLst>
              </p:cNvPr>
              <p:cNvSpPr/>
              <p:nvPr/>
            </p:nvSpPr>
            <p:spPr>
              <a:xfrm>
                <a:off x="853871" y="1487438"/>
                <a:ext cx="749672" cy="289128"/>
              </a:xfrm>
              <a:prstGeom prst="roundRect">
                <a:avLst/>
              </a:prstGeom>
              <a:solidFill>
                <a:srgbClr val="FFD966"/>
              </a:solidFill>
              <a:ln w="12700">
                <a:solidFill>
                  <a:schemeClr val="tx1"/>
                </a:solidFill>
              </a:ln>
              <a:effectLst>
                <a:outerShdw dist="38100" dir="2700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67">
                  <a:latin typeface="+mj-ea"/>
                  <a:ea typeface="+mj-ea"/>
                </a:endParaRP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ABB07D5-671A-349F-3E33-43E4A43C640B}"/>
                  </a:ext>
                </a:extLst>
              </p:cNvPr>
              <p:cNvSpPr txBox="1"/>
              <p:nvPr/>
            </p:nvSpPr>
            <p:spPr>
              <a:xfrm>
                <a:off x="885500" y="1487438"/>
                <a:ext cx="718043" cy="3160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ko-KR" altLang="en-US" sz="1600" dirty="0">
                    <a:latin typeface="+mj-ea"/>
                    <a:ea typeface="+mj-ea"/>
                  </a:rPr>
                  <a:t>질문</a:t>
                </a:r>
                <a:r>
                  <a:rPr lang="en-US" altLang="ko-KR" sz="1600" dirty="0">
                    <a:latin typeface="+mj-ea"/>
                    <a:ea typeface="+mj-ea"/>
                  </a:rPr>
                  <a:t>1</a:t>
                </a:r>
                <a:endParaRPr lang="ko-KR" altLang="en-US" sz="1600" dirty="0">
                  <a:latin typeface="+mj-ea"/>
                  <a:ea typeface="+mj-ea"/>
                </a:endParaRPr>
              </a:p>
            </p:txBody>
          </p:sp>
        </p:grp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AA81ED1-26A0-BE04-123A-D90FBD087C5F}"/>
                </a:ext>
              </a:extLst>
            </p:cNvPr>
            <p:cNvSpPr txBox="1"/>
            <p:nvPr/>
          </p:nvSpPr>
          <p:spPr>
            <a:xfrm>
              <a:off x="1509951" y="1474298"/>
              <a:ext cx="6565753" cy="2847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인공지능이 생성한 이미지는 디자인 계획과 어떤 부분이 같고 어떤 부분이 달랐나요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?</a:t>
              </a:r>
              <a:endParaRPr lang="ko-KR" altLang="en-US" sz="1867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endParaRPr>
            </a:p>
          </p:txBody>
        </p:sp>
      </p:grpSp>
      <p:sp>
        <p:nvSpPr>
          <p:cNvPr id="21" name="Rounded Rectangle 98">
            <a:extLst>
              <a:ext uri="{FF2B5EF4-FFF2-40B4-BE49-F238E27FC236}">
                <a16:creationId xmlns:a16="http://schemas.microsoft.com/office/drawing/2014/main" id="{DC5A2BE3-8C64-3655-57DE-4E664FA0A329}"/>
              </a:ext>
            </a:extLst>
          </p:cNvPr>
          <p:cNvSpPr/>
          <p:nvPr/>
        </p:nvSpPr>
        <p:spPr>
          <a:xfrm>
            <a:off x="174172" y="3733226"/>
            <a:ext cx="11855737" cy="108525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FD9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dirty="0"/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1426E7F4-B5F6-435E-DE0F-23D57205E2D6}"/>
              </a:ext>
            </a:extLst>
          </p:cNvPr>
          <p:cNvGrpSpPr/>
          <p:nvPr/>
        </p:nvGrpSpPr>
        <p:grpSpPr>
          <a:xfrm>
            <a:off x="519760" y="3281103"/>
            <a:ext cx="9890946" cy="380132"/>
            <a:chOff x="882302" y="1474298"/>
            <a:chExt cx="7418224" cy="285099"/>
          </a:xfrm>
        </p:grpSpPr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FB4B6A7F-280D-1EDB-82B3-6D57E53A1EAC}"/>
                </a:ext>
              </a:extLst>
            </p:cNvPr>
            <p:cNvGrpSpPr/>
            <p:nvPr/>
          </p:nvGrpSpPr>
          <p:grpSpPr>
            <a:xfrm>
              <a:off x="882302" y="1505481"/>
              <a:ext cx="602241" cy="253916"/>
              <a:chOff x="853871" y="1487438"/>
              <a:chExt cx="749672" cy="316075"/>
            </a:xfrm>
          </p:grpSpPr>
          <p:sp>
            <p:nvSpPr>
              <p:cNvPr id="25" name="모서리가 둥근 직사각형 41">
                <a:extLst>
                  <a:ext uri="{FF2B5EF4-FFF2-40B4-BE49-F238E27FC236}">
                    <a16:creationId xmlns:a16="http://schemas.microsoft.com/office/drawing/2014/main" id="{943E66A7-4389-E904-F02A-020EEE679EA9}"/>
                  </a:ext>
                </a:extLst>
              </p:cNvPr>
              <p:cNvSpPr/>
              <p:nvPr/>
            </p:nvSpPr>
            <p:spPr>
              <a:xfrm>
                <a:off x="853871" y="1487438"/>
                <a:ext cx="749672" cy="289128"/>
              </a:xfrm>
              <a:prstGeom prst="roundRect">
                <a:avLst/>
              </a:prstGeom>
              <a:solidFill>
                <a:srgbClr val="FFD966"/>
              </a:solidFill>
              <a:ln w="12700">
                <a:solidFill>
                  <a:schemeClr val="tx1"/>
                </a:solidFill>
              </a:ln>
              <a:effectLst>
                <a:outerShdw dist="38100" dir="2700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67">
                  <a:latin typeface="+mj-ea"/>
                  <a:ea typeface="+mj-ea"/>
                </a:endParaRP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1377A0F-B1EF-F362-2A9F-E1E4FF40DEBB}"/>
                  </a:ext>
                </a:extLst>
              </p:cNvPr>
              <p:cNvSpPr txBox="1"/>
              <p:nvPr/>
            </p:nvSpPr>
            <p:spPr>
              <a:xfrm>
                <a:off x="885499" y="1487438"/>
                <a:ext cx="718042" cy="3160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ko-KR" altLang="en-US" sz="1600" dirty="0">
                    <a:latin typeface="+mj-ea"/>
                    <a:ea typeface="+mj-ea"/>
                  </a:rPr>
                  <a:t>질문</a:t>
                </a:r>
                <a:r>
                  <a:rPr lang="en-US" altLang="ko-KR" sz="1600" dirty="0">
                    <a:latin typeface="+mj-ea"/>
                    <a:ea typeface="+mj-ea"/>
                  </a:rPr>
                  <a:t>2</a:t>
                </a:r>
                <a:endParaRPr lang="ko-KR" altLang="en-US" sz="1600" dirty="0">
                  <a:latin typeface="+mj-ea"/>
                  <a:ea typeface="+mj-ea"/>
                </a:endParaRPr>
              </a:p>
            </p:txBody>
          </p:sp>
        </p:grp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310CEF6-4069-1AD0-B2EF-DEBCD2D600E6}"/>
                </a:ext>
              </a:extLst>
            </p:cNvPr>
            <p:cNvSpPr txBox="1"/>
            <p:nvPr/>
          </p:nvSpPr>
          <p:spPr>
            <a:xfrm>
              <a:off x="1509951" y="1474298"/>
              <a:ext cx="6790575" cy="2847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인공지능이 생성한 이미지가 실제 공간의 크기나 위치와 맞지 않는 부분은 무엇인가요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?</a:t>
              </a:r>
              <a:endParaRPr lang="ko-KR" altLang="en-US" sz="1867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endParaRPr>
            </a:p>
          </p:txBody>
        </p:sp>
      </p:grpSp>
      <p:sp>
        <p:nvSpPr>
          <p:cNvPr id="32" name="Rounded Rectangle 98">
            <a:extLst>
              <a:ext uri="{FF2B5EF4-FFF2-40B4-BE49-F238E27FC236}">
                <a16:creationId xmlns:a16="http://schemas.microsoft.com/office/drawing/2014/main" id="{83CCC39E-77E7-FA1A-392A-8FF3B33945CF}"/>
              </a:ext>
            </a:extLst>
          </p:cNvPr>
          <p:cNvSpPr/>
          <p:nvPr/>
        </p:nvSpPr>
        <p:spPr>
          <a:xfrm>
            <a:off x="174172" y="5332170"/>
            <a:ext cx="11855737" cy="108525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FD9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dirty="0"/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42C50642-E74A-3E1D-5D79-994E555B4F13}"/>
              </a:ext>
            </a:extLst>
          </p:cNvPr>
          <p:cNvGrpSpPr/>
          <p:nvPr/>
        </p:nvGrpSpPr>
        <p:grpSpPr>
          <a:xfrm>
            <a:off x="519760" y="4880047"/>
            <a:ext cx="9062193" cy="380132"/>
            <a:chOff x="882302" y="1474298"/>
            <a:chExt cx="6796659" cy="285099"/>
          </a:xfrm>
        </p:grpSpPr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id="{138EC3D0-D025-D017-ED5E-D584D881B09A}"/>
                </a:ext>
              </a:extLst>
            </p:cNvPr>
            <p:cNvGrpSpPr/>
            <p:nvPr/>
          </p:nvGrpSpPr>
          <p:grpSpPr>
            <a:xfrm>
              <a:off x="882302" y="1505481"/>
              <a:ext cx="602241" cy="253916"/>
              <a:chOff x="853871" y="1487438"/>
              <a:chExt cx="749672" cy="316075"/>
            </a:xfrm>
          </p:grpSpPr>
          <p:sp>
            <p:nvSpPr>
              <p:cNvPr id="36" name="모서리가 둥근 직사각형 41">
                <a:extLst>
                  <a:ext uri="{FF2B5EF4-FFF2-40B4-BE49-F238E27FC236}">
                    <a16:creationId xmlns:a16="http://schemas.microsoft.com/office/drawing/2014/main" id="{E95EAC7B-D207-704C-C65F-4CF34D98F5EF}"/>
                  </a:ext>
                </a:extLst>
              </p:cNvPr>
              <p:cNvSpPr/>
              <p:nvPr/>
            </p:nvSpPr>
            <p:spPr>
              <a:xfrm>
                <a:off x="853871" y="1487438"/>
                <a:ext cx="749672" cy="289128"/>
              </a:xfrm>
              <a:prstGeom prst="roundRect">
                <a:avLst/>
              </a:prstGeom>
              <a:solidFill>
                <a:srgbClr val="FFD966"/>
              </a:solidFill>
              <a:ln w="12700">
                <a:solidFill>
                  <a:schemeClr val="tx1"/>
                </a:solidFill>
              </a:ln>
              <a:effectLst>
                <a:outerShdw dist="38100" dir="2700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67">
                  <a:latin typeface="+mj-ea"/>
                  <a:ea typeface="+mj-ea"/>
                </a:endParaRP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0946473C-F08D-A2C7-9122-633A115C1F0C}"/>
                  </a:ext>
                </a:extLst>
              </p:cNvPr>
              <p:cNvSpPr txBox="1"/>
              <p:nvPr/>
            </p:nvSpPr>
            <p:spPr>
              <a:xfrm>
                <a:off x="885500" y="1487438"/>
                <a:ext cx="718041" cy="3160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ko-KR" altLang="en-US" sz="1600" dirty="0">
                    <a:latin typeface="+mj-ea"/>
                    <a:ea typeface="+mj-ea"/>
                  </a:rPr>
                  <a:t>질문</a:t>
                </a:r>
                <a:r>
                  <a:rPr lang="en-US" altLang="ko-KR" sz="1600" dirty="0">
                    <a:latin typeface="+mj-ea"/>
                    <a:ea typeface="+mj-ea"/>
                  </a:rPr>
                  <a:t>3</a:t>
                </a:r>
                <a:endParaRPr lang="ko-KR" altLang="en-US" sz="1600" dirty="0">
                  <a:latin typeface="+mj-ea"/>
                  <a:ea typeface="+mj-ea"/>
                </a:endParaRPr>
              </a:p>
            </p:txBody>
          </p:sp>
        </p:grp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8840E044-AA8B-5B9A-8791-3EF306D7051F}"/>
                </a:ext>
              </a:extLst>
            </p:cNvPr>
            <p:cNvSpPr txBox="1"/>
            <p:nvPr/>
          </p:nvSpPr>
          <p:spPr>
            <a:xfrm>
              <a:off x="1509951" y="1474298"/>
              <a:ext cx="6169010" cy="2847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인공지능이 생성한 이미지를 디자인 계획에 참고하면 좋은 부분은 무엇인가요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?</a:t>
              </a:r>
              <a:endParaRPr lang="ko-KR" altLang="en-US" sz="1867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1C237967-FCED-71C4-4C4B-3957D64529FA}"/>
              </a:ext>
            </a:extLst>
          </p:cNvPr>
          <p:cNvGrpSpPr/>
          <p:nvPr/>
        </p:nvGrpSpPr>
        <p:grpSpPr>
          <a:xfrm>
            <a:off x="519760" y="1301339"/>
            <a:ext cx="7771440" cy="379656"/>
            <a:chOff x="882303" y="1491687"/>
            <a:chExt cx="5828591" cy="284742"/>
          </a:xfrm>
        </p:grpSpPr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A51D0B38-CE65-37A0-6CF3-FBC6B4EDEB55}"/>
                </a:ext>
              </a:extLst>
            </p:cNvPr>
            <p:cNvGrpSpPr/>
            <p:nvPr/>
          </p:nvGrpSpPr>
          <p:grpSpPr>
            <a:xfrm>
              <a:off x="882303" y="1505480"/>
              <a:ext cx="232268" cy="255989"/>
              <a:chOff x="853872" y="1487438"/>
              <a:chExt cx="289128" cy="318656"/>
            </a:xfrm>
          </p:grpSpPr>
          <p:sp>
            <p:nvSpPr>
              <p:cNvPr id="46" name="모서리가 둥근 직사각형 41">
                <a:extLst>
                  <a:ext uri="{FF2B5EF4-FFF2-40B4-BE49-F238E27FC236}">
                    <a16:creationId xmlns:a16="http://schemas.microsoft.com/office/drawing/2014/main" id="{7601A22E-6043-B5E9-F420-513DC5686366}"/>
                  </a:ext>
                </a:extLst>
              </p:cNvPr>
              <p:cNvSpPr/>
              <p:nvPr/>
            </p:nvSpPr>
            <p:spPr>
              <a:xfrm>
                <a:off x="853872" y="1487438"/>
                <a:ext cx="289128" cy="289128"/>
              </a:xfrm>
              <a:prstGeom prst="roundRect">
                <a:avLst/>
              </a:prstGeom>
              <a:solidFill>
                <a:srgbClr val="FFD966"/>
              </a:solidFill>
              <a:ln w="12700">
                <a:solidFill>
                  <a:schemeClr val="tx1"/>
                </a:solidFill>
              </a:ln>
              <a:effectLst>
                <a:outerShdw dist="38100" dir="2700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67">
                  <a:latin typeface="+mj-ea"/>
                  <a:ea typeface="+mj-ea"/>
                </a:endParaRP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5D08A8A4-1970-D2BB-759C-BC22ACF21903}"/>
                  </a:ext>
                </a:extLst>
              </p:cNvPr>
              <p:cNvSpPr txBox="1"/>
              <p:nvPr/>
            </p:nvSpPr>
            <p:spPr>
              <a:xfrm>
                <a:off x="853872" y="1490019"/>
                <a:ext cx="289128" cy="3160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ko-KR" sz="1600" dirty="0">
                    <a:latin typeface="+mj-ea"/>
                    <a:ea typeface="+mj-ea"/>
                  </a:rPr>
                  <a:t>1</a:t>
                </a:r>
                <a:endParaRPr lang="ko-KR" altLang="en-US" sz="1600" dirty="0">
                  <a:latin typeface="+mj-ea"/>
                  <a:ea typeface="+mj-ea"/>
                </a:endParaRPr>
              </a:p>
            </p:txBody>
          </p:sp>
        </p:grp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EFB1EA19-0FBB-7E98-DB8B-E17B767248EA}"/>
                </a:ext>
              </a:extLst>
            </p:cNvPr>
            <p:cNvSpPr txBox="1"/>
            <p:nvPr/>
          </p:nvSpPr>
          <p:spPr>
            <a:xfrm>
              <a:off x="1139406" y="1491687"/>
              <a:ext cx="5571488" cy="2847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『</a:t>
              </a:r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실제 공간에서 우리의 계획은 어떤 모습일까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?』 </a:t>
              </a:r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영상을 시청해 봅시다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767301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3AA2E53E-E3F5-22EB-DD63-B5EDCC88B9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3430" y="1871734"/>
            <a:ext cx="5822399" cy="3553743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60936C43-CB97-D745-4500-28CD89E6C4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73" y="1867199"/>
            <a:ext cx="5895372" cy="3558278"/>
          </a:xfrm>
          <a:prstGeom prst="rect">
            <a:avLst/>
          </a:prstGeom>
        </p:spPr>
      </p:pic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7</a:t>
            </a:r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tx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활동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Autofit/>
          </a:bodyPr>
          <a:lstStyle/>
          <a:p>
            <a:r>
              <a:rPr lang="en-US" altLang="ko-KR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[</a:t>
            </a:r>
            <a:r>
              <a:rPr lang="ko-KR" altLang="en-US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활동</a:t>
            </a:r>
            <a:r>
              <a:rPr lang="en-US" altLang="ko-KR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1] </a:t>
            </a:r>
            <a:r>
              <a:rPr lang="ko-KR" altLang="en-US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인공지능 생성 이미지로 공간 디자인 계획 점검하기</a:t>
            </a: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1C237967-FCED-71C4-4C4B-3957D64529FA}"/>
              </a:ext>
            </a:extLst>
          </p:cNvPr>
          <p:cNvGrpSpPr/>
          <p:nvPr/>
        </p:nvGrpSpPr>
        <p:grpSpPr>
          <a:xfrm>
            <a:off x="519761" y="1301339"/>
            <a:ext cx="8797618" cy="379656"/>
            <a:chOff x="882303" y="1491687"/>
            <a:chExt cx="6598226" cy="284742"/>
          </a:xfrm>
        </p:grpSpPr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A51D0B38-CE65-37A0-6CF3-FBC6B4EDEB55}"/>
                </a:ext>
              </a:extLst>
            </p:cNvPr>
            <p:cNvGrpSpPr/>
            <p:nvPr/>
          </p:nvGrpSpPr>
          <p:grpSpPr>
            <a:xfrm>
              <a:off x="882303" y="1505480"/>
              <a:ext cx="232268" cy="255989"/>
              <a:chOff x="853872" y="1487438"/>
              <a:chExt cx="289128" cy="318656"/>
            </a:xfrm>
          </p:grpSpPr>
          <p:sp>
            <p:nvSpPr>
              <p:cNvPr id="46" name="모서리가 둥근 직사각형 41">
                <a:extLst>
                  <a:ext uri="{FF2B5EF4-FFF2-40B4-BE49-F238E27FC236}">
                    <a16:creationId xmlns:a16="http://schemas.microsoft.com/office/drawing/2014/main" id="{7601A22E-6043-B5E9-F420-513DC5686366}"/>
                  </a:ext>
                </a:extLst>
              </p:cNvPr>
              <p:cNvSpPr/>
              <p:nvPr/>
            </p:nvSpPr>
            <p:spPr>
              <a:xfrm>
                <a:off x="853872" y="1487438"/>
                <a:ext cx="289128" cy="289128"/>
              </a:xfrm>
              <a:prstGeom prst="roundRect">
                <a:avLst/>
              </a:prstGeom>
              <a:solidFill>
                <a:srgbClr val="FFD966"/>
              </a:solidFill>
              <a:ln w="12700">
                <a:solidFill>
                  <a:schemeClr val="tx1"/>
                </a:solidFill>
              </a:ln>
              <a:effectLst>
                <a:outerShdw dist="38100" dir="2700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67">
                  <a:latin typeface="+mj-ea"/>
                  <a:ea typeface="+mj-ea"/>
                </a:endParaRP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5D08A8A4-1970-D2BB-759C-BC22ACF21903}"/>
                  </a:ext>
                </a:extLst>
              </p:cNvPr>
              <p:cNvSpPr txBox="1"/>
              <p:nvPr/>
            </p:nvSpPr>
            <p:spPr>
              <a:xfrm>
                <a:off x="853872" y="1490019"/>
                <a:ext cx="289128" cy="3160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ko-KR" sz="1600" dirty="0">
                    <a:latin typeface="+mj-ea"/>
                    <a:ea typeface="+mj-ea"/>
                  </a:rPr>
                  <a:t>2</a:t>
                </a:r>
                <a:endParaRPr lang="ko-KR" altLang="en-US" sz="1600" dirty="0">
                  <a:latin typeface="+mj-ea"/>
                  <a:ea typeface="+mj-ea"/>
                </a:endParaRPr>
              </a:p>
            </p:txBody>
          </p:sp>
        </p:grp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EFB1EA19-0FBB-7E98-DB8B-E17B767248EA}"/>
                </a:ext>
              </a:extLst>
            </p:cNvPr>
            <p:cNvSpPr txBox="1"/>
            <p:nvPr/>
          </p:nvSpPr>
          <p:spPr>
            <a:xfrm>
              <a:off x="1139406" y="1491687"/>
              <a:ext cx="6341123" cy="2847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디자인 계획서를 바탕으로 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Canva</a:t>
              </a:r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를 활용하여 인공지능 이미지를 생성해봅시다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.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A6B9979C-E4FF-620C-B08C-BB643A7DE75F}"/>
              </a:ext>
            </a:extLst>
          </p:cNvPr>
          <p:cNvSpPr txBox="1"/>
          <p:nvPr/>
        </p:nvSpPr>
        <p:spPr>
          <a:xfrm>
            <a:off x="93875" y="5524478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먼저</a:t>
            </a:r>
            <a:r>
              <a:rPr lang="en-US" altLang="ko-KR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스마트기기에서 </a:t>
            </a:r>
            <a:r>
              <a:rPr lang="en-US" altLang="ko-KR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Canva </a:t>
            </a:r>
            <a:r>
              <a:rPr lang="ko-KR" altLang="en-US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앱에 접속해요</a:t>
            </a:r>
            <a:r>
              <a:rPr lang="en-US" altLang="ko-KR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.</a:t>
            </a:r>
          </a:p>
          <a:p>
            <a:pPr algn="ctr"/>
            <a:r>
              <a:rPr lang="en-US" altLang="ko-KR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(</a:t>
            </a:r>
            <a:r>
              <a:rPr lang="ko-KR" altLang="en-US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컴퓨터를 사용하는 경우</a:t>
            </a:r>
            <a:r>
              <a:rPr lang="en-US" altLang="ko-KR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, Canva </a:t>
            </a:r>
            <a:r>
              <a:rPr lang="ko-KR" altLang="en-US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웹사이트에 접속합니다</a:t>
            </a:r>
            <a:r>
              <a:rPr lang="en-US" altLang="ko-KR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)</a:t>
            </a:r>
          </a:p>
          <a:p>
            <a:pPr algn="ctr"/>
            <a:r>
              <a:rPr lang="ko-KR" altLang="en-US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다음으로 프레젠테이션을 선택합니다</a:t>
            </a:r>
            <a:r>
              <a:rPr lang="en-US" altLang="ko-KR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9BC1093-CA73-9806-08E3-13D196831A6D}"/>
              </a:ext>
            </a:extLst>
          </p:cNvPr>
          <p:cNvSpPr txBox="1"/>
          <p:nvPr/>
        </p:nvSpPr>
        <p:spPr>
          <a:xfrm>
            <a:off x="6096000" y="5521077"/>
            <a:ext cx="58491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새 프레젠테이션이 만들어지면</a:t>
            </a:r>
            <a:endParaRPr lang="en-US" altLang="ko-KR" dirty="0">
              <a:solidFill>
                <a:schemeClr val="tx1">
                  <a:alpha val="99000"/>
                </a:schemeClr>
              </a:solidFill>
              <a:latin typeface="+mj-ea"/>
              <a:ea typeface="+mj-ea"/>
            </a:endParaRPr>
          </a:p>
          <a:p>
            <a:pPr algn="ctr"/>
            <a:r>
              <a:rPr lang="ko-KR" altLang="en-US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왼쪽 메뉴에서 </a:t>
            </a:r>
            <a:r>
              <a:rPr lang="en-US" altLang="ko-KR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‘</a:t>
            </a:r>
            <a:r>
              <a:rPr lang="ko-KR" altLang="en-US" dirty="0">
                <a:solidFill>
                  <a:srgbClr val="DD6B63">
                    <a:alpha val="99000"/>
                  </a:srgbClr>
                </a:solidFill>
                <a:latin typeface="+mj-ea"/>
                <a:ea typeface="+mj-ea"/>
              </a:rPr>
              <a:t>앱</a:t>
            </a:r>
            <a:r>
              <a:rPr lang="en-US" altLang="ko-KR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’</a:t>
            </a:r>
            <a:r>
              <a:rPr lang="ko-KR" altLang="en-US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을</a:t>
            </a:r>
            <a:r>
              <a:rPr lang="en-US" altLang="ko-KR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 </a:t>
            </a:r>
            <a:r>
              <a:rPr lang="ko-KR" altLang="en-US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선택합니다</a:t>
            </a:r>
            <a:r>
              <a:rPr lang="en-US" altLang="ko-KR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.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BF82BDF-564A-FB55-6BF8-A4DFE3A9B65E}"/>
              </a:ext>
            </a:extLst>
          </p:cNvPr>
          <p:cNvSpPr/>
          <p:nvPr/>
        </p:nvSpPr>
        <p:spPr>
          <a:xfrm>
            <a:off x="3782228" y="3173010"/>
            <a:ext cx="397886" cy="44104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0725FDD4-78A0-20B5-500D-F35EB6E22A31}"/>
              </a:ext>
            </a:extLst>
          </p:cNvPr>
          <p:cNvSpPr/>
          <p:nvPr/>
        </p:nvSpPr>
        <p:spPr>
          <a:xfrm>
            <a:off x="6103430" y="4657344"/>
            <a:ext cx="325945" cy="40043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61816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그림 25">
            <a:extLst>
              <a:ext uri="{FF2B5EF4-FFF2-40B4-BE49-F238E27FC236}">
                <a16:creationId xmlns:a16="http://schemas.microsoft.com/office/drawing/2014/main" id="{F068408A-0620-078B-4FD4-BC14203409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867199"/>
            <a:ext cx="5840082" cy="3558278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4E6DFDF1-1BDE-E506-2FD6-D9DE48CAD4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74" y="1875342"/>
            <a:ext cx="5880429" cy="3597562"/>
          </a:xfrm>
          <a:prstGeom prst="rect">
            <a:avLst/>
          </a:prstGeom>
        </p:spPr>
      </p:pic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8</a:t>
            </a:r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tx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활동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Autofit/>
          </a:bodyPr>
          <a:lstStyle/>
          <a:p>
            <a:r>
              <a:rPr lang="en-US" altLang="ko-KR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[</a:t>
            </a:r>
            <a:r>
              <a:rPr lang="ko-KR" altLang="en-US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활동</a:t>
            </a:r>
            <a:r>
              <a:rPr lang="en-US" altLang="ko-KR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1] </a:t>
            </a:r>
            <a:r>
              <a:rPr lang="ko-KR" altLang="en-US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인공지능 생성 이미지로 공간 디자인 계획 점검하기</a:t>
            </a: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1C237967-FCED-71C4-4C4B-3957D64529FA}"/>
              </a:ext>
            </a:extLst>
          </p:cNvPr>
          <p:cNvGrpSpPr/>
          <p:nvPr/>
        </p:nvGrpSpPr>
        <p:grpSpPr>
          <a:xfrm>
            <a:off x="519761" y="1301339"/>
            <a:ext cx="8797618" cy="379656"/>
            <a:chOff x="882303" y="1491687"/>
            <a:chExt cx="6598226" cy="284742"/>
          </a:xfrm>
        </p:grpSpPr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A51D0B38-CE65-37A0-6CF3-FBC6B4EDEB55}"/>
                </a:ext>
              </a:extLst>
            </p:cNvPr>
            <p:cNvGrpSpPr/>
            <p:nvPr/>
          </p:nvGrpSpPr>
          <p:grpSpPr>
            <a:xfrm>
              <a:off x="882303" y="1505480"/>
              <a:ext cx="232268" cy="255989"/>
              <a:chOff x="853872" y="1487438"/>
              <a:chExt cx="289128" cy="318656"/>
            </a:xfrm>
          </p:grpSpPr>
          <p:sp>
            <p:nvSpPr>
              <p:cNvPr id="46" name="모서리가 둥근 직사각형 41">
                <a:extLst>
                  <a:ext uri="{FF2B5EF4-FFF2-40B4-BE49-F238E27FC236}">
                    <a16:creationId xmlns:a16="http://schemas.microsoft.com/office/drawing/2014/main" id="{7601A22E-6043-B5E9-F420-513DC5686366}"/>
                  </a:ext>
                </a:extLst>
              </p:cNvPr>
              <p:cNvSpPr/>
              <p:nvPr/>
            </p:nvSpPr>
            <p:spPr>
              <a:xfrm>
                <a:off x="853872" y="1487438"/>
                <a:ext cx="289128" cy="289128"/>
              </a:xfrm>
              <a:prstGeom prst="roundRect">
                <a:avLst/>
              </a:prstGeom>
              <a:solidFill>
                <a:srgbClr val="FFD966"/>
              </a:solidFill>
              <a:ln w="12700">
                <a:solidFill>
                  <a:schemeClr val="tx1"/>
                </a:solidFill>
              </a:ln>
              <a:effectLst>
                <a:outerShdw dist="38100" dir="2700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67">
                  <a:latin typeface="+mj-ea"/>
                  <a:ea typeface="+mj-ea"/>
                </a:endParaRP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5D08A8A4-1970-D2BB-759C-BC22ACF21903}"/>
                  </a:ext>
                </a:extLst>
              </p:cNvPr>
              <p:cNvSpPr txBox="1"/>
              <p:nvPr/>
            </p:nvSpPr>
            <p:spPr>
              <a:xfrm>
                <a:off x="853872" y="1490019"/>
                <a:ext cx="289128" cy="3160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ko-KR" sz="1600" dirty="0">
                    <a:latin typeface="+mj-ea"/>
                    <a:ea typeface="+mj-ea"/>
                  </a:rPr>
                  <a:t>3</a:t>
                </a:r>
                <a:endParaRPr lang="ko-KR" altLang="en-US" sz="1600" dirty="0">
                  <a:latin typeface="+mj-ea"/>
                  <a:ea typeface="+mj-ea"/>
                </a:endParaRPr>
              </a:p>
            </p:txBody>
          </p:sp>
        </p:grp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EFB1EA19-0FBB-7E98-DB8B-E17B767248EA}"/>
                </a:ext>
              </a:extLst>
            </p:cNvPr>
            <p:cNvSpPr txBox="1"/>
            <p:nvPr/>
          </p:nvSpPr>
          <p:spPr>
            <a:xfrm>
              <a:off x="1139406" y="1491687"/>
              <a:ext cx="6341123" cy="2847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디자인 계획서를 바탕으로 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Canva</a:t>
              </a:r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를 활용하여 인공지능 이미지를 생성해봅시다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.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A6B9979C-E4FF-620C-B08C-BB643A7DE75F}"/>
              </a:ext>
            </a:extLst>
          </p:cNvPr>
          <p:cNvSpPr txBox="1"/>
          <p:nvPr/>
        </p:nvSpPr>
        <p:spPr>
          <a:xfrm>
            <a:off x="93875" y="552447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검색창에 </a:t>
            </a:r>
            <a:r>
              <a:rPr lang="en-US" altLang="ko-KR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Magic Media</a:t>
            </a:r>
            <a:r>
              <a:rPr lang="ko-KR" altLang="en-US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를 검색한 뒤</a:t>
            </a:r>
            <a:endParaRPr lang="en-US" altLang="ko-KR" dirty="0">
              <a:solidFill>
                <a:schemeClr val="tx1">
                  <a:alpha val="99000"/>
                </a:schemeClr>
              </a:solidFill>
              <a:latin typeface="+mj-ea"/>
              <a:ea typeface="+mj-ea"/>
            </a:endParaRPr>
          </a:p>
          <a:p>
            <a:pPr algn="ctr"/>
            <a:r>
              <a:rPr lang="en-US" altLang="ko-KR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Magic Media </a:t>
            </a:r>
            <a:r>
              <a:rPr lang="ko-KR" altLang="en-US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항목을 선택해요</a:t>
            </a:r>
            <a:r>
              <a:rPr lang="en-US" altLang="ko-KR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.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9BC1093-CA73-9806-08E3-13D196831A6D}"/>
              </a:ext>
            </a:extLst>
          </p:cNvPr>
          <p:cNvSpPr txBox="1"/>
          <p:nvPr/>
        </p:nvSpPr>
        <p:spPr>
          <a:xfrm>
            <a:off x="6096000" y="5521077"/>
            <a:ext cx="584916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명령어</a:t>
            </a:r>
            <a:r>
              <a:rPr lang="en-US" altLang="ko-KR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(</a:t>
            </a:r>
            <a:r>
              <a:rPr lang="ko-KR" altLang="en-US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프롬프트</a:t>
            </a:r>
            <a:r>
              <a:rPr lang="en-US" altLang="ko-KR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) </a:t>
            </a:r>
            <a:r>
              <a:rPr lang="ko-KR" altLang="en-US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입력창에 디자인 형태를</a:t>
            </a:r>
            <a:endParaRPr lang="en-US" altLang="ko-KR" dirty="0">
              <a:solidFill>
                <a:schemeClr val="tx1">
                  <a:alpha val="99000"/>
                </a:schemeClr>
              </a:solidFill>
              <a:latin typeface="+mj-ea"/>
              <a:ea typeface="+mj-ea"/>
            </a:endParaRPr>
          </a:p>
          <a:p>
            <a:pPr algn="ctr"/>
            <a:r>
              <a:rPr lang="ko-KR" altLang="en-US" dirty="0">
                <a:solidFill>
                  <a:srgbClr val="DD6961">
                    <a:alpha val="99000"/>
                  </a:srgbClr>
                </a:solidFill>
                <a:latin typeface="+mj-ea"/>
                <a:ea typeface="+mj-ea"/>
              </a:rPr>
              <a:t>자세히 입력하고</a:t>
            </a:r>
            <a:r>
              <a:rPr lang="en-US" altLang="ko-KR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 </a:t>
            </a:r>
            <a:r>
              <a:rPr lang="ko-KR" altLang="en-US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사이즈는 </a:t>
            </a:r>
            <a:r>
              <a:rPr lang="en-US" altLang="ko-KR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‘</a:t>
            </a:r>
            <a:r>
              <a:rPr lang="ko-KR" altLang="en-US" dirty="0">
                <a:solidFill>
                  <a:srgbClr val="DD6961">
                    <a:alpha val="99000"/>
                  </a:srgbClr>
                </a:solidFill>
                <a:latin typeface="+mj-ea"/>
                <a:ea typeface="+mj-ea"/>
              </a:rPr>
              <a:t>가로형</a:t>
            </a:r>
            <a:r>
              <a:rPr lang="en-US" altLang="ko-KR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’</a:t>
            </a:r>
            <a:r>
              <a:rPr lang="ko-KR" altLang="en-US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으로 선택한 뒤</a:t>
            </a:r>
            <a:endParaRPr lang="en-US" altLang="ko-KR" dirty="0">
              <a:solidFill>
                <a:schemeClr val="tx1">
                  <a:alpha val="99000"/>
                </a:schemeClr>
              </a:solidFill>
              <a:latin typeface="+mj-ea"/>
              <a:ea typeface="+mj-ea"/>
            </a:endParaRPr>
          </a:p>
          <a:p>
            <a:pPr algn="ctr"/>
            <a:r>
              <a:rPr lang="en-US" altLang="ko-KR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‘</a:t>
            </a:r>
            <a:r>
              <a:rPr lang="ko-KR" altLang="en-US" dirty="0">
                <a:solidFill>
                  <a:srgbClr val="DD6B63"/>
                </a:solidFill>
                <a:latin typeface="+mj-ea"/>
                <a:ea typeface="+mj-ea"/>
              </a:rPr>
              <a:t>이미지 생성</a:t>
            </a:r>
            <a:r>
              <a:rPr lang="en-US" altLang="ko-KR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’</a:t>
            </a:r>
            <a:r>
              <a:rPr lang="ko-KR" altLang="en-US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을 선택해요</a:t>
            </a:r>
            <a:r>
              <a:rPr lang="en-US" altLang="ko-KR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.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BF82BDF-564A-FB55-6BF8-A4DFE3A9B65E}"/>
              </a:ext>
            </a:extLst>
          </p:cNvPr>
          <p:cNvSpPr/>
          <p:nvPr/>
        </p:nvSpPr>
        <p:spPr>
          <a:xfrm>
            <a:off x="519761" y="2154105"/>
            <a:ext cx="1422250" cy="28853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CCDA680-13C4-F832-3A38-217AEE93ABBD}"/>
              </a:ext>
            </a:extLst>
          </p:cNvPr>
          <p:cNvSpPr/>
          <p:nvPr/>
        </p:nvSpPr>
        <p:spPr>
          <a:xfrm>
            <a:off x="6456795" y="2602583"/>
            <a:ext cx="1502839" cy="82641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97B656A7-9BD6-C90D-2A80-F1ABE1CF7FC3}"/>
              </a:ext>
            </a:extLst>
          </p:cNvPr>
          <p:cNvSpPr/>
          <p:nvPr/>
        </p:nvSpPr>
        <p:spPr>
          <a:xfrm>
            <a:off x="428320" y="2502800"/>
            <a:ext cx="383713" cy="53649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0725FDD4-78A0-20B5-500D-F35EB6E22A31}"/>
              </a:ext>
            </a:extLst>
          </p:cNvPr>
          <p:cNvSpPr/>
          <p:nvPr/>
        </p:nvSpPr>
        <p:spPr>
          <a:xfrm>
            <a:off x="6940122" y="3509558"/>
            <a:ext cx="566668" cy="20029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48978F60-039B-55D3-D6FD-5B2DDC9906DD}"/>
              </a:ext>
            </a:extLst>
          </p:cNvPr>
          <p:cNvSpPr/>
          <p:nvPr/>
        </p:nvSpPr>
        <p:spPr>
          <a:xfrm>
            <a:off x="6456795" y="4898575"/>
            <a:ext cx="1502838" cy="29008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EA4050F8-83EA-4AC5-7163-209D02E0098C}"/>
              </a:ext>
            </a:extLst>
          </p:cNvPr>
          <p:cNvCxnSpPr/>
          <p:nvPr/>
        </p:nvCxnSpPr>
        <p:spPr>
          <a:xfrm flipV="1">
            <a:off x="7959633" y="2342606"/>
            <a:ext cx="557350" cy="259977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4E8176A7-13A1-1AC3-0537-C1BD2F7D95DD}"/>
              </a:ext>
            </a:extLst>
          </p:cNvPr>
          <p:cNvCxnSpPr>
            <a:cxnSpLocks/>
          </p:cNvCxnSpPr>
          <p:nvPr/>
        </p:nvCxnSpPr>
        <p:spPr>
          <a:xfrm>
            <a:off x="7959634" y="3429000"/>
            <a:ext cx="557349" cy="60479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5AEE17AB-0FDC-5C1D-1AEE-83CABD06395A}"/>
              </a:ext>
            </a:extLst>
          </p:cNvPr>
          <p:cNvSpPr/>
          <p:nvPr/>
        </p:nvSpPr>
        <p:spPr>
          <a:xfrm>
            <a:off x="8513690" y="2354389"/>
            <a:ext cx="3249990" cy="167941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600" dirty="0">
                <a:solidFill>
                  <a:srgbClr val="DD6961">
                    <a:alpha val="99000"/>
                  </a:srgbClr>
                </a:solidFill>
                <a:latin typeface="+mj-ea"/>
                <a:ea typeface="+mj-ea"/>
              </a:rPr>
              <a:t>입력 예시</a:t>
            </a:r>
            <a:r>
              <a:rPr lang="en-US" altLang="ko-KR" sz="1600" dirty="0">
                <a:solidFill>
                  <a:srgbClr val="DD6961">
                    <a:alpha val="99000"/>
                  </a:srgbClr>
                </a:solidFill>
                <a:latin typeface="+mj-ea"/>
                <a:ea typeface="+mj-ea"/>
              </a:rPr>
              <a:t>)</a:t>
            </a:r>
          </a:p>
          <a:p>
            <a:r>
              <a:rPr lang="ko-KR" altLang="en-US" sz="16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초등학교 교실 창문에 붙인 검은색 도화지로 만든 테두리 선과 셀로판지로 꾸민 스테인드글라스 미술 작품 디자인</a:t>
            </a:r>
            <a:r>
              <a:rPr lang="en-US" altLang="ko-KR" sz="16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. </a:t>
            </a:r>
            <a:r>
              <a:rPr lang="ko-KR" altLang="en-US" sz="16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작은 크기와 단순한 원</a:t>
            </a:r>
            <a:r>
              <a:rPr lang="en-US" altLang="ko-KR" sz="16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sz="16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사각형</a:t>
            </a:r>
            <a:r>
              <a:rPr lang="en-US" altLang="ko-KR" sz="16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sz="16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하트</a:t>
            </a:r>
            <a:r>
              <a:rPr lang="en-US" altLang="ko-KR" sz="16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sz="16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꽃 모양</a:t>
            </a:r>
            <a:endParaRPr lang="en-US" altLang="ko-KR" sz="1600" dirty="0">
              <a:solidFill>
                <a:schemeClr val="tx1">
                  <a:alpha val="99000"/>
                </a:schemeClr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9515483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9</a:t>
            </a:r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tx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활동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Autofit/>
          </a:bodyPr>
          <a:lstStyle/>
          <a:p>
            <a:r>
              <a:rPr lang="en-US" altLang="ko-KR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[</a:t>
            </a:r>
            <a:r>
              <a:rPr lang="ko-KR" altLang="en-US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활동</a:t>
            </a:r>
            <a:r>
              <a:rPr lang="en-US" altLang="ko-KR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1] </a:t>
            </a:r>
            <a:r>
              <a:rPr lang="ko-KR" altLang="en-US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인공지능 생성 이미지로 공간 디자인 계획 점검하기</a:t>
            </a: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1C237967-FCED-71C4-4C4B-3957D64529FA}"/>
              </a:ext>
            </a:extLst>
          </p:cNvPr>
          <p:cNvGrpSpPr/>
          <p:nvPr/>
        </p:nvGrpSpPr>
        <p:grpSpPr>
          <a:xfrm>
            <a:off x="519761" y="1301339"/>
            <a:ext cx="8797618" cy="379656"/>
            <a:chOff x="882303" y="1491687"/>
            <a:chExt cx="6598226" cy="284742"/>
          </a:xfrm>
        </p:grpSpPr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A51D0B38-CE65-37A0-6CF3-FBC6B4EDEB55}"/>
                </a:ext>
              </a:extLst>
            </p:cNvPr>
            <p:cNvGrpSpPr/>
            <p:nvPr/>
          </p:nvGrpSpPr>
          <p:grpSpPr>
            <a:xfrm>
              <a:off x="882303" y="1505480"/>
              <a:ext cx="232268" cy="255989"/>
              <a:chOff x="853872" y="1487438"/>
              <a:chExt cx="289128" cy="318656"/>
            </a:xfrm>
          </p:grpSpPr>
          <p:sp>
            <p:nvSpPr>
              <p:cNvPr id="46" name="모서리가 둥근 직사각형 41">
                <a:extLst>
                  <a:ext uri="{FF2B5EF4-FFF2-40B4-BE49-F238E27FC236}">
                    <a16:creationId xmlns:a16="http://schemas.microsoft.com/office/drawing/2014/main" id="{7601A22E-6043-B5E9-F420-513DC5686366}"/>
                  </a:ext>
                </a:extLst>
              </p:cNvPr>
              <p:cNvSpPr/>
              <p:nvPr/>
            </p:nvSpPr>
            <p:spPr>
              <a:xfrm>
                <a:off x="853872" y="1487438"/>
                <a:ext cx="289128" cy="289128"/>
              </a:xfrm>
              <a:prstGeom prst="roundRect">
                <a:avLst/>
              </a:prstGeom>
              <a:solidFill>
                <a:srgbClr val="FFD966"/>
              </a:solidFill>
              <a:ln w="12700">
                <a:solidFill>
                  <a:schemeClr val="tx1"/>
                </a:solidFill>
              </a:ln>
              <a:effectLst>
                <a:outerShdw dist="38100" dir="2700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67">
                  <a:latin typeface="+mj-ea"/>
                  <a:ea typeface="+mj-ea"/>
                </a:endParaRP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5D08A8A4-1970-D2BB-759C-BC22ACF21903}"/>
                  </a:ext>
                </a:extLst>
              </p:cNvPr>
              <p:cNvSpPr txBox="1"/>
              <p:nvPr/>
            </p:nvSpPr>
            <p:spPr>
              <a:xfrm>
                <a:off x="853872" y="1490019"/>
                <a:ext cx="289128" cy="3160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ko-KR" sz="1600" dirty="0">
                    <a:latin typeface="+mj-ea"/>
                    <a:ea typeface="+mj-ea"/>
                  </a:rPr>
                  <a:t>4</a:t>
                </a:r>
                <a:endParaRPr lang="ko-KR" altLang="en-US" sz="1600" dirty="0">
                  <a:latin typeface="+mj-ea"/>
                  <a:ea typeface="+mj-ea"/>
                </a:endParaRPr>
              </a:p>
            </p:txBody>
          </p:sp>
        </p:grp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EFB1EA19-0FBB-7E98-DB8B-E17B767248EA}"/>
                </a:ext>
              </a:extLst>
            </p:cNvPr>
            <p:cNvSpPr txBox="1"/>
            <p:nvPr/>
          </p:nvSpPr>
          <p:spPr>
            <a:xfrm>
              <a:off x="1139406" y="1491687"/>
              <a:ext cx="6341123" cy="2847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디자인 계획서를 바탕으로 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Canva</a:t>
              </a:r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를 활용하여 인공지능 이미지를 생성해봅시다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.</a:t>
              </a:r>
            </a:p>
          </p:txBody>
        </p:sp>
      </p:grpSp>
      <p:pic>
        <p:nvPicPr>
          <p:cNvPr id="27" name="그림 26">
            <a:extLst>
              <a:ext uri="{FF2B5EF4-FFF2-40B4-BE49-F238E27FC236}">
                <a16:creationId xmlns:a16="http://schemas.microsoft.com/office/drawing/2014/main" id="{98E4CD53-63CE-94DD-4316-D274C85283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563"/>
          <a:stretch/>
        </p:blipFill>
        <p:spPr>
          <a:xfrm>
            <a:off x="115363" y="1753900"/>
            <a:ext cx="6899592" cy="3932526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19A8B190-90DB-5B4A-AB87-0C83D5B4E716}"/>
              </a:ext>
            </a:extLst>
          </p:cNvPr>
          <p:cNvSpPr txBox="1"/>
          <p:nvPr/>
        </p:nvSpPr>
        <p:spPr>
          <a:xfrm>
            <a:off x="93874" y="5807850"/>
            <a:ext cx="1167607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이미지가 만들어지면 디자인 계획에 가장 알맞은 이미지를 선택합니다</a:t>
            </a:r>
            <a:r>
              <a:rPr lang="en-US" altLang="ko-KR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.</a:t>
            </a:r>
          </a:p>
          <a:p>
            <a:r>
              <a:rPr lang="ko-KR" altLang="en-US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필요한 경우</a:t>
            </a:r>
            <a:r>
              <a:rPr lang="en-US" altLang="ko-KR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명령어를 수정하고 </a:t>
            </a:r>
            <a:r>
              <a:rPr lang="en-US" altLang="ko-KR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‘</a:t>
            </a:r>
            <a:r>
              <a:rPr lang="ko-KR" altLang="en-US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다시 생성</a:t>
            </a:r>
            <a:r>
              <a:rPr lang="en-US" altLang="ko-KR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’</a:t>
            </a:r>
            <a:r>
              <a:rPr lang="ko-KR" altLang="en-US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을 선택합니다</a:t>
            </a:r>
            <a:r>
              <a:rPr lang="en-US" altLang="ko-KR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.</a:t>
            </a:r>
            <a:endParaRPr lang="ko-KR" alt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2027CE7-417C-EFD6-C36F-25029F8312EB}"/>
              </a:ext>
            </a:extLst>
          </p:cNvPr>
          <p:cNvSpPr txBox="1"/>
          <p:nvPr/>
        </p:nvSpPr>
        <p:spPr>
          <a:xfrm>
            <a:off x="7130318" y="1742389"/>
            <a:ext cx="44956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이미지를 저장하고 다음 질문에 답해봅시다</a:t>
            </a:r>
            <a:r>
              <a:rPr lang="en-US" altLang="ko-KR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.</a:t>
            </a:r>
            <a:endParaRPr lang="ko-KR" altLang="en-US" dirty="0"/>
          </a:p>
        </p:txBody>
      </p:sp>
      <p:sp>
        <p:nvSpPr>
          <p:cNvPr id="30" name="Rounded Rectangle 98">
            <a:extLst>
              <a:ext uri="{FF2B5EF4-FFF2-40B4-BE49-F238E27FC236}">
                <a16:creationId xmlns:a16="http://schemas.microsoft.com/office/drawing/2014/main" id="{FF984C48-686D-9810-BC3D-AE59B2F1C8AE}"/>
              </a:ext>
            </a:extLst>
          </p:cNvPr>
          <p:cNvSpPr/>
          <p:nvPr/>
        </p:nvSpPr>
        <p:spPr>
          <a:xfrm>
            <a:off x="7249587" y="2250554"/>
            <a:ext cx="4149835" cy="64108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381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ko-KR" altLang="en-US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우리 모둠의 계획과 같게 표현된 부분</a:t>
            </a:r>
            <a:endParaRPr lang="en-US" altLang="ko-KR" sz="1800" dirty="0">
              <a:solidFill>
                <a:schemeClr val="tx1">
                  <a:alpha val="99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1" name="Rounded Rectangle 98">
            <a:extLst>
              <a:ext uri="{FF2B5EF4-FFF2-40B4-BE49-F238E27FC236}">
                <a16:creationId xmlns:a16="http://schemas.microsoft.com/office/drawing/2014/main" id="{87953B94-DB19-F5D2-EA1F-B35B2C114E04}"/>
              </a:ext>
            </a:extLst>
          </p:cNvPr>
          <p:cNvSpPr/>
          <p:nvPr/>
        </p:nvSpPr>
        <p:spPr>
          <a:xfrm>
            <a:off x="7249587" y="3040231"/>
            <a:ext cx="4149836" cy="64108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381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ko-KR" altLang="en-US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우리 모둠의 계획과 다르게 표현된 부분</a:t>
            </a:r>
            <a:endParaRPr lang="en-US" altLang="ko-KR" sz="1800" dirty="0">
              <a:solidFill>
                <a:schemeClr val="tx1">
                  <a:alpha val="99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8" name="Rounded Rectangle 98">
            <a:extLst>
              <a:ext uri="{FF2B5EF4-FFF2-40B4-BE49-F238E27FC236}">
                <a16:creationId xmlns:a16="http://schemas.microsoft.com/office/drawing/2014/main" id="{C8B01575-4151-D447-626A-915C1E090967}"/>
              </a:ext>
            </a:extLst>
          </p:cNvPr>
          <p:cNvSpPr/>
          <p:nvPr/>
        </p:nvSpPr>
        <p:spPr>
          <a:xfrm>
            <a:off x="7249587" y="3828902"/>
            <a:ext cx="4450600" cy="64108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ko-KR" altLang="en-US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실제 공간의 크기나 위치와 맞지 않는 부분</a:t>
            </a:r>
            <a:endParaRPr lang="en-US" altLang="ko-KR" sz="1800" dirty="0">
              <a:solidFill>
                <a:schemeClr val="tx1">
                  <a:alpha val="99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9" name="Rounded Rectangle 98">
            <a:extLst>
              <a:ext uri="{FF2B5EF4-FFF2-40B4-BE49-F238E27FC236}">
                <a16:creationId xmlns:a16="http://schemas.microsoft.com/office/drawing/2014/main" id="{66AE95DB-3562-D8FC-944F-6D23C43F9447}"/>
              </a:ext>
            </a:extLst>
          </p:cNvPr>
          <p:cNvSpPr/>
          <p:nvPr/>
        </p:nvSpPr>
        <p:spPr>
          <a:xfrm>
            <a:off x="7249587" y="4617573"/>
            <a:ext cx="4635722" cy="641085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381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ko-KR" altLang="en-US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우리 모둠 디자인 계획에 참고하면 좋을 부분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" name="말풍선: 모서리가 둥근 사각형 1">
            <a:extLst>
              <a:ext uri="{FF2B5EF4-FFF2-40B4-BE49-F238E27FC236}">
                <a16:creationId xmlns:a16="http://schemas.microsoft.com/office/drawing/2014/main" id="{C8FEC49E-28E7-CF59-61E5-128E93E0D169}"/>
              </a:ext>
            </a:extLst>
          </p:cNvPr>
          <p:cNvSpPr/>
          <p:nvPr/>
        </p:nvSpPr>
        <p:spPr>
          <a:xfrm>
            <a:off x="7130318" y="5860288"/>
            <a:ext cx="4899592" cy="545042"/>
          </a:xfrm>
          <a:prstGeom prst="wedgeRoundRectCallout">
            <a:avLst>
              <a:gd name="adj1" fmla="val -53164"/>
              <a:gd name="adj2" fmla="val 7934"/>
              <a:gd name="adj3" fmla="val 16667"/>
            </a:avLst>
          </a:prstGeom>
          <a:noFill/>
          <a:ln w="57150">
            <a:solidFill>
              <a:srgbClr val="F6877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b="1" dirty="0">
                <a:solidFill>
                  <a:srgbClr val="0D0D0D"/>
                </a:solidFill>
                <a:latin typeface="+mj-ea"/>
                <a:ea typeface="+mj-ea"/>
              </a:rPr>
              <a:t>이미지 생성을 너무 많이 시도할 필요는 없어요</a:t>
            </a:r>
            <a:r>
              <a:rPr lang="en-US" altLang="ko-KR" b="1" dirty="0">
                <a:solidFill>
                  <a:srgbClr val="0D0D0D"/>
                </a:solidFill>
                <a:latin typeface="+mj-ea"/>
                <a:ea typeface="+mj-ea"/>
              </a:rPr>
              <a:t>!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617813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10</a:t>
            </a:r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tx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활동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Autofit/>
          </a:bodyPr>
          <a:lstStyle/>
          <a:p>
            <a:r>
              <a:rPr lang="en-US" altLang="ko-KR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[</a:t>
            </a:r>
            <a:r>
              <a:rPr lang="ko-KR" altLang="en-US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활동</a:t>
            </a:r>
            <a:r>
              <a:rPr lang="en-US" altLang="ko-KR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1] </a:t>
            </a:r>
            <a:r>
              <a:rPr lang="ko-KR" altLang="en-US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인공지능 생성 이미지로 공간 디자인 계획 점검하기</a:t>
            </a: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1C237967-FCED-71C4-4C4B-3957D64529FA}"/>
              </a:ext>
            </a:extLst>
          </p:cNvPr>
          <p:cNvGrpSpPr/>
          <p:nvPr/>
        </p:nvGrpSpPr>
        <p:grpSpPr>
          <a:xfrm>
            <a:off x="519761" y="1301339"/>
            <a:ext cx="6070653" cy="379656"/>
            <a:chOff x="882303" y="1491687"/>
            <a:chExt cx="4552998" cy="284742"/>
          </a:xfrm>
        </p:grpSpPr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A51D0B38-CE65-37A0-6CF3-FBC6B4EDEB55}"/>
                </a:ext>
              </a:extLst>
            </p:cNvPr>
            <p:cNvGrpSpPr/>
            <p:nvPr/>
          </p:nvGrpSpPr>
          <p:grpSpPr>
            <a:xfrm>
              <a:off x="882303" y="1505480"/>
              <a:ext cx="232268" cy="255989"/>
              <a:chOff x="853872" y="1487438"/>
              <a:chExt cx="289128" cy="318656"/>
            </a:xfrm>
          </p:grpSpPr>
          <p:sp>
            <p:nvSpPr>
              <p:cNvPr id="46" name="모서리가 둥근 직사각형 41">
                <a:extLst>
                  <a:ext uri="{FF2B5EF4-FFF2-40B4-BE49-F238E27FC236}">
                    <a16:creationId xmlns:a16="http://schemas.microsoft.com/office/drawing/2014/main" id="{7601A22E-6043-B5E9-F420-513DC5686366}"/>
                  </a:ext>
                </a:extLst>
              </p:cNvPr>
              <p:cNvSpPr/>
              <p:nvPr/>
            </p:nvSpPr>
            <p:spPr>
              <a:xfrm>
                <a:off x="853872" y="1487438"/>
                <a:ext cx="289128" cy="289128"/>
              </a:xfrm>
              <a:prstGeom prst="roundRect">
                <a:avLst/>
              </a:prstGeom>
              <a:solidFill>
                <a:srgbClr val="FFD966"/>
              </a:solidFill>
              <a:ln w="12700">
                <a:solidFill>
                  <a:schemeClr val="tx1"/>
                </a:solidFill>
              </a:ln>
              <a:effectLst>
                <a:outerShdw dist="38100" dir="2700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67">
                  <a:latin typeface="+mj-ea"/>
                  <a:ea typeface="+mj-ea"/>
                </a:endParaRP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5D08A8A4-1970-D2BB-759C-BC22ACF21903}"/>
                  </a:ext>
                </a:extLst>
              </p:cNvPr>
              <p:cNvSpPr txBox="1"/>
              <p:nvPr/>
            </p:nvSpPr>
            <p:spPr>
              <a:xfrm>
                <a:off x="853872" y="1490019"/>
                <a:ext cx="289128" cy="3160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ko-KR" sz="1600" dirty="0">
                    <a:latin typeface="+mj-ea"/>
                    <a:ea typeface="+mj-ea"/>
                  </a:rPr>
                  <a:t>5</a:t>
                </a:r>
                <a:endParaRPr lang="ko-KR" altLang="en-US" sz="1600" dirty="0">
                  <a:latin typeface="+mj-ea"/>
                  <a:ea typeface="+mj-ea"/>
                </a:endParaRPr>
              </a:p>
            </p:txBody>
          </p:sp>
        </p:grp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EFB1EA19-0FBB-7E98-DB8B-E17B767248EA}"/>
                </a:ext>
              </a:extLst>
            </p:cNvPr>
            <p:cNvSpPr txBox="1"/>
            <p:nvPr/>
          </p:nvSpPr>
          <p:spPr>
            <a:xfrm>
              <a:off x="1139406" y="1491687"/>
              <a:ext cx="4295895" cy="2847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인공지능 이미지와 우리 모둠의 계획을 비교해 봅시다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.</a:t>
              </a:r>
            </a:p>
          </p:txBody>
        </p:sp>
      </p:grp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D07BD4BD-F05D-6F27-7691-D20EF31E97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7684994"/>
              </p:ext>
            </p:extLst>
          </p:nvPr>
        </p:nvGraphicFramePr>
        <p:xfrm>
          <a:off x="271525" y="1697445"/>
          <a:ext cx="11758384" cy="40430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05200">
                  <a:extLst>
                    <a:ext uri="{9D8B030D-6E8A-4147-A177-3AD203B41FA5}">
                      <a16:colId xmlns:a16="http://schemas.microsoft.com/office/drawing/2014/main" val="2159910953"/>
                    </a:ext>
                  </a:extLst>
                </a:gridCol>
                <a:gridCol w="7753184">
                  <a:extLst>
                    <a:ext uri="{9D8B030D-6E8A-4147-A177-3AD203B41FA5}">
                      <a16:colId xmlns:a16="http://schemas.microsoft.com/office/drawing/2014/main" val="6886475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spc="-147" dirty="0"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인공지능이 생성한 이미지</a:t>
                      </a:r>
                      <a:endParaRPr lang="en-US" altLang="ko-KR" sz="1600" spc="-147" dirty="0">
                        <a:latin typeface="에스코어 드림 5 Medium" panose="020B0503030302020204" pitchFamily="34" charset="-127"/>
                        <a:ea typeface="에스코어 드림 5 Medium" panose="020B0503030302020204" pitchFamily="34" charset="-127"/>
                      </a:endParaRPr>
                    </a:p>
                  </a:txBody>
                  <a:tcPr>
                    <a:lnL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spc="-147" dirty="0"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① 우리 모둠의 계획과 같게 표현된 부분</a:t>
                      </a:r>
                    </a:p>
                  </a:txBody>
                  <a:tcPr>
                    <a:lnL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8192138"/>
                  </a:ext>
                </a:extLst>
              </a:tr>
              <a:tr h="675492">
                <a:tc row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500" spc="-147" dirty="0">
                        <a:solidFill>
                          <a:srgbClr val="D9534A"/>
                        </a:solidFill>
                        <a:latin typeface="에스코어 드림 5 Medium" panose="020B0503030302020204" pitchFamily="34" charset="-127"/>
                        <a:ea typeface="에스코어 드림 5 Medium" panose="020B0503030302020204" pitchFamily="34" charset="-127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500" spc="-147" dirty="0">
                        <a:solidFill>
                          <a:srgbClr val="D9534A"/>
                        </a:solidFill>
                        <a:latin typeface="에스코어 드림 5 Medium" panose="020B0503030302020204" pitchFamily="34" charset="-127"/>
                        <a:ea typeface="에스코어 드림 5 Medium" panose="020B0503030302020204" pitchFamily="34" charset="-127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500" spc="-147" dirty="0">
                        <a:solidFill>
                          <a:srgbClr val="D9534A"/>
                        </a:solidFill>
                        <a:latin typeface="에스코어 드림 5 Medium" panose="020B0503030302020204" pitchFamily="34" charset="-127"/>
                        <a:ea typeface="에스코어 드림 5 Medium" panose="020B0503030302020204" pitchFamily="34" charset="-127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500" spc="-147" dirty="0">
                        <a:solidFill>
                          <a:srgbClr val="D9534A"/>
                        </a:solidFill>
                        <a:latin typeface="에스코어 드림 5 Medium" panose="020B0503030302020204" pitchFamily="34" charset="-127"/>
                        <a:ea typeface="에스코어 드림 5 Medium" panose="020B0503030302020204" pitchFamily="34" charset="-127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500" spc="-147" dirty="0">
                        <a:solidFill>
                          <a:srgbClr val="D9534A"/>
                        </a:solidFill>
                        <a:latin typeface="에스코어 드림 5 Medium" panose="020B0503030302020204" pitchFamily="34" charset="-127"/>
                        <a:ea typeface="에스코어 드림 5 Medium" panose="020B0503030302020204" pitchFamily="34" charset="-127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spc="-147" dirty="0">
                          <a:solidFill>
                            <a:srgbClr val="D9534A"/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(</a:t>
                      </a:r>
                      <a:r>
                        <a:rPr lang="ko-KR" altLang="en-US" sz="1500" spc="-147" dirty="0">
                          <a:solidFill>
                            <a:srgbClr val="D9534A"/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더 보기 </a:t>
                      </a:r>
                      <a:r>
                        <a:rPr lang="en-US" altLang="ko-KR" sz="1500" spc="-147" dirty="0">
                          <a:solidFill>
                            <a:srgbClr val="D9534A"/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- </a:t>
                      </a:r>
                      <a:r>
                        <a:rPr lang="ko-KR" altLang="en-US" sz="1500" spc="-147" dirty="0">
                          <a:solidFill>
                            <a:srgbClr val="D9534A"/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이미지 </a:t>
                      </a:r>
                      <a:r>
                        <a:rPr lang="en-US" altLang="ko-KR" sz="1500" spc="-147" dirty="0">
                          <a:solidFill>
                            <a:srgbClr val="D9534A"/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- </a:t>
                      </a:r>
                      <a:r>
                        <a:rPr lang="ko-KR" altLang="en-US" sz="1500" spc="-147" dirty="0">
                          <a:solidFill>
                            <a:srgbClr val="D9534A"/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인공지능이 생성한 이미지 넣기</a:t>
                      </a:r>
                      <a:r>
                        <a:rPr lang="en-US" altLang="ko-KR" sz="1500" spc="-147" dirty="0">
                          <a:solidFill>
                            <a:srgbClr val="D9534A"/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)</a:t>
                      </a:r>
                    </a:p>
                  </a:txBody>
                  <a:tcPr>
                    <a:lnL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600" kern="1200" dirty="0">
                        <a:solidFill>
                          <a:schemeClr val="tx1"/>
                        </a:solidFill>
                        <a:latin typeface="에스코어 드림 5 Medium" panose="020B0503030302020204" pitchFamily="34" charset="-127"/>
                        <a:ea typeface="에스코어 드림 5 Medium" panose="020B0503030302020204" pitchFamily="34" charset="-127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153862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spc="-147" dirty="0"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② </a:t>
                      </a:r>
                      <a:r>
                        <a:rPr lang="ko-KR" altLang="en-US" sz="1600" kern="1200" dirty="0">
                          <a:solidFill>
                            <a:schemeClr val="tx1">
                              <a:alpha val="99000"/>
                            </a:schemeClr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  <a:cs typeface="+mn-cs"/>
                        </a:rPr>
                        <a:t>우리 모둠의 계획과 다르게 표현된 부분</a:t>
                      </a:r>
                      <a:endParaRPr lang="en-US" altLang="ko-KR" sz="1600" kern="1200" dirty="0">
                        <a:solidFill>
                          <a:schemeClr val="tx1">
                            <a:alpha val="99000"/>
                          </a:schemeClr>
                        </a:solidFill>
                        <a:latin typeface="에스코어 드림 5 Medium" panose="020B0503030302020204" pitchFamily="34" charset="-127"/>
                        <a:ea typeface="에스코어 드림 5 Medium" panose="020B0503030302020204" pitchFamily="34" charset="-127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0564964"/>
                  </a:ext>
                </a:extLst>
              </a:tr>
              <a:tr h="67549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600" kern="1200" dirty="0">
                        <a:solidFill>
                          <a:schemeClr val="tx1"/>
                        </a:solidFill>
                        <a:latin typeface="에스코어 드림 5 Medium" panose="020B0503030302020204" pitchFamily="34" charset="-127"/>
                        <a:ea typeface="에스코어 드림 5 Medium" panose="020B0503030302020204" pitchFamily="34" charset="-127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179512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>
                    <a:lnL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spc="-147" dirty="0"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③ 실제 공간의 크기나 위치와 맞지 않는 부분</a:t>
                      </a:r>
                    </a:p>
                  </a:txBody>
                  <a:tcPr>
                    <a:lnL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5597603"/>
                  </a:ext>
                </a:extLst>
              </a:tr>
              <a:tr h="67549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600" kern="1200" dirty="0">
                        <a:solidFill>
                          <a:schemeClr val="tx1"/>
                        </a:solidFill>
                        <a:latin typeface="에스코어 드림 5 Medium" panose="020B0503030302020204" pitchFamily="34" charset="-127"/>
                        <a:ea typeface="에스코어 드림 5 Medium" panose="020B0503030302020204" pitchFamily="34" charset="-127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8069621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spc="-147" dirty="0"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④ 우리 모둠 디자인 계획에 참고하면 좋을 부분</a:t>
                      </a:r>
                    </a:p>
                  </a:txBody>
                  <a:tcPr>
                    <a:lnL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>
                    <a:lnL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0940936"/>
                  </a:ext>
                </a:extLst>
              </a:tr>
              <a:tr h="67549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600" spc="-147" dirty="0">
                        <a:solidFill>
                          <a:srgbClr val="D9534A"/>
                        </a:solidFill>
                        <a:latin typeface="에스코어 드림 5 Medium" panose="020B0503030302020204" pitchFamily="34" charset="-127"/>
                        <a:ea typeface="에스코어 드림 5 Medium" panose="020B0503030302020204" pitchFamily="34" charset="-127"/>
                      </a:endParaRPr>
                    </a:p>
                  </a:txBody>
                  <a:tcPr>
                    <a:lnL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600" kern="1200" dirty="0">
                        <a:solidFill>
                          <a:schemeClr val="tx1"/>
                        </a:solidFill>
                        <a:latin typeface="에스코어 드림 5 Medium" panose="020B0503030302020204" pitchFamily="34" charset="-127"/>
                        <a:ea typeface="에스코어 드림 5 Medium" panose="020B0503030302020204" pitchFamily="34" charset="-127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D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7543245"/>
                  </a:ext>
                </a:extLst>
              </a:tr>
            </a:tbl>
          </a:graphicData>
        </a:graphic>
      </p:graphicFrame>
      <p:sp>
        <p:nvSpPr>
          <p:cNvPr id="15" name="Rounded Rectangle 98">
            <a:extLst>
              <a:ext uri="{FF2B5EF4-FFF2-40B4-BE49-F238E27FC236}">
                <a16:creationId xmlns:a16="http://schemas.microsoft.com/office/drawing/2014/main" id="{892D5225-0456-487F-F421-D6652B32716E}"/>
              </a:ext>
            </a:extLst>
          </p:cNvPr>
          <p:cNvSpPr/>
          <p:nvPr/>
        </p:nvSpPr>
        <p:spPr>
          <a:xfrm>
            <a:off x="271525" y="5811870"/>
            <a:ext cx="11758384" cy="64108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381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ko-KR" altLang="en-US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인공지능이 만든 이미지는 정답이 아닙니다</a:t>
            </a:r>
            <a:r>
              <a:rPr lang="en-US" altLang="ko-KR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! </a:t>
            </a:r>
            <a:r>
              <a:rPr lang="ko-KR" altLang="en-US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우리 모둠의 계획을 다시 살펴보는 </a:t>
            </a:r>
            <a:r>
              <a:rPr lang="en-US" altLang="ko-KR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‘</a:t>
            </a:r>
            <a:r>
              <a:rPr lang="ko-KR" altLang="en-US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참고 자료</a:t>
            </a:r>
            <a:r>
              <a:rPr lang="en-US" altLang="ko-KR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’</a:t>
            </a:r>
            <a:r>
              <a:rPr lang="ko-KR" altLang="en-US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로 사용하세요</a:t>
            </a:r>
            <a:r>
              <a:rPr lang="ko-KR" altLang="en-US" b="0" i="0" dirty="0">
                <a:solidFill>
                  <a:srgbClr val="424242"/>
                </a:solidFill>
                <a:effectLst/>
                <a:latin typeface="-apple-system"/>
              </a:rPr>
              <a:t>📝</a:t>
            </a:r>
            <a:endParaRPr lang="en-US" altLang="ko-KR" sz="1800" dirty="0">
              <a:solidFill>
                <a:schemeClr val="tx1">
                  <a:alpha val="99000"/>
                </a:schemeClr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0807757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11</a:t>
            </a:r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tx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활동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Autofit/>
          </a:bodyPr>
          <a:lstStyle/>
          <a:p>
            <a:r>
              <a:rPr lang="en-US" altLang="ko-KR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[</a:t>
            </a:r>
            <a:r>
              <a:rPr lang="ko-KR" altLang="en-US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활동</a:t>
            </a:r>
            <a:r>
              <a:rPr lang="en-US" altLang="ko-KR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2] </a:t>
            </a:r>
            <a:r>
              <a:rPr lang="ko-KR" altLang="en-US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친구의 피드백을 판단하여 제작 계획 완성하기</a:t>
            </a: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1C237967-FCED-71C4-4C4B-3957D64529FA}"/>
              </a:ext>
            </a:extLst>
          </p:cNvPr>
          <p:cNvGrpSpPr/>
          <p:nvPr/>
        </p:nvGrpSpPr>
        <p:grpSpPr>
          <a:xfrm>
            <a:off x="519762" y="1301338"/>
            <a:ext cx="8318063" cy="955646"/>
            <a:chOff x="882303" y="1491687"/>
            <a:chExt cx="6238559" cy="716735"/>
          </a:xfrm>
        </p:grpSpPr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A51D0B38-CE65-37A0-6CF3-FBC6B4EDEB55}"/>
                </a:ext>
              </a:extLst>
            </p:cNvPr>
            <p:cNvGrpSpPr/>
            <p:nvPr/>
          </p:nvGrpSpPr>
          <p:grpSpPr>
            <a:xfrm>
              <a:off x="882303" y="1505480"/>
              <a:ext cx="232268" cy="255989"/>
              <a:chOff x="853872" y="1487438"/>
              <a:chExt cx="289128" cy="318656"/>
            </a:xfrm>
          </p:grpSpPr>
          <p:sp>
            <p:nvSpPr>
              <p:cNvPr id="46" name="모서리가 둥근 직사각형 41">
                <a:extLst>
                  <a:ext uri="{FF2B5EF4-FFF2-40B4-BE49-F238E27FC236}">
                    <a16:creationId xmlns:a16="http://schemas.microsoft.com/office/drawing/2014/main" id="{7601A22E-6043-B5E9-F420-513DC5686366}"/>
                  </a:ext>
                </a:extLst>
              </p:cNvPr>
              <p:cNvSpPr/>
              <p:nvPr/>
            </p:nvSpPr>
            <p:spPr>
              <a:xfrm>
                <a:off x="853872" y="1487438"/>
                <a:ext cx="289128" cy="289128"/>
              </a:xfrm>
              <a:prstGeom prst="roundRect">
                <a:avLst/>
              </a:prstGeom>
              <a:solidFill>
                <a:srgbClr val="FFD966"/>
              </a:solidFill>
              <a:ln w="12700">
                <a:solidFill>
                  <a:schemeClr val="tx1"/>
                </a:solidFill>
              </a:ln>
              <a:effectLst>
                <a:outerShdw dist="38100" dir="2700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67">
                  <a:latin typeface="+mj-ea"/>
                  <a:ea typeface="+mj-ea"/>
                </a:endParaRP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5D08A8A4-1970-D2BB-759C-BC22ACF21903}"/>
                  </a:ext>
                </a:extLst>
              </p:cNvPr>
              <p:cNvSpPr txBox="1"/>
              <p:nvPr/>
            </p:nvSpPr>
            <p:spPr>
              <a:xfrm>
                <a:off x="853872" y="1490019"/>
                <a:ext cx="289128" cy="3160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ko-KR" sz="1600" dirty="0">
                    <a:latin typeface="+mj-ea"/>
                    <a:ea typeface="+mj-ea"/>
                  </a:rPr>
                  <a:t>1</a:t>
                </a:r>
                <a:endParaRPr lang="ko-KR" altLang="en-US" sz="1600" dirty="0">
                  <a:latin typeface="+mj-ea"/>
                  <a:ea typeface="+mj-ea"/>
                </a:endParaRPr>
              </a:p>
            </p:txBody>
          </p:sp>
        </p:grp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EFB1EA19-0FBB-7E98-DB8B-E17B767248EA}"/>
                </a:ext>
              </a:extLst>
            </p:cNvPr>
            <p:cNvSpPr txBox="1"/>
            <p:nvPr/>
          </p:nvSpPr>
          <p:spPr>
            <a:xfrm>
              <a:off x="1139406" y="1491687"/>
              <a:ext cx="5981456" cy="71673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870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지금부터는</a:t>
              </a:r>
              <a:r>
                <a:rPr lang="en-US" altLang="ko-KR" sz="1870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 </a:t>
              </a:r>
              <a:r>
                <a:rPr lang="ko-KR" altLang="en-US" sz="1870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두 모둠씩 짝을 짓습니다</a:t>
              </a:r>
              <a:r>
                <a:rPr lang="en-US" altLang="ko-KR" sz="1870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. </a:t>
              </a:r>
              <a:r>
                <a:rPr lang="ko-KR" altLang="en-US" sz="1870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그리고 </a:t>
              </a:r>
              <a:r>
                <a:rPr lang="en-US" altLang="ko-KR" sz="1870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4</a:t>
              </a:r>
              <a:r>
                <a:rPr lang="ko-KR" altLang="en-US" sz="1870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차시에서 만든 디자인 계획과</a:t>
              </a:r>
              <a:endParaRPr lang="en-US" altLang="ko-KR" sz="187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endParaRPr>
            </a:p>
            <a:p>
              <a:r>
                <a:rPr lang="en-US" altLang="ko-KR" sz="1870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[</a:t>
              </a:r>
              <a:r>
                <a:rPr lang="ko-KR" altLang="en-US" sz="1870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활동</a:t>
              </a:r>
              <a:r>
                <a:rPr lang="en-US" altLang="ko-KR" sz="1870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1]</a:t>
              </a:r>
              <a:r>
                <a:rPr lang="ko-KR" altLang="en-US" sz="1870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에서</a:t>
              </a:r>
              <a:r>
                <a:rPr lang="en-US" altLang="ko-KR" sz="1870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 </a:t>
              </a:r>
              <a:r>
                <a:rPr lang="ko-KR" altLang="en-US" sz="1870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만든 인공지능이 생성한 이미지를 서로 공유합니다</a:t>
              </a:r>
              <a:r>
                <a:rPr lang="en-US" altLang="ko-KR" sz="1870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.</a:t>
              </a:r>
            </a:p>
            <a:p>
              <a:r>
                <a:rPr lang="ko-KR" altLang="en-US" sz="1870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한 모둠에서 먼저 발표를 하면</a:t>
              </a:r>
              <a:r>
                <a:rPr lang="en-US" altLang="ko-KR" sz="1870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, </a:t>
              </a:r>
              <a:r>
                <a:rPr lang="ko-KR" altLang="en-US" sz="1870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짝이 되는 모둠에서 피드백 해줍니다</a:t>
              </a:r>
              <a:r>
                <a:rPr lang="en-US" altLang="ko-KR" sz="1870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.</a:t>
              </a:r>
              <a:endParaRPr lang="ko-KR" altLang="en-US" sz="1870" dirty="0"/>
            </a:p>
          </p:txBody>
        </p:sp>
      </p:grpSp>
      <p:pic>
        <p:nvPicPr>
          <p:cNvPr id="5" name="그림 4">
            <a:extLst>
              <a:ext uri="{FF2B5EF4-FFF2-40B4-BE49-F238E27FC236}">
                <a16:creationId xmlns:a16="http://schemas.microsoft.com/office/drawing/2014/main" id="{050968BF-02B5-014D-35D7-F113491970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090" y="2821509"/>
            <a:ext cx="5352884" cy="3497395"/>
          </a:xfrm>
          <a:prstGeom prst="rect">
            <a:avLst/>
          </a:prstGeom>
        </p:spPr>
      </p:pic>
      <p:sp>
        <p:nvSpPr>
          <p:cNvPr id="7" name="Rounded Rectangle 98">
            <a:extLst>
              <a:ext uri="{FF2B5EF4-FFF2-40B4-BE49-F238E27FC236}">
                <a16:creationId xmlns:a16="http://schemas.microsoft.com/office/drawing/2014/main" id="{FB0629C5-E3A1-0FB8-FB79-4E4656D34179}"/>
              </a:ext>
            </a:extLst>
          </p:cNvPr>
          <p:cNvSpPr/>
          <p:nvPr/>
        </p:nvSpPr>
        <p:spPr>
          <a:xfrm>
            <a:off x="162091" y="2261275"/>
            <a:ext cx="11867818" cy="429652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381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lang="ko-KR" altLang="en-US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다른 모둠을 피드백해줄 때에는</a:t>
            </a:r>
            <a:r>
              <a:rPr lang="en-US" altLang="ko-KR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 ‘</a:t>
            </a:r>
            <a:r>
              <a:rPr lang="ko-KR" altLang="en-US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좋은 공간 디자인의 조건</a:t>
            </a:r>
            <a:r>
              <a:rPr lang="en-US" altLang="ko-KR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’</a:t>
            </a:r>
            <a:r>
              <a:rPr lang="ko-KR" altLang="en-US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을</a:t>
            </a:r>
            <a:r>
              <a:rPr lang="en-US" altLang="ko-KR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 </a:t>
            </a:r>
            <a:r>
              <a:rPr lang="ko-KR" altLang="en-US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생각하며 말합니다</a:t>
            </a:r>
            <a:r>
              <a:rPr lang="en-US" altLang="ko-KR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.</a:t>
            </a:r>
          </a:p>
        </p:txBody>
      </p:sp>
      <p:sp>
        <p:nvSpPr>
          <p:cNvPr id="13" name="Rounded Rectangle 98">
            <a:extLst>
              <a:ext uri="{FF2B5EF4-FFF2-40B4-BE49-F238E27FC236}">
                <a16:creationId xmlns:a16="http://schemas.microsoft.com/office/drawing/2014/main" id="{2ED6D52F-892F-3D5A-96A7-64FD45DE7A44}"/>
              </a:ext>
            </a:extLst>
          </p:cNvPr>
          <p:cNvSpPr/>
          <p:nvPr/>
        </p:nvSpPr>
        <p:spPr>
          <a:xfrm>
            <a:off x="5597161" y="2841108"/>
            <a:ext cx="6432745" cy="495702"/>
          </a:xfrm>
          <a:prstGeom prst="roundRect">
            <a:avLst/>
          </a:prstGeom>
          <a:solidFill>
            <a:srgbClr val="EDDFEC"/>
          </a:solidFill>
          <a:ln w="381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lang="ko-KR" altLang="en-US" b="1" i="0" dirty="0">
                <a:solidFill>
                  <a:srgbClr val="0D0D0D"/>
                </a:solidFill>
                <a:effectLst/>
                <a:latin typeface="-apple-system-body"/>
              </a:rPr>
              <a:t>👥</a:t>
            </a:r>
            <a:r>
              <a:rPr lang="ko-KR" altLang="en-US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공간을 사용하는 사용자의 필요를 생각했나요</a:t>
            </a:r>
            <a:r>
              <a:rPr lang="en-US" altLang="ko-KR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?</a:t>
            </a:r>
            <a:endParaRPr lang="en-US" altLang="ko-KR" sz="1800" dirty="0">
              <a:solidFill>
                <a:schemeClr val="tx1">
                  <a:alpha val="99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4" name="Rounded Rectangle 98">
            <a:extLst>
              <a:ext uri="{FF2B5EF4-FFF2-40B4-BE49-F238E27FC236}">
                <a16:creationId xmlns:a16="http://schemas.microsoft.com/office/drawing/2014/main" id="{02D22F49-91C4-4014-CD36-849ADB719236}"/>
              </a:ext>
            </a:extLst>
          </p:cNvPr>
          <p:cNvSpPr/>
          <p:nvPr/>
        </p:nvSpPr>
        <p:spPr>
          <a:xfrm>
            <a:off x="5597162" y="4627260"/>
            <a:ext cx="6432745" cy="49570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lang="ko-KR" altLang="en-US" b="1" i="0" dirty="0">
                <a:solidFill>
                  <a:srgbClr val="0D0D0D"/>
                </a:solidFill>
                <a:effectLst/>
                <a:latin typeface="-apple-system-body"/>
              </a:rPr>
              <a:t>✨</a:t>
            </a:r>
            <a:r>
              <a:rPr lang="ko-KR" altLang="en-US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공간이 더 좋아지는 데 도움이 되나요</a:t>
            </a:r>
            <a:r>
              <a:rPr lang="en-US" altLang="ko-KR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?</a:t>
            </a:r>
          </a:p>
        </p:txBody>
      </p:sp>
      <p:sp>
        <p:nvSpPr>
          <p:cNvPr id="16" name="Rounded Rectangle 98">
            <a:extLst>
              <a:ext uri="{FF2B5EF4-FFF2-40B4-BE49-F238E27FC236}">
                <a16:creationId xmlns:a16="http://schemas.microsoft.com/office/drawing/2014/main" id="{44951DC2-0C2A-BB22-39CF-5D95A5AEE145}"/>
              </a:ext>
            </a:extLst>
          </p:cNvPr>
          <p:cNvSpPr/>
          <p:nvPr/>
        </p:nvSpPr>
        <p:spPr>
          <a:xfrm>
            <a:off x="5597162" y="4031876"/>
            <a:ext cx="6432745" cy="49570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lang="ko-KR" altLang="en-US" b="1" i="0" dirty="0">
                <a:solidFill>
                  <a:srgbClr val="0D0D0D"/>
                </a:solidFill>
                <a:effectLst/>
                <a:latin typeface="-apple-system-body"/>
              </a:rPr>
              <a:t>🛡</a:t>
            </a:r>
            <a:r>
              <a:rPr lang="ko-KR" altLang="en-US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사용하기 편리하고 안전한가요</a:t>
            </a:r>
            <a:r>
              <a:rPr lang="en-US" altLang="ko-KR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?</a:t>
            </a:r>
          </a:p>
        </p:txBody>
      </p:sp>
      <p:sp>
        <p:nvSpPr>
          <p:cNvPr id="17" name="Rounded Rectangle 98">
            <a:extLst>
              <a:ext uri="{FF2B5EF4-FFF2-40B4-BE49-F238E27FC236}">
                <a16:creationId xmlns:a16="http://schemas.microsoft.com/office/drawing/2014/main" id="{9FD3768E-A56C-81CB-5E48-5DF7AA74822E}"/>
              </a:ext>
            </a:extLst>
          </p:cNvPr>
          <p:cNvSpPr/>
          <p:nvPr/>
        </p:nvSpPr>
        <p:spPr>
          <a:xfrm>
            <a:off x="5597162" y="5222644"/>
            <a:ext cx="6432745" cy="49570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381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lang="ko-KR" altLang="en-US" b="1" i="0" dirty="0">
                <a:solidFill>
                  <a:srgbClr val="0D0D0D"/>
                </a:solidFill>
                <a:effectLst/>
                <a:latin typeface="-apple-system-body"/>
              </a:rPr>
              <a:t>🎨</a:t>
            </a:r>
            <a:r>
              <a:rPr lang="ko-KR" altLang="en-US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색</a:t>
            </a:r>
            <a:r>
              <a:rPr lang="en-US" altLang="ko-KR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·</a:t>
            </a:r>
            <a:r>
              <a:rPr lang="ko-KR" altLang="en-US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형태</a:t>
            </a:r>
            <a:r>
              <a:rPr lang="en-US" altLang="ko-KR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·</a:t>
            </a:r>
            <a:r>
              <a:rPr lang="ko-KR" altLang="en-US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크기</a:t>
            </a:r>
            <a:r>
              <a:rPr lang="en-US" altLang="ko-KR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·</a:t>
            </a:r>
            <a:r>
              <a:rPr lang="ko-KR" altLang="en-US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배치 등이 서로 잘 어울리나요</a:t>
            </a:r>
            <a:r>
              <a:rPr lang="en-US" altLang="ko-KR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?</a:t>
            </a:r>
          </a:p>
        </p:txBody>
      </p:sp>
      <p:sp>
        <p:nvSpPr>
          <p:cNvPr id="18" name="Rounded Rectangle 98">
            <a:extLst>
              <a:ext uri="{FF2B5EF4-FFF2-40B4-BE49-F238E27FC236}">
                <a16:creationId xmlns:a16="http://schemas.microsoft.com/office/drawing/2014/main" id="{138CDB26-8E54-622B-20F6-356E24A2E238}"/>
              </a:ext>
            </a:extLst>
          </p:cNvPr>
          <p:cNvSpPr/>
          <p:nvPr/>
        </p:nvSpPr>
        <p:spPr>
          <a:xfrm>
            <a:off x="5597162" y="5818027"/>
            <a:ext cx="6432745" cy="495702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 w="381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lang="ko-KR" altLang="en-US" b="1" i="0" dirty="0">
                <a:solidFill>
                  <a:srgbClr val="0D0D0D"/>
                </a:solidFill>
                <a:effectLst/>
                <a:latin typeface="-apple-system-body"/>
              </a:rPr>
              <a:t>🔨</a:t>
            </a:r>
            <a:r>
              <a:rPr lang="ko-KR" altLang="en-US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실제로 만들거나 설치할 수 있나요</a:t>
            </a:r>
            <a:r>
              <a:rPr lang="en-US" altLang="ko-KR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?</a:t>
            </a:r>
          </a:p>
        </p:txBody>
      </p:sp>
      <p:sp>
        <p:nvSpPr>
          <p:cNvPr id="2" name="Rounded Rectangle 98">
            <a:extLst>
              <a:ext uri="{FF2B5EF4-FFF2-40B4-BE49-F238E27FC236}">
                <a16:creationId xmlns:a16="http://schemas.microsoft.com/office/drawing/2014/main" id="{F3829BE7-8BC2-85DE-CF5A-21312436CF8E}"/>
              </a:ext>
            </a:extLst>
          </p:cNvPr>
          <p:cNvSpPr/>
          <p:nvPr/>
        </p:nvSpPr>
        <p:spPr>
          <a:xfrm>
            <a:off x="5597160" y="3436492"/>
            <a:ext cx="6432745" cy="49570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lang="ko-KR" altLang="en-US" b="1" i="0" dirty="0">
                <a:solidFill>
                  <a:srgbClr val="0D0D0D"/>
                </a:solidFill>
                <a:effectLst/>
                <a:latin typeface="-apple-system-body"/>
              </a:rPr>
              <a:t>🎯</a:t>
            </a:r>
            <a:r>
              <a:rPr lang="ko-KR" altLang="en-US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공간의 목적에 알맞은 디자인인가요</a:t>
            </a:r>
            <a:r>
              <a:rPr lang="en-US" altLang="ko-KR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306CBE-7BDC-1045-C50F-6AA55AF2287B}"/>
              </a:ext>
            </a:extLst>
          </p:cNvPr>
          <p:cNvSpPr txBox="1"/>
          <p:nvPr/>
        </p:nvSpPr>
        <p:spPr>
          <a:xfrm>
            <a:off x="162091" y="6299234"/>
            <a:ext cx="18827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 kern="0" spc="0" dirty="0">
                <a:solidFill>
                  <a:srgbClr val="000000"/>
                </a:solidFill>
                <a:effectLst/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AI(ChatGPT) </a:t>
            </a:r>
            <a:r>
              <a:rPr lang="ko-KR" altLang="en-US" sz="900" b="1" kern="0" spc="0" dirty="0">
                <a:solidFill>
                  <a:srgbClr val="000000"/>
                </a:solidFill>
                <a:effectLst/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생성 이미지</a:t>
            </a:r>
            <a:endParaRPr lang="ko-KR" altLang="en-US" sz="900" kern="0" spc="0" dirty="0">
              <a:solidFill>
                <a:srgbClr val="000000"/>
              </a:solidFill>
              <a:effectLst/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051315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12</a:t>
            </a:r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tx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활동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Autofit/>
          </a:bodyPr>
          <a:lstStyle/>
          <a:p>
            <a:r>
              <a:rPr lang="en-US" altLang="ko-KR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[</a:t>
            </a:r>
            <a:r>
              <a:rPr lang="ko-KR" altLang="en-US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활동</a:t>
            </a:r>
            <a:r>
              <a:rPr lang="en-US" altLang="ko-KR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2] </a:t>
            </a:r>
            <a:r>
              <a:rPr lang="ko-KR" altLang="en-US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친구의 피드백을 판단하여 제작 계획 완성하기</a:t>
            </a: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1C237967-FCED-71C4-4C4B-3957D64529FA}"/>
              </a:ext>
            </a:extLst>
          </p:cNvPr>
          <p:cNvGrpSpPr/>
          <p:nvPr/>
        </p:nvGrpSpPr>
        <p:grpSpPr>
          <a:xfrm>
            <a:off x="519762" y="1301339"/>
            <a:ext cx="6407284" cy="380104"/>
            <a:chOff x="882303" y="1491687"/>
            <a:chExt cx="4805467" cy="285078"/>
          </a:xfrm>
        </p:grpSpPr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A51D0B38-CE65-37A0-6CF3-FBC6B4EDEB55}"/>
                </a:ext>
              </a:extLst>
            </p:cNvPr>
            <p:cNvGrpSpPr/>
            <p:nvPr/>
          </p:nvGrpSpPr>
          <p:grpSpPr>
            <a:xfrm>
              <a:off x="882303" y="1505480"/>
              <a:ext cx="232268" cy="255989"/>
              <a:chOff x="853872" y="1487438"/>
              <a:chExt cx="289128" cy="318656"/>
            </a:xfrm>
          </p:grpSpPr>
          <p:sp>
            <p:nvSpPr>
              <p:cNvPr id="46" name="모서리가 둥근 직사각형 41">
                <a:extLst>
                  <a:ext uri="{FF2B5EF4-FFF2-40B4-BE49-F238E27FC236}">
                    <a16:creationId xmlns:a16="http://schemas.microsoft.com/office/drawing/2014/main" id="{7601A22E-6043-B5E9-F420-513DC5686366}"/>
                  </a:ext>
                </a:extLst>
              </p:cNvPr>
              <p:cNvSpPr/>
              <p:nvPr/>
            </p:nvSpPr>
            <p:spPr>
              <a:xfrm>
                <a:off x="853872" y="1487438"/>
                <a:ext cx="289128" cy="289128"/>
              </a:xfrm>
              <a:prstGeom prst="roundRect">
                <a:avLst/>
              </a:prstGeom>
              <a:solidFill>
                <a:srgbClr val="FFD966"/>
              </a:solidFill>
              <a:ln w="12700">
                <a:solidFill>
                  <a:schemeClr val="tx1"/>
                </a:solidFill>
              </a:ln>
              <a:effectLst>
                <a:outerShdw dist="38100" dir="2700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67">
                  <a:latin typeface="+mj-ea"/>
                  <a:ea typeface="+mj-ea"/>
                </a:endParaRP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5D08A8A4-1970-D2BB-759C-BC22ACF21903}"/>
                  </a:ext>
                </a:extLst>
              </p:cNvPr>
              <p:cNvSpPr txBox="1"/>
              <p:nvPr/>
            </p:nvSpPr>
            <p:spPr>
              <a:xfrm>
                <a:off x="853872" y="1490019"/>
                <a:ext cx="289128" cy="3160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ko-KR" sz="1600" dirty="0">
                    <a:latin typeface="+mj-ea"/>
                    <a:ea typeface="+mj-ea"/>
                  </a:rPr>
                  <a:t>2</a:t>
                </a:r>
                <a:endParaRPr lang="ko-KR" altLang="en-US" sz="1600" dirty="0">
                  <a:latin typeface="+mj-ea"/>
                  <a:ea typeface="+mj-ea"/>
                </a:endParaRPr>
              </a:p>
            </p:txBody>
          </p:sp>
        </p:grp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EFB1EA19-0FBB-7E98-DB8B-E17B767248EA}"/>
                </a:ext>
              </a:extLst>
            </p:cNvPr>
            <p:cNvSpPr txBox="1"/>
            <p:nvPr/>
          </p:nvSpPr>
          <p:spPr>
            <a:xfrm>
              <a:off x="1139406" y="1491687"/>
              <a:ext cx="4548364" cy="28507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870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예시를 참고하여 발표를 하고 피드백을 주고 받아 봅시다</a:t>
              </a:r>
              <a:r>
                <a:rPr lang="en-US" altLang="ko-KR" sz="1870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.</a:t>
              </a:r>
            </a:p>
          </p:txBody>
        </p:sp>
      </p:grpSp>
      <p:pic>
        <p:nvPicPr>
          <p:cNvPr id="3" name="그림 2">
            <a:extLst>
              <a:ext uri="{FF2B5EF4-FFF2-40B4-BE49-F238E27FC236}">
                <a16:creationId xmlns:a16="http://schemas.microsoft.com/office/drawing/2014/main" id="{4565F157-BE4C-33F4-C2E3-B786ACFE59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211" b="98684" l="5019" r="93309">
                        <a14:foregroundMark x1="26952" y1="36513" x2="23606" y2="68750"/>
                        <a14:foregroundMark x1="29368" y1="49013" x2="28625" y2="81579"/>
                        <a14:foregroundMark x1="23606" y1="73684" x2="19145" y2="97368"/>
                        <a14:foregroundMark x1="17100" y1="86513" x2="12268" y2="94079"/>
                        <a14:foregroundMark x1="13755" y1="89474" x2="7807" y2="97368"/>
                        <a14:foregroundMark x1="10967" y1="86513" x2="8736" y2="97039"/>
                        <a14:foregroundMark x1="13197" y1="90132" x2="8178" y2="98355"/>
                        <a14:foregroundMark x1="9294" y1="91447" x2="5576" y2="98026"/>
                        <a14:foregroundMark x1="12268" y1="89145" x2="9851" y2="96382"/>
                        <a14:foregroundMark x1="28625" y1="82237" x2="29926" y2="95395"/>
                        <a14:foregroundMark x1="31413" y1="78289" x2="33086" y2="90132"/>
                        <a14:foregroundMark x1="33643" y1="86513" x2="33643" y2="88158"/>
                        <a14:foregroundMark x1="39777" y1="89145" x2="38662" y2="93092"/>
                        <a14:foregroundMark x1="39405" y1="92105" x2="39405" y2="93421"/>
                        <a14:foregroundMark x1="25836" y1="21382" x2="24164" y2="37500"/>
                        <a14:foregroundMark x1="62268" y1="97368" x2="61710" y2="99342"/>
                        <a14:foregroundMark x1="71561" y1="87500" x2="70074" y2="96053"/>
                        <a14:foregroundMark x1="82714" y1="85197" x2="85316" y2="95395"/>
                        <a14:foregroundMark x1="86989" y1="87500" x2="87546" y2="97368"/>
                        <a14:foregroundMark x1="88290" y1="86184" x2="90520" y2="93421"/>
                        <a14:foregroundMark x1="87546" y1="88158" x2="89963" y2="98355"/>
                        <a14:foregroundMark x1="87732" y1="86184" x2="89777" y2="98026"/>
                        <a14:foregroundMark x1="88848" y1="83224" x2="90892" y2="98026"/>
                        <a14:foregroundMark x1="90520" y1="93092" x2="91078" y2="94408"/>
                        <a14:foregroundMark x1="90892" y1="87500" x2="89405" y2="99342"/>
                        <a14:foregroundMark x1="89777" y1="93421" x2="89777" y2="95066"/>
                        <a14:foregroundMark x1="91636" y1="85526" x2="92193" y2="91118"/>
                        <a14:foregroundMark x1="91450" y1="83553" x2="91450" y2="90461"/>
                        <a14:foregroundMark x1="91078" y1="83553" x2="92007" y2="93421"/>
                        <a14:foregroundMark x1="93309" y1="88158" x2="93309" y2="88158"/>
                        <a14:foregroundMark x1="93309" y1="87500" x2="93309" y2="87500"/>
                        <a14:foregroundMark x1="91636" y1="81250" x2="91636" y2="81250"/>
                        <a14:foregroundMark x1="91450" y1="79605" x2="91450" y2="79605"/>
                        <a14:foregroundMark x1="91450" y1="79605" x2="91450" y2="79605"/>
                        <a14:foregroundMark x1="91264" y1="77632" x2="91264" y2="77632"/>
                        <a14:foregroundMark x1="91264" y1="77632" x2="91264" y2="77632"/>
                        <a14:foregroundMark x1="75465" y1="80921" x2="75465" y2="80921"/>
                        <a14:foregroundMark x1="33829" y1="86184" x2="33829" y2="86184"/>
                        <a14:foregroundMark x1="34015" y1="85197" x2="34015" y2="85197"/>
                        <a14:foregroundMark x1="34387" y1="78618" x2="34387" y2="78618"/>
                        <a14:foregroundMark x1="34387" y1="78618" x2="34387" y2="78618"/>
                        <a14:foregroundMark x1="34387" y1="77961" x2="34387" y2="77961"/>
                        <a14:foregroundMark x1="36245" y1="75329" x2="36245" y2="75329"/>
                        <a14:foregroundMark x1="37546" y1="73355" x2="37546" y2="73355"/>
                        <a14:foregroundMark x1="37546" y1="73355" x2="37732" y2="76974"/>
                        <a14:foregroundMark x1="25465" y1="27632" x2="25465" y2="27632"/>
                        <a14:foregroundMark x1="28067" y1="24013" x2="24721" y2="29934"/>
                        <a14:foregroundMark x1="26952" y1="25000" x2="25651" y2="30921"/>
                        <a14:foregroundMark x1="29740" y1="24342" x2="26022" y2="35197"/>
                        <a14:foregroundMark x1="31041" y1="20724" x2="25836" y2="31908"/>
                        <a14:foregroundMark x1="21561" y1="24342" x2="18030" y2="38158"/>
                        <a14:foregroundMark x1="19703" y1="33553" x2="30855" y2="62171"/>
                        <a14:foregroundMark x1="32528" y1="69408" x2="36431" y2="85197"/>
                      </a14:backgroundRemoval>
                    </a14:imgEffect>
                  </a14:imgLayer>
                </a14:imgProps>
              </a:ext>
            </a:extLst>
          </a:blip>
          <a:srcRect r="51810"/>
          <a:stretch/>
        </p:blipFill>
        <p:spPr>
          <a:xfrm>
            <a:off x="73020" y="2611717"/>
            <a:ext cx="764900" cy="89688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444B726C-DD71-B673-E1A0-8F4D0A0C4E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211" b="98684" l="5019" r="93309">
                        <a14:foregroundMark x1="26952" y1="36513" x2="23606" y2="68750"/>
                        <a14:foregroundMark x1="29368" y1="49013" x2="28625" y2="81579"/>
                        <a14:foregroundMark x1="23606" y1="73684" x2="19145" y2="97368"/>
                        <a14:foregroundMark x1="17100" y1="86513" x2="12268" y2="94079"/>
                        <a14:foregroundMark x1="13755" y1="89474" x2="7807" y2="97368"/>
                        <a14:foregroundMark x1="10967" y1="86513" x2="8736" y2="97039"/>
                        <a14:foregroundMark x1="13197" y1="90132" x2="8178" y2="98355"/>
                        <a14:foregroundMark x1="9294" y1="91447" x2="5576" y2="98026"/>
                        <a14:foregroundMark x1="12268" y1="89145" x2="9851" y2="96382"/>
                        <a14:foregroundMark x1="28625" y1="82237" x2="29926" y2="95395"/>
                        <a14:foregroundMark x1="31413" y1="78289" x2="33086" y2="90132"/>
                        <a14:foregroundMark x1="33643" y1="86513" x2="33643" y2="88158"/>
                        <a14:foregroundMark x1="39777" y1="89145" x2="38662" y2="93092"/>
                        <a14:foregroundMark x1="39405" y1="92105" x2="39405" y2="93421"/>
                        <a14:foregroundMark x1="25836" y1="21382" x2="24164" y2="37500"/>
                        <a14:foregroundMark x1="62268" y1="97368" x2="61710" y2="99342"/>
                        <a14:foregroundMark x1="71561" y1="87500" x2="70074" y2="96053"/>
                        <a14:foregroundMark x1="82714" y1="85197" x2="85316" y2="95395"/>
                        <a14:foregroundMark x1="86989" y1="87500" x2="87546" y2="97368"/>
                        <a14:foregroundMark x1="88290" y1="86184" x2="90520" y2="93421"/>
                        <a14:foregroundMark x1="87546" y1="88158" x2="89963" y2="98355"/>
                        <a14:foregroundMark x1="87732" y1="86184" x2="89777" y2="98026"/>
                        <a14:foregroundMark x1="88848" y1="83224" x2="90892" y2="98026"/>
                        <a14:foregroundMark x1="90520" y1="93092" x2="91078" y2="94408"/>
                        <a14:foregroundMark x1="90892" y1="87500" x2="89405" y2="99342"/>
                        <a14:foregroundMark x1="89777" y1="93421" x2="89777" y2="95066"/>
                        <a14:foregroundMark x1="91636" y1="85526" x2="92193" y2="91118"/>
                        <a14:foregroundMark x1="91450" y1="83553" x2="91450" y2="90461"/>
                        <a14:foregroundMark x1="91078" y1="83553" x2="92007" y2="93421"/>
                        <a14:foregroundMark x1="93309" y1="88158" x2="93309" y2="88158"/>
                        <a14:foregroundMark x1="93309" y1="87500" x2="93309" y2="87500"/>
                        <a14:foregroundMark x1="91636" y1="81250" x2="91636" y2="81250"/>
                        <a14:foregroundMark x1="91450" y1="79605" x2="91450" y2="79605"/>
                        <a14:foregroundMark x1="91450" y1="79605" x2="91450" y2="79605"/>
                        <a14:foregroundMark x1="91264" y1="77632" x2="91264" y2="77632"/>
                        <a14:foregroundMark x1="91264" y1="77632" x2="91264" y2="77632"/>
                        <a14:foregroundMark x1="75465" y1="80921" x2="75465" y2="80921"/>
                        <a14:foregroundMark x1="33829" y1="86184" x2="33829" y2="86184"/>
                        <a14:foregroundMark x1="34015" y1="85197" x2="34015" y2="85197"/>
                        <a14:foregroundMark x1="34387" y1="78618" x2="34387" y2="78618"/>
                        <a14:foregroundMark x1="34387" y1="78618" x2="34387" y2="78618"/>
                        <a14:foregroundMark x1="34387" y1="77961" x2="34387" y2="77961"/>
                        <a14:foregroundMark x1="36245" y1="75329" x2="36245" y2="75329"/>
                        <a14:foregroundMark x1="37546" y1="73355" x2="37546" y2="73355"/>
                        <a14:foregroundMark x1="37546" y1="73355" x2="37732" y2="76974"/>
                        <a14:foregroundMark x1="25465" y1="27632" x2="25465" y2="27632"/>
                        <a14:foregroundMark x1="28067" y1="24013" x2="24721" y2="29934"/>
                        <a14:foregroundMark x1="26952" y1="25000" x2="25651" y2="30921"/>
                        <a14:foregroundMark x1="29740" y1="24342" x2="26022" y2="35197"/>
                        <a14:foregroundMark x1="31041" y1="20724" x2="25836" y2="31908"/>
                        <a14:foregroundMark x1="21561" y1="24342" x2="18030" y2="38158"/>
                        <a14:foregroundMark x1="19703" y1="33553" x2="30855" y2="62171"/>
                        <a14:foregroundMark x1="32528" y1="69408" x2="36431" y2="85197"/>
                      </a14:backgroundRemoval>
                    </a14:imgEffect>
                  </a14:imgLayer>
                </a14:imgProps>
              </a:ext>
            </a:extLst>
          </a:blip>
          <a:srcRect l="48190" r="3057"/>
          <a:stretch/>
        </p:blipFill>
        <p:spPr>
          <a:xfrm>
            <a:off x="80274" y="5008589"/>
            <a:ext cx="773825" cy="896880"/>
          </a:xfrm>
          <a:prstGeom prst="rect">
            <a:avLst/>
          </a:prstGeom>
        </p:spPr>
      </p:pic>
      <p:sp>
        <p:nvSpPr>
          <p:cNvPr id="6" name="Rounded Rectangle 98">
            <a:extLst>
              <a:ext uri="{FF2B5EF4-FFF2-40B4-BE49-F238E27FC236}">
                <a16:creationId xmlns:a16="http://schemas.microsoft.com/office/drawing/2014/main" id="{8E2489EC-245B-8E3E-F047-91F66ADE1FE9}"/>
              </a:ext>
            </a:extLst>
          </p:cNvPr>
          <p:cNvSpPr/>
          <p:nvPr/>
        </p:nvSpPr>
        <p:spPr>
          <a:xfrm>
            <a:off x="1053736" y="2048810"/>
            <a:ext cx="10917359" cy="243732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381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lang="ko-KR" altLang="en-US" sz="20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발표 예시</a:t>
            </a:r>
            <a:r>
              <a:rPr lang="en-US" altLang="ko-KR" sz="20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)</a:t>
            </a:r>
          </a:p>
          <a:p>
            <a:r>
              <a:rPr lang="ko-KR" altLang="en-US" sz="2000" dirty="0">
                <a:solidFill>
                  <a:srgbClr val="DD655D">
                    <a:alpha val="99000"/>
                  </a:srgbClr>
                </a:solidFill>
                <a:latin typeface="+mj-ea"/>
                <a:ea typeface="+mj-ea"/>
              </a:rPr>
              <a:t>저희 모둠은 교실 공간을 디자인하려고 합니다</a:t>
            </a:r>
            <a:r>
              <a:rPr lang="en-US" altLang="ko-KR" sz="2000" dirty="0">
                <a:solidFill>
                  <a:srgbClr val="DD655D">
                    <a:alpha val="99000"/>
                  </a:srgbClr>
                </a:solidFill>
                <a:latin typeface="+mj-ea"/>
                <a:ea typeface="+mj-ea"/>
              </a:rPr>
              <a:t>. (</a:t>
            </a:r>
            <a:r>
              <a:rPr lang="ko-KR" altLang="en-US" sz="2000" dirty="0">
                <a:solidFill>
                  <a:srgbClr val="DD655D">
                    <a:alpha val="99000"/>
                  </a:srgbClr>
                </a:solidFill>
                <a:latin typeface="+mj-ea"/>
                <a:ea typeface="+mj-ea"/>
              </a:rPr>
              <a:t>어떤 공간을</a:t>
            </a:r>
            <a:r>
              <a:rPr lang="en-US" altLang="ko-KR" sz="2000" dirty="0">
                <a:solidFill>
                  <a:srgbClr val="DD655D">
                    <a:alpha val="99000"/>
                  </a:srgbClr>
                </a:solidFill>
                <a:latin typeface="+mj-ea"/>
                <a:ea typeface="+mj-ea"/>
              </a:rPr>
              <a:t>)</a:t>
            </a:r>
          </a:p>
          <a:p>
            <a:r>
              <a:rPr lang="ko-KR" altLang="en-US" sz="2000" dirty="0">
                <a:solidFill>
                  <a:schemeClr val="accent6">
                    <a:lumMod val="75000"/>
                    <a:alpha val="99000"/>
                  </a:schemeClr>
                </a:solidFill>
                <a:latin typeface="+mj-ea"/>
                <a:ea typeface="+mj-ea"/>
              </a:rPr>
              <a:t>그 이유는 교실을 사용하는 학생들이 좀 더 밝고 따뜻한 느낌을 받을 수 있도록 바꾸고 싶었기 때문입니다</a:t>
            </a:r>
            <a:r>
              <a:rPr lang="en-US" altLang="ko-KR" sz="2000" dirty="0">
                <a:solidFill>
                  <a:schemeClr val="accent6">
                    <a:lumMod val="75000"/>
                    <a:alpha val="99000"/>
                  </a:schemeClr>
                </a:solidFill>
                <a:latin typeface="+mj-ea"/>
                <a:ea typeface="+mj-ea"/>
              </a:rPr>
              <a:t>. (</a:t>
            </a:r>
            <a:r>
              <a:rPr lang="ko-KR" altLang="en-US" sz="2000" dirty="0">
                <a:solidFill>
                  <a:schemeClr val="accent6">
                    <a:lumMod val="75000"/>
                    <a:alpha val="99000"/>
                  </a:schemeClr>
                </a:solidFill>
                <a:latin typeface="+mj-ea"/>
                <a:ea typeface="+mj-ea"/>
              </a:rPr>
              <a:t>왜</a:t>
            </a:r>
            <a:r>
              <a:rPr lang="en-US" altLang="ko-KR" sz="2000" dirty="0">
                <a:solidFill>
                  <a:schemeClr val="accent6">
                    <a:lumMod val="75000"/>
                    <a:alpha val="99000"/>
                  </a:schemeClr>
                </a:solidFill>
                <a:latin typeface="+mj-ea"/>
                <a:ea typeface="+mj-ea"/>
              </a:rPr>
              <a:t>·</a:t>
            </a:r>
            <a:r>
              <a:rPr lang="ko-KR" altLang="en-US" sz="2000" dirty="0">
                <a:solidFill>
                  <a:schemeClr val="accent6">
                    <a:lumMod val="75000"/>
                    <a:alpha val="99000"/>
                  </a:schemeClr>
                </a:solidFill>
                <a:latin typeface="+mj-ea"/>
                <a:ea typeface="+mj-ea"/>
              </a:rPr>
              <a:t>누구를 위해</a:t>
            </a:r>
            <a:r>
              <a:rPr lang="en-US" altLang="ko-KR" sz="2000" dirty="0">
                <a:solidFill>
                  <a:schemeClr val="accent6">
                    <a:lumMod val="75000"/>
                    <a:alpha val="99000"/>
                  </a:schemeClr>
                </a:solidFill>
                <a:latin typeface="+mj-ea"/>
                <a:ea typeface="+mj-ea"/>
              </a:rPr>
              <a:t>)</a:t>
            </a:r>
          </a:p>
          <a:p>
            <a:r>
              <a:rPr lang="ko-KR" altLang="en-US" sz="2000" dirty="0">
                <a:solidFill>
                  <a:srgbClr val="0070C0">
                    <a:alpha val="99000"/>
                  </a:srgbClr>
                </a:solidFill>
                <a:latin typeface="+mj-ea"/>
                <a:ea typeface="+mj-ea"/>
              </a:rPr>
              <a:t>이를 위해 검은색 도화지로 틀을 만들고</a:t>
            </a:r>
            <a:r>
              <a:rPr lang="en-US" altLang="ko-KR" sz="2000" dirty="0">
                <a:solidFill>
                  <a:srgbClr val="0070C0">
                    <a:alpha val="99000"/>
                  </a:srgbClr>
                </a:solidFill>
                <a:latin typeface="+mj-ea"/>
                <a:ea typeface="+mj-ea"/>
              </a:rPr>
              <a:t>, </a:t>
            </a:r>
            <a:r>
              <a:rPr lang="ko-KR" altLang="en-US" sz="2000" dirty="0">
                <a:solidFill>
                  <a:srgbClr val="0070C0">
                    <a:alpha val="99000"/>
                  </a:srgbClr>
                </a:solidFill>
                <a:latin typeface="+mj-ea"/>
                <a:ea typeface="+mj-ea"/>
              </a:rPr>
              <a:t>그 사이에 여러 가지 색의 셀로판지를 붙여 스테인드글라스처럼 보이도록 디자인하려고 합니다</a:t>
            </a:r>
            <a:r>
              <a:rPr lang="en-US" altLang="ko-KR" sz="2000" dirty="0">
                <a:solidFill>
                  <a:srgbClr val="0070C0">
                    <a:alpha val="99000"/>
                  </a:srgbClr>
                </a:solidFill>
                <a:latin typeface="+mj-ea"/>
                <a:ea typeface="+mj-ea"/>
              </a:rPr>
              <a:t>. </a:t>
            </a:r>
            <a:r>
              <a:rPr lang="ko-KR" altLang="en-US" sz="2000" dirty="0">
                <a:solidFill>
                  <a:srgbClr val="0070C0">
                    <a:alpha val="99000"/>
                  </a:srgbClr>
                </a:solidFill>
                <a:latin typeface="+mj-ea"/>
                <a:ea typeface="+mj-ea"/>
              </a:rPr>
              <a:t>셀로판지에 햇빛이 통과되면 교실 안에 여러 색의 빛이 비치도록 하고 싶습니다</a:t>
            </a:r>
            <a:r>
              <a:rPr lang="en-US" altLang="ko-KR" sz="2000" dirty="0">
                <a:solidFill>
                  <a:srgbClr val="0070C0">
                    <a:alpha val="99000"/>
                  </a:srgbClr>
                </a:solidFill>
                <a:latin typeface="+mj-ea"/>
                <a:ea typeface="+mj-ea"/>
              </a:rPr>
              <a:t>. (</a:t>
            </a:r>
            <a:r>
              <a:rPr lang="ko-KR" altLang="en-US" sz="2000" dirty="0">
                <a:solidFill>
                  <a:srgbClr val="0070C0">
                    <a:alpha val="99000"/>
                  </a:srgbClr>
                </a:solidFill>
                <a:latin typeface="+mj-ea"/>
                <a:ea typeface="+mj-ea"/>
              </a:rPr>
              <a:t>어떻게 디자인하는가</a:t>
            </a:r>
            <a:r>
              <a:rPr lang="en-US" altLang="ko-KR" sz="2000" dirty="0">
                <a:solidFill>
                  <a:srgbClr val="0070C0">
                    <a:alpha val="99000"/>
                  </a:srgbClr>
                </a:solidFill>
                <a:latin typeface="+mj-ea"/>
                <a:ea typeface="+mj-ea"/>
              </a:rPr>
              <a:t>)</a:t>
            </a:r>
          </a:p>
        </p:txBody>
      </p:sp>
      <p:sp>
        <p:nvSpPr>
          <p:cNvPr id="11" name="Rounded Rectangle 98">
            <a:extLst>
              <a:ext uri="{FF2B5EF4-FFF2-40B4-BE49-F238E27FC236}">
                <a16:creationId xmlns:a16="http://schemas.microsoft.com/office/drawing/2014/main" id="{FDF8C421-9427-523C-EEDC-81E28A478A85}"/>
              </a:ext>
            </a:extLst>
          </p:cNvPr>
          <p:cNvSpPr/>
          <p:nvPr/>
        </p:nvSpPr>
        <p:spPr>
          <a:xfrm>
            <a:off x="1053736" y="5089683"/>
            <a:ext cx="10917359" cy="815889"/>
          </a:xfrm>
          <a:prstGeom prst="roundRect">
            <a:avLst/>
          </a:prstGeom>
          <a:solidFill>
            <a:srgbClr val="FFF2CC"/>
          </a:solidFill>
          <a:ln w="381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lang="ko-KR" altLang="en-US" sz="20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피드백 예시</a:t>
            </a:r>
            <a:r>
              <a:rPr lang="en-US" altLang="ko-KR" sz="20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)</a:t>
            </a:r>
          </a:p>
          <a:p>
            <a:r>
              <a:rPr lang="ko-KR" altLang="en-US" sz="2000" dirty="0">
                <a:solidFill>
                  <a:srgbClr val="DD655D">
                    <a:alpha val="99000"/>
                  </a:srgbClr>
                </a:solidFill>
                <a:latin typeface="+mj-ea"/>
                <a:ea typeface="+mj-ea"/>
              </a:rPr>
              <a:t>셀로판지의 색이 너무 </a:t>
            </a:r>
            <a:r>
              <a:rPr lang="ko-KR" altLang="en-US" sz="2000" dirty="0" err="1">
                <a:solidFill>
                  <a:srgbClr val="DD655D">
                    <a:alpha val="99000"/>
                  </a:srgbClr>
                </a:solidFill>
                <a:latin typeface="+mj-ea"/>
                <a:ea typeface="+mj-ea"/>
              </a:rPr>
              <a:t>제각각이면</a:t>
            </a:r>
            <a:r>
              <a:rPr lang="ko-KR" altLang="en-US" sz="2000" dirty="0">
                <a:solidFill>
                  <a:srgbClr val="DD655D">
                    <a:alpha val="99000"/>
                  </a:srgbClr>
                </a:solidFill>
                <a:latin typeface="+mj-ea"/>
                <a:ea typeface="+mj-ea"/>
              </a:rPr>
              <a:t> 어지러울 수 있으니 어울리는 색으로 만들면 좋겠습니다</a:t>
            </a:r>
            <a:r>
              <a:rPr lang="en-US" altLang="ko-KR" sz="2000" dirty="0">
                <a:solidFill>
                  <a:srgbClr val="DD655D">
                    <a:alpha val="99000"/>
                  </a:srgbClr>
                </a:solidFill>
                <a:latin typeface="+mj-ea"/>
                <a:ea typeface="+mj-ea"/>
              </a:rPr>
              <a:t>.</a:t>
            </a:r>
            <a:endParaRPr lang="en-US" altLang="ko-KR" sz="2000" dirty="0">
              <a:solidFill>
                <a:srgbClr val="0070C0">
                  <a:alpha val="99000"/>
                </a:srgbClr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9120535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13</a:t>
            </a:r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tx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활동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Autofit/>
          </a:bodyPr>
          <a:lstStyle/>
          <a:p>
            <a:r>
              <a:rPr lang="en-US" altLang="ko-KR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[</a:t>
            </a:r>
            <a:r>
              <a:rPr lang="ko-KR" altLang="en-US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활동</a:t>
            </a:r>
            <a:r>
              <a:rPr lang="en-US" altLang="ko-KR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2] </a:t>
            </a:r>
            <a:r>
              <a:rPr lang="ko-KR" altLang="en-US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친구의 피드백을 판단하여 제작 계획 완성하기</a:t>
            </a: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1C237967-FCED-71C4-4C4B-3957D64529FA}"/>
              </a:ext>
            </a:extLst>
          </p:cNvPr>
          <p:cNvGrpSpPr/>
          <p:nvPr/>
        </p:nvGrpSpPr>
        <p:grpSpPr>
          <a:xfrm>
            <a:off x="519762" y="1301340"/>
            <a:ext cx="8039142" cy="667875"/>
            <a:chOff x="882303" y="1491687"/>
            <a:chExt cx="6029361" cy="500906"/>
          </a:xfrm>
        </p:grpSpPr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A51D0B38-CE65-37A0-6CF3-FBC6B4EDEB55}"/>
                </a:ext>
              </a:extLst>
            </p:cNvPr>
            <p:cNvGrpSpPr/>
            <p:nvPr/>
          </p:nvGrpSpPr>
          <p:grpSpPr>
            <a:xfrm>
              <a:off x="882303" y="1505480"/>
              <a:ext cx="232268" cy="255989"/>
              <a:chOff x="853872" y="1487438"/>
              <a:chExt cx="289128" cy="318656"/>
            </a:xfrm>
          </p:grpSpPr>
          <p:sp>
            <p:nvSpPr>
              <p:cNvPr id="46" name="모서리가 둥근 직사각형 41">
                <a:extLst>
                  <a:ext uri="{FF2B5EF4-FFF2-40B4-BE49-F238E27FC236}">
                    <a16:creationId xmlns:a16="http://schemas.microsoft.com/office/drawing/2014/main" id="{7601A22E-6043-B5E9-F420-513DC5686366}"/>
                  </a:ext>
                </a:extLst>
              </p:cNvPr>
              <p:cNvSpPr/>
              <p:nvPr/>
            </p:nvSpPr>
            <p:spPr>
              <a:xfrm>
                <a:off x="853872" y="1487438"/>
                <a:ext cx="289128" cy="289128"/>
              </a:xfrm>
              <a:prstGeom prst="roundRect">
                <a:avLst/>
              </a:prstGeom>
              <a:solidFill>
                <a:srgbClr val="FFD966"/>
              </a:solidFill>
              <a:ln w="12700">
                <a:solidFill>
                  <a:schemeClr val="tx1"/>
                </a:solidFill>
              </a:ln>
              <a:effectLst>
                <a:outerShdw dist="38100" dir="2700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67">
                  <a:latin typeface="+mj-ea"/>
                  <a:ea typeface="+mj-ea"/>
                </a:endParaRP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5D08A8A4-1970-D2BB-759C-BC22ACF21903}"/>
                  </a:ext>
                </a:extLst>
              </p:cNvPr>
              <p:cNvSpPr txBox="1"/>
              <p:nvPr/>
            </p:nvSpPr>
            <p:spPr>
              <a:xfrm>
                <a:off x="853872" y="1490019"/>
                <a:ext cx="289128" cy="3160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ko-KR" sz="1600" dirty="0">
                    <a:latin typeface="+mj-ea"/>
                    <a:ea typeface="+mj-ea"/>
                  </a:rPr>
                  <a:t>3</a:t>
                </a:r>
                <a:endParaRPr lang="ko-KR" altLang="en-US" sz="1600" dirty="0">
                  <a:latin typeface="+mj-ea"/>
                  <a:ea typeface="+mj-ea"/>
                </a:endParaRPr>
              </a:p>
            </p:txBody>
          </p:sp>
        </p:grp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EFB1EA19-0FBB-7E98-DB8B-E17B767248EA}"/>
                </a:ext>
              </a:extLst>
            </p:cNvPr>
            <p:cNvSpPr txBox="1"/>
            <p:nvPr/>
          </p:nvSpPr>
          <p:spPr>
            <a:xfrm>
              <a:off x="1139406" y="1491687"/>
              <a:ext cx="5772258" cy="5009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870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다른 모둠으로부터 받은 피드백을</a:t>
              </a:r>
              <a:endParaRPr lang="en-US" altLang="ko-KR" sz="187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endParaRPr>
            </a:p>
            <a:p>
              <a:r>
                <a:rPr lang="ko-KR" altLang="en-US" sz="1870" dirty="0">
                  <a:solidFill>
                    <a:srgbClr val="0070C0">
                      <a:alpha val="99000"/>
                    </a:srgbClr>
                  </a:solidFill>
                  <a:latin typeface="+mj-ea"/>
                  <a:ea typeface="+mj-ea"/>
                </a:rPr>
                <a:t>그대로 반영하기</a:t>
              </a:r>
              <a:r>
                <a:rPr lang="ko-KR" altLang="en-US" sz="1870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 </a:t>
              </a:r>
              <a:r>
                <a:rPr lang="en-US" altLang="ko-KR" sz="1870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/ </a:t>
              </a:r>
              <a:r>
                <a:rPr lang="ko-KR" altLang="en-US" sz="1870" dirty="0">
                  <a:solidFill>
                    <a:schemeClr val="accent6">
                      <a:lumMod val="75000"/>
                      <a:alpha val="99000"/>
                    </a:schemeClr>
                  </a:solidFill>
                  <a:latin typeface="+mj-ea"/>
                  <a:ea typeface="+mj-ea"/>
                </a:rPr>
                <a:t>조정하여 반영하기 </a:t>
              </a:r>
              <a:r>
                <a:rPr lang="en-US" altLang="ko-KR" sz="1870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/ </a:t>
              </a:r>
              <a:r>
                <a:rPr lang="ko-KR" altLang="en-US" sz="1870" dirty="0">
                  <a:solidFill>
                    <a:srgbClr val="FF0000">
                      <a:alpha val="99000"/>
                    </a:srgbClr>
                  </a:solidFill>
                  <a:latin typeface="+mj-ea"/>
                  <a:ea typeface="+mj-ea"/>
                </a:rPr>
                <a:t>반영하지 않기</a:t>
              </a:r>
              <a:r>
                <a:rPr lang="ko-KR" altLang="en-US" sz="1870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로 판단해 봅시다</a:t>
              </a:r>
              <a:r>
                <a:rPr lang="en-US" altLang="ko-KR" sz="1870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.</a:t>
              </a:r>
              <a:r>
                <a:rPr lang="ko-KR" altLang="en-US" sz="1870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 </a:t>
              </a:r>
              <a:endParaRPr lang="ko-KR" altLang="en-US" sz="1870" dirty="0"/>
            </a:p>
          </p:txBody>
        </p:sp>
      </p:grpSp>
      <p:sp>
        <p:nvSpPr>
          <p:cNvPr id="2" name="Rounded Rectangle 98">
            <a:extLst>
              <a:ext uri="{FF2B5EF4-FFF2-40B4-BE49-F238E27FC236}">
                <a16:creationId xmlns:a16="http://schemas.microsoft.com/office/drawing/2014/main" id="{79D255B8-C2D6-6AA8-4BD6-69A1A8AA5E83}"/>
              </a:ext>
            </a:extLst>
          </p:cNvPr>
          <p:cNvSpPr/>
          <p:nvPr/>
        </p:nvSpPr>
        <p:spPr>
          <a:xfrm>
            <a:off x="136888" y="2871886"/>
            <a:ext cx="11893021" cy="366183"/>
          </a:xfrm>
          <a:prstGeom prst="roundRect">
            <a:avLst/>
          </a:prstGeom>
          <a:solidFill>
            <a:srgbClr val="FBE5D6"/>
          </a:solidFill>
          <a:ln w="381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lang="ko-KR" altLang="en-US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✋③ 반영하지 않기</a:t>
            </a:r>
            <a:r>
              <a:rPr lang="en-US" altLang="ko-KR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: </a:t>
            </a:r>
            <a:r>
              <a:rPr lang="ko-KR" altLang="en-US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사용자</a:t>
            </a:r>
            <a:r>
              <a:rPr lang="en-US" altLang="ko-KR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디자인 목적</a:t>
            </a:r>
            <a:r>
              <a:rPr lang="en-US" altLang="ko-KR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안전성</a:t>
            </a:r>
            <a:r>
              <a:rPr lang="en-US" altLang="ko-KR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실행 가능성 등을 생각했을 때 적절하지 않다</a:t>
            </a:r>
            <a:r>
              <a:rPr lang="en-US" altLang="ko-KR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.</a:t>
            </a:r>
          </a:p>
        </p:txBody>
      </p:sp>
      <p:sp>
        <p:nvSpPr>
          <p:cNvPr id="5" name="Rounded Rectangle 98">
            <a:extLst>
              <a:ext uri="{FF2B5EF4-FFF2-40B4-BE49-F238E27FC236}">
                <a16:creationId xmlns:a16="http://schemas.microsoft.com/office/drawing/2014/main" id="{AF898B19-6E0B-F5D8-E153-B7C23DEC9D1B}"/>
              </a:ext>
            </a:extLst>
          </p:cNvPr>
          <p:cNvSpPr/>
          <p:nvPr/>
        </p:nvSpPr>
        <p:spPr>
          <a:xfrm>
            <a:off x="136888" y="2017272"/>
            <a:ext cx="11893017" cy="36618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381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lang="ko-KR" altLang="en-US" b="0" i="0" dirty="0">
                <a:solidFill>
                  <a:srgbClr val="424242"/>
                </a:solidFill>
                <a:effectLst/>
                <a:latin typeface="-apple-system"/>
              </a:rPr>
              <a:t>❤️</a:t>
            </a:r>
            <a:r>
              <a:rPr lang="ko-KR" altLang="en-US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① 그대로 반영하기</a:t>
            </a:r>
            <a:r>
              <a:rPr lang="en-US" altLang="ko-KR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: </a:t>
            </a:r>
            <a:r>
              <a:rPr lang="ko-KR" altLang="en-US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우리 모둠의 디자인 목적과 잘 맞고</a:t>
            </a:r>
            <a:r>
              <a:rPr lang="en-US" altLang="ko-KR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계획을 더 좋게 만들 수 있다</a:t>
            </a:r>
            <a:r>
              <a:rPr lang="en-US" altLang="ko-KR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.</a:t>
            </a:r>
          </a:p>
        </p:txBody>
      </p:sp>
      <p:sp>
        <p:nvSpPr>
          <p:cNvPr id="7" name="Rounded Rectangle 98">
            <a:extLst>
              <a:ext uri="{FF2B5EF4-FFF2-40B4-BE49-F238E27FC236}">
                <a16:creationId xmlns:a16="http://schemas.microsoft.com/office/drawing/2014/main" id="{2AC05585-C33D-D4F0-C40A-732893B5956D}"/>
              </a:ext>
            </a:extLst>
          </p:cNvPr>
          <p:cNvSpPr/>
          <p:nvPr/>
        </p:nvSpPr>
        <p:spPr>
          <a:xfrm>
            <a:off x="136888" y="2444579"/>
            <a:ext cx="11893017" cy="366183"/>
          </a:xfrm>
          <a:prstGeom prst="roundRect">
            <a:avLst/>
          </a:prstGeom>
          <a:solidFill>
            <a:srgbClr val="E2F0D9"/>
          </a:solidFill>
          <a:ln w="381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lang="ko-KR" altLang="en-US" b="1" i="0" dirty="0">
                <a:solidFill>
                  <a:srgbClr val="0D0D0D"/>
                </a:solidFill>
                <a:effectLst/>
                <a:latin typeface="-apple-system-body"/>
              </a:rPr>
              <a:t>🔧</a:t>
            </a:r>
            <a:r>
              <a:rPr lang="ko-KR" altLang="en-US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② 조정하여 반영하기</a:t>
            </a:r>
            <a:r>
              <a:rPr lang="en-US" altLang="ko-KR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: </a:t>
            </a:r>
            <a:r>
              <a:rPr lang="ko-KR" altLang="en-US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도움이 되는 의견이지만 우리 모둠의 계획에 맞게 일부 바꿀 필요가 있다</a:t>
            </a:r>
            <a:r>
              <a:rPr lang="en-US" altLang="ko-KR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.</a:t>
            </a:r>
          </a:p>
        </p:txBody>
      </p:sp>
      <p:sp>
        <p:nvSpPr>
          <p:cNvPr id="13" name="Rounded Rectangle 98">
            <a:extLst>
              <a:ext uri="{FF2B5EF4-FFF2-40B4-BE49-F238E27FC236}">
                <a16:creationId xmlns:a16="http://schemas.microsoft.com/office/drawing/2014/main" id="{F7AA6288-98F2-9E44-D0FF-11AE08CC957C}"/>
              </a:ext>
            </a:extLst>
          </p:cNvPr>
          <p:cNvSpPr/>
          <p:nvPr/>
        </p:nvSpPr>
        <p:spPr>
          <a:xfrm>
            <a:off x="136888" y="3299192"/>
            <a:ext cx="3868119" cy="258045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381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r>
              <a:rPr lang="ko-KR" altLang="en-US" b="0" i="0" dirty="0">
                <a:solidFill>
                  <a:srgbClr val="424242"/>
                </a:solidFill>
                <a:effectLst/>
                <a:latin typeface="-apple-system"/>
              </a:rPr>
              <a:t>❤️</a:t>
            </a:r>
            <a:r>
              <a:rPr lang="ko-KR" altLang="en-US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① 그대로 반영할 의견</a:t>
            </a:r>
            <a:endParaRPr lang="en-US" altLang="ko-KR" sz="1800" dirty="0">
              <a:solidFill>
                <a:schemeClr val="tx1">
                  <a:alpha val="99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4" name="Rounded Rectangle 98">
            <a:extLst>
              <a:ext uri="{FF2B5EF4-FFF2-40B4-BE49-F238E27FC236}">
                <a16:creationId xmlns:a16="http://schemas.microsoft.com/office/drawing/2014/main" id="{D1D76905-2594-88C1-09E3-5531DAA02EA0}"/>
              </a:ext>
            </a:extLst>
          </p:cNvPr>
          <p:cNvSpPr/>
          <p:nvPr/>
        </p:nvSpPr>
        <p:spPr>
          <a:xfrm>
            <a:off x="8161786" y="3299192"/>
            <a:ext cx="3868119" cy="258045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r>
              <a:rPr lang="ko-KR" altLang="en-US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✋③ 반영하지 않지 않을 의견</a:t>
            </a:r>
            <a:endParaRPr lang="en-US" altLang="ko-KR" sz="1800" dirty="0">
              <a:solidFill>
                <a:schemeClr val="tx1">
                  <a:alpha val="99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5" name="Rounded Rectangle 98">
            <a:extLst>
              <a:ext uri="{FF2B5EF4-FFF2-40B4-BE49-F238E27FC236}">
                <a16:creationId xmlns:a16="http://schemas.microsoft.com/office/drawing/2014/main" id="{10844C62-2B46-28F6-5385-0AC06E53E6E0}"/>
              </a:ext>
            </a:extLst>
          </p:cNvPr>
          <p:cNvSpPr/>
          <p:nvPr/>
        </p:nvSpPr>
        <p:spPr>
          <a:xfrm>
            <a:off x="4149337" y="3299192"/>
            <a:ext cx="3868119" cy="258045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r>
              <a:rPr lang="ko-KR" altLang="en-US" b="1" i="0" dirty="0">
                <a:solidFill>
                  <a:srgbClr val="0D0D0D"/>
                </a:solidFill>
                <a:effectLst/>
                <a:latin typeface="-apple-system-body"/>
              </a:rPr>
              <a:t>🔧</a:t>
            </a:r>
            <a:r>
              <a:rPr lang="ko-KR" altLang="en-US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② 조정하여 반영할 의견</a:t>
            </a:r>
            <a:endParaRPr lang="en-US" altLang="ko-KR" sz="1800" dirty="0">
              <a:solidFill>
                <a:schemeClr val="tx1">
                  <a:alpha val="99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" name="Rounded Rectangle 98">
            <a:extLst>
              <a:ext uri="{FF2B5EF4-FFF2-40B4-BE49-F238E27FC236}">
                <a16:creationId xmlns:a16="http://schemas.microsoft.com/office/drawing/2014/main" id="{E66D7661-0B75-5B67-3E13-B6F5DC024437}"/>
              </a:ext>
            </a:extLst>
          </p:cNvPr>
          <p:cNvSpPr/>
          <p:nvPr/>
        </p:nvSpPr>
        <p:spPr>
          <a:xfrm>
            <a:off x="136887" y="5941884"/>
            <a:ext cx="11893017" cy="49570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ko-KR" altLang="en-US" b="0" i="0" dirty="0">
                <a:solidFill>
                  <a:srgbClr val="424242"/>
                </a:solidFill>
                <a:effectLst/>
                <a:latin typeface="-apple-system"/>
              </a:rPr>
              <a:t>📝</a:t>
            </a:r>
            <a:r>
              <a:rPr lang="ko-KR" altLang="en-US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판단이 끝나면 필요한 의견만 제작 계획서에 수정</a:t>
            </a:r>
            <a:r>
              <a:rPr lang="ko-KR" altLang="en-US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하거나 </a:t>
            </a:r>
            <a:r>
              <a:rPr lang="ko-KR" altLang="en-US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보완하여 최종 계획을 완성합니다</a:t>
            </a:r>
            <a:r>
              <a:rPr lang="en-US" altLang="ko-KR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249095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14</a:t>
            </a:r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tx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활동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Autofit/>
          </a:bodyPr>
          <a:lstStyle/>
          <a:p>
            <a:r>
              <a:rPr lang="en-US" altLang="ko-KR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[</a:t>
            </a:r>
            <a:r>
              <a:rPr lang="ko-KR" altLang="en-US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활동</a:t>
            </a:r>
            <a:r>
              <a:rPr lang="en-US" altLang="ko-KR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2] </a:t>
            </a:r>
            <a:r>
              <a:rPr lang="ko-KR" altLang="en-US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친구의 피드백을 판단하여 제작 계획 완성하기</a:t>
            </a: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1C237967-FCED-71C4-4C4B-3957D64529FA}"/>
              </a:ext>
            </a:extLst>
          </p:cNvPr>
          <p:cNvGrpSpPr/>
          <p:nvPr/>
        </p:nvGrpSpPr>
        <p:grpSpPr>
          <a:xfrm>
            <a:off x="519762" y="1301339"/>
            <a:ext cx="8350124" cy="380104"/>
            <a:chOff x="882303" y="1491687"/>
            <a:chExt cx="6262598" cy="285078"/>
          </a:xfrm>
        </p:grpSpPr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A51D0B38-CE65-37A0-6CF3-FBC6B4EDEB55}"/>
                </a:ext>
              </a:extLst>
            </p:cNvPr>
            <p:cNvGrpSpPr/>
            <p:nvPr/>
          </p:nvGrpSpPr>
          <p:grpSpPr>
            <a:xfrm>
              <a:off x="882303" y="1505480"/>
              <a:ext cx="232268" cy="255989"/>
              <a:chOff x="853872" y="1487438"/>
              <a:chExt cx="289128" cy="318656"/>
            </a:xfrm>
          </p:grpSpPr>
          <p:sp>
            <p:nvSpPr>
              <p:cNvPr id="46" name="모서리가 둥근 직사각형 41">
                <a:extLst>
                  <a:ext uri="{FF2B5EF4-FFF2-40B4-BE49-F238E27FC236}">
                    <a16:creationId xmlns:a16="http://schemas.microsoft.com/office/drawing/2014/main" id="{7601A22E-6043-B5E9-F420-513DC5686366}"/>
                  </a:ext>
                </a:extLst>
              </p:cNvPr>
              <p:cNvSpPr/>
              <p:nvPr/>
            </p:nvSpPr>
            <p:spPr>
              <a:xfrm>
                <a:off x="853872" y="1487438"/>
                <a:ext cx="289128" cy="289128"/>
              </a:xfrm>
              <a:prstGeom prst="roundRect">
                <a:avLst/>
              </a:prstGeom>
              <a:solidFill>
                <a:srgbClr val="FFD966"/>
              </a:solidFill>
              <a:ln w="12700">
                <a:solidFill>
                  <a:schemeClr val="tx1"/>
                </a:solidFill>
              </a:ln>
              <a:effectLst>
                <a:outerShdw dist="38100" dir="2700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67">
                  <a:latin typeface="+mj-ea"/>
                  <a:ea typeface="+mj-ea"/>
                </a:endParaRP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5D08A8A4-1970-D2BB-759C-BC22ACF21903}"/>
                  </a:ext>
                </a:extLst>
              </p:cNvPr>
              <p:cNvSpPr txBox="1"/>
              <p:nvPr/>
            </p:nvSpPr>
            <p:spPr>
              <a:xfrm>
                <a:off x="853872" y="1490019"/>
                <a:ext cx="289128" cy="3160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ko-KR" sz="1600" dirty="0">
                    <a:latin typeface="+mj-ea"/>
                    <a:ea typeface="+mj-ea"/>
                  </a:rPr>
                  <a:t>4</a:t>
                </a:r>
                <a:endParaRPr lang="ko-KR" altLang="en-US" sz="1600" dirty="0">
                  <a:latin typeface="+mj-ea"/>
                  <a:ea typeface="+mj-ea"/>
                </a:endParaRPr>
              </a:p>
            </p:txBody>
          </p:sp>
        </p:grp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EFB1EA19-0FBB-7E98-DB8B-E17B767248EA}"/>
                </a:ext>
              </a:extLst>
            </p:cNvPr>
            <p:cNvSpPr txBox="1"/>
            <p:nvPr/>
          </p:nvSpPr>
          <p:spPr>
            <a:xfrm>
              <a:off x="1139406" y="1491687"/>
              <a:ext cx="6005495" cy="28507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870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다음 차시에 디자인을 시작할 수 있도록 최종 점검을 해봅시다</a:t>
              </a:r>
              <a:r>
                <a:rPr lang="en-US" altLang="ko-KR" sz="1870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. (</a:t>
              </a:r>
              <a:r>
                <a:rPr lang="ko-KR" altLang="en-US" sz="1870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체크리스트</a:t>
              </a:r>
              <a:r>
                <a:rPr lang="en-US" altLang="ko-KR" sz="1870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)</a:t>
              </a:r>
            </a:p>
          </p:txBody>
        </p:sp>
      </p:grpSp>
      <p:sp>
        <p:nvSpPr>
          <p:cNvPr id="18" name="Rounded Rectangle 98">
            <a:extLst>
              <a:ext uri="{FF2B5EF4-FFF2-40B4-BE49-F238E27FC236}">
                <a16:creationId xmlns:a16="http://schemas.microsoft.com/office/drawing/2014/main" id="{6476659D-634E-DAAA-2322-F1E7D191E540}"/>
              </a:ext>
            </a:extLst>
          </p:cNvPr>
          <p:cNvSpPr/>
          <p:nvPr/>
        </p:nvSpPr>
        <p:spPr>
          <a:xfrm>
            <a:off x="1593668" y="1752137"/>
            <a:ext cx="9901645" cy="668101"/>
          </a:xfrm>
          <a:prstGeom prst="roundRect">
            <a:avLst/>
          </a:prstGeom>
          <a:solidFill>
            <a:srgbClr val="EDDFEC"/>
          </a:solidFill>
          <a:ln w="381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lang="ko-KR" altLang="en-US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무엇을 만들거나 바꿀지 분명한가요</a:t>
            </a:r>
            <a:r>
              <a:rPr lang="en-US" altLang="ko-KR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?</a:t>
            </a:r>
            <a:endParaRPr lang="en-US" altLang="ko-KR" sz="1800" dirty="0">
              <a:solidFill>
                <a:schemeClr val="tx1">
                  <a:alpha val="99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9" name="Rounded Rectangle 98">
            <a:extLst>
              <a:ext uri="{FF2B5EF4-FFF2-40B4-BE49-F238E27FC236}">
                <a16:creationId xmlns:a16="http://schemas.microsoft.com/office/drawing/2014/main" id="{3762F947-6C1A-EF1E-BB03-E854F9831525}"/>
              </a:ext>
            </a:extLst>
          </p:cNvPr>
          <p:cNvSpPr/>
          <p:nvPr/>
        </p:nvSpPr>
        <p:spPr>
          <a:xfrm>
            <a:off x="1593669" y="4159491"/>
            <a:ext cx="9901645" cy="668101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lang="ko-KR" altLang="en-US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만드는 순서가 구체적인가요</a:t>
            </a:r>
            <a:r>
              <a:rPr lang="en-US" altLang="ko-KR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?</a:t>
            </a:r>
          </a:p>
        </p:txBody>
      </p:sp>
      <p:sp>
        <p:nvSpPr>
          <p:cNvPr id="25" name="Rounded Rectangle 98">
            <a:extLst>
              <a:ext uri="{FF2B5EF4-FFF2-40B4-BE49-F238E27FC236}">
                <a16:creationId xmlns:a16="http://schemas.microsoft.com/office/drawing/2014/main" id="{4663B570-7790-AC53-F427-6082B1FA5243}"/>
              </a:ext>
            </a:extLst>
          </p:cNvPr>
          <p:cNvSpPr/>
          <p:nvPr/>
        </p:nvSpPr>
        <p:spPr>
          <a:xfrm>
            <a:off x="1593669" y="3357040"/>
            <a:ext cx="9901645" cy="66810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lang="ko-KR" altLang="en-US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필요한 재료와 용구를 준비할 수 있나요</a:t>
            </a:r>
            <a:r>
              <a:rPr lang="en-US" altLang="ko-KR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?</a:t>
            </a:r>
          </a:p>
        </p:txBody>
      </p:sp>
      <p:sp>
        <p:nvSpPr>
          <p:cNvPr id="26" name="Rounded Rectangle 98">
            <a:extLst>
              <a:ext uri="{FF2B5EF4-FFF2-40B4-BE49-F238E27FC236}">
                <a16:creationId xmlns:a16="http://schemas.microsoft.com/office/drawing/2014/main" id="{EE83567C-19CA-BE7E-D6DC-2534DE7EF4CB}"/>
              </a:ext>
            </a:extLst>
          </p:cNvPr>
          <p:cNvSpPr/>
          <p:nvPr/>
        </p:nvSpPr>
        <p:spPr>
          <a:xfrm>
            <a:off x="1593669" y="4961942"/>
            <a:ext cx="9901645" cy="668101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381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lang="ko-KR" altLang="en-US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실제 공간의 어디에</a:t>
            </a:r>
            <a:r>
              <a:rPr lang="en-US" altLang="ko-KR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어떤 방법으로 </a:t>
            </a:r>
            <a:r>
              <a:rPr lang="ko-KR" altLang="en-US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설치하거나 배치</a:t>
            </a:r>
            <a:r>
              <a:rPr lang="ko-KR" altLang="en-US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할지 정했나요</a:t>
            </a:r>
            <a:r>
              <a:rPr lang="en-US" altLang="ko-KR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?</a:t>
            </a:r>
          </a:p>
        </p:txBody>
      </p:sp>
      <p:sp>
        <p:nvSpPr>
          <p:cNvPr id="27" name="Rounded Rectangle 98">
            <a:extLst>
              <a:ext uri="{FF2B5EF4-FFF2-40B4-BE49-F238E27FC236}">
                <a16:creationId xmlns:a16="http://schemas.microsoft.com/office/drawing/2014/main" id="{1C1CA112-E331-DA9D-9DC7-D34D52A280E8}"/>
              </a:ext>
            </a:extLst>
          </p:cNvPr>
          <p:cNvSpPr/>
          <p:nvPr/>
        </p:nvSpPr>
        <p:spPr>
          <a:xfrm>
            <a:off x="1593669" y="5764392"/>
            <a:ext cx="9901645" cy="668101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 w="381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lang="ko-KR" altLang="en-US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제작 과정이 안전하고 실제로 제작할 수 있는 디자인인가요</a:t>
            </a:r>
            <a:r>
              <a:rPr lang="en-US" altLang="ko-KR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?</a:t>
            </a:r>
            <a:endParaRPr lang="en-US" altLang="ko-KR" sz="1800" dirty="0">
              <a:solidFill>
                <a:schemeClr val="tx1">
                  <a:alpha val="99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8" name="Rounded Rectangle 98">
            <a:extLst>
              <a:ext uri="{FF2B5EF4-FFF2-40B4-BE49-F238E27FC236}">
                <a16:creationId xmlns:a16="http://schemas.microsoft.com/office/drawing/2014/main" id="{07A42F3D-69D7-C548-71AE-8E4AFA847B53}"/>
              </a:ext>
            </a:extLst>
          </p:cNvPr>
          <p:cNvSpPr/>
          <p:nvPr/>
        </p:nvSpPr>
        <p:spPr>
          <a:xfrm>
            <a:off x="1593666" y="2554588"/>
            <a:ext cx="9901645" cy="66810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lang="ko-KR" altLang="en-US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색</a:t>
            </a:r>
            <a:r>
              <a:rPr lang="en-US" altLang="ko-KR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·</a:t>
            </a:r>
            <a:r>
              <a:rPr lang="ko-KR" altLang="en-US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형태</a:t>
            </a:r>
            <a:r>
              <a:rPr lang="en-US" altLang="ko-KR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·</a:t>
            </a:r>
            <a:r>
              <a:rPr lang="ko-KR" altLang="en-US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크기 등 디자인을 구체적으로 정했나요</a:t>
            </a:r>
            <a:r>
              <a:rPr lang="en-US" altLang="ko-KR" sz="1800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?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F9FB47E5-9802-40D9-8790-23083C2DD756}"/>
              </a:ext>
            </a:extLst>
          </p:cNvPr>
          <p:cNvSpPr/>
          <p:nvPr/>
        </p:nvSpPr>
        <p:spPr>
          <a:xfrm>
            <a:off x="981426" y="1858572"/>
            <a:ext cx="450569" cy="461665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B2A2BD05-DB7E-4CA9-645F-776715EB295E}"/>
              </a:ext>
            </a:extLst>
          </p:cNvPr>
          <p:cNvSpPr/>
          <p:nvPr/>
        </p:nvSpPr>
        <p:spPr>
          <a:xfrm>
            <a:off x="981426" y="2660379"/>
            <a:ext cx="450569" cy="461665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64B107BD-B605-21DB-30FF-4C9D5A0751B9}"/>
              </a:ext>
            </a:extLst>
          </p:cNvPr>
          <p:cNvSpPr/>
          <p:nvPr/>
        </p:nvSpPr>
        <p:spPr>
          <a:xfrm>
            <a:off x="981426" y="3462186"/>
            <a:ext cx="450569" cy="461665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8F56FCD0-A5DF-1E33-E8AC-539231E9FD0E}"/>
              </a:ext>
            </a:extLst>
          </p:cNvPr>
          <p:cNvSpPr/>
          <p:nvPr/>
        </p:nvSpPr>
        <p:spPr>
          <a:xfrm>
            <a:off x="981426" y="4263993"/>
            <a:ext cx="450569" cy="461665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EFBAB3F3-16FF-694F-CB3C-2FEEF4E28BC4}"/>
              </a:ext>
            </a:extLst>
          </p:cNvPr>
          <p:cNvSpPr/>
          <p:nvPr/>
        </p:nvSpPr>
        <p:spPr>
          <a:xfrm>
            <a:off x="981426" y="5065800"/>
            <a:ext cx="450569" cy="461665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E104473F-A878-FFD9-2D03-1FEE6C8905A2}"/>
              </a:ext>
            </a:extLst>
          </p:cNvPr>
          <p:cNvSpPr/>
          <p:nvPr/>
        </p:nvSpPr>
        <p:spPr>
          <a:xfrm>
            <a:off x="981426" y="5867609"/>
            <a:ext cx="450569" cy="461665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91984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altLang="ko-KR" dirty="0"/>
              <a:t>15</a:t>
            </a:r>
            <a:endParaRPr lang="en-US" dirty="0"/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정리하기</a:t>
            </a: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9B7CF3A5-02F4-467E-1443-5C318ABEE8D7}"/>
              </a:ext>
            </a:extLst>
          </p:cNvPr>
          <p:cNvSpPr txBox="1">
            <a:spLocks/>
          </p:cNvSpPr>
          <p:nvPr/>
        </p:nvSpPr>
        <p:spPr>
          <a:xfrm>
            <a:off x="0" y="1505022"/>
            <a:ext cx="12191999" cy="641085"/>
          </a:xfrm>
          <a:prstGeom prst="rect">
            <a:avLst/>
          </a:prstGeom>
        </p:spPr>
        <p:txBody>
          <a:bodyPr anchor="ctr">
            <a:normAutofit fontScale="97500"/>
          </a:bodyPr>
          <a:lstStyle>
            <a:lvl1pPr marL="0" algn="l" defTabSz="1219170" rtl="0" eaLnBrk="1" latinLnBrk="1" hangingPunct="1">
              <a:spcBef>
                <a:spcPct val="0"/>
              </a:spcBef>
              <a:buNone/>
              <a:defRPr lang="ko-KR" altLang="en-US" sz="3733" kern="1200" spc="-147" baseline="0" dirty="0">
                <a:solidFill>
                  <a:schemeClr val="tx1">
                    <a:lumMod val="85000"/>
                    <a:lumOff val="15000"/>
                    <a:alpha val="99000"/>
                  </a:schemeClr>
                </a:solidFill>
                <a:latin typeface="땅스부대찌개 Bold" panose="02020603020101020101" pitchFamily="18" charset="-127"/>
                <a:ea typeface="땅스부대찌개 Bold" panose="02020603020101020101" pitchFamily="18" charset="-127"/>
                <a:cs typeface="+mn-cs"/>
              </a:defRPr>
            </a:lvl1pPr>
          </a:lstStyle>
          <a:p>
            <a:pPr algn="ctr"/>
            <a:r>
              <a:rPr lang="ko-KR" altLang="en-US" sz="32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탐구 질문</a:t>
            </a:r>
            <a:r>
              <a:rPr lang="en-US" altLang="ko-KR" sz="32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: </a:t>
            </a:r>
            <a:r>
              <a:rPr lang="ko-KR" altLang="en-US" sz="32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친구의 피드백은 모두 디자인에 반영해야 할까요</a:t>
            </a:r>
            <a:r>
              <a:rPr lang="en-US" altLang="ko-KR" sz="32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?</a:t>
            </a:r>
            <a:endParaRPr lang="ko-KR" altLang="en-US" sz="3200" b="1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j-ea"/>
              <a:ea typeface="+mj-ea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A460AC9-193B-6026-48F7-693A00F7BD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1561" y="2146107"/>
            <a:ext cx="8963856" cy="4103068"/>
          </a:xfrm>
          <a:prstGeom prst="rect">
            <a:avLst/>
          </a:prstGeom>
        </p:spPr>
      </p:pic>
      <p:sp>
        <p:nvSpPr>
          <p:cNvPr id="2" name="TextBox 3">
            <a:extLst>
              <a:ext uri="{FF2B5EF4-FFF2-40B4-BE49-F238E27FC236}">
                <a16:creationId xmlns:a16="http://schemas.microsoft.com/office/drawing/2014/main" id="{77079039-266D-4F01-DD58-898AD18FF396}"/>
              </a:ext>
            </a:extLst>
          </p:cNvPr>
          <p:cNvSpPr txBox="1"/>
          <p:nvPr/>
        </p:nvSpPr>
        <p:spPr>
          <a:xfrm>
            <a:off x="9111812" y="2040598"/>
            <a:ext cx="15736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900" b="1" kern="0" spc="0" dirty="0">
                <a:solidFill>
                  <a:srgbClr val="000000"/>
                </a:solidFill>
                <a:effectLst/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AI(ChatGPT) </a:t>
            </a:r>
            <a:r>
              <a:rPr lang="ko-KR" altLang="en-US" sz="900" b="1" kern="0" spc="0" dirty="0">
                <a:solidFill>
                  <a:srgbClr val="000000"/>
                </a:solidFill>
                <a:effectLst/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생성 이미지</a:t>
            </a:r>
            <a:endParaRPr lang="ko-KR" altLang="en-US" sz="900" kern="0" spc="0" dirty="0">
              <a:solidFill>
                <a:srgbClr val="000000"/>
              </a:solidFill>
              <a:effectLst/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608672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16</a:t>
            </a:r>
            <a:endParaRPr lang="en-US" dirty="0"/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정리하기</a:t>
            </a: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9B7CF3A5-02F4-467E-1443-5C318ABEE8D7}"/>
              </a:ext>
            </a:extLst>
          </p:cNvPr>
          <p:cNvSpPr txBox="1">
            <a:spLocks/>
          </p:cNvSpPr>
          <p:nvPr/>
        </p:nvSpPr>
        <p:spPr>
          <a:xfrm>
            <a:off x="0" y="1505022"/>
            <a:ext cx="12191999" cy="641085"/>
          </a:xfrm>
          <a:prstGeom prst="rect">
            <a:avLst/>
          </a:prstGeom>
        </p:spPr>
        <p:txBody>
          <a:bodyPr anchor="ctr">
            <a:normAutofit fontScale="97500"/>
          </a:bodyPr>
          <a:lstStyle>
            <a:lvl1pPr marL="0" algn="l" defTabSz="1219170" rtl="0" eaLnBrk="1" latinLnBrk="1" hangingPunct="1">
              <a:spcBef>
                <a:spcPct val="0"/>
              </a:spcBef>
              <a:buNone/>
              <a:defRPr lang="ko-KR" altLang="en-US" sz="3733" kern="1200" spc="-147" baseline="0" dirty="0">
                <a:solidFill>
                  <a:schemeClr val="tx1">
                    <a:lumMod val="85000"/>
                    <a:lumOff val="15000"/>
                    <a:alpha val="99000"/>
                  </a:schemeClr>
                </a:solidFill>
                <a:latin typeface="땅스부대찌개 Bold" panose="02020603020101020101" pitchFamily="18" charset="-127"/>
                <a:ea typeface="땅스부대찌개 Bold" panose="02020603020101020101" pitchFamily="18" charset="-127"/>
                <a:cs typeface="+mn-cs"/>
              </a:defRPr>
            </a:lvl1pPr>
          </a:lstStyle>
          <a:p>
            <a:pPr algn="ctr"/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다음 차시에는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?</a:t>
            </a:r>
            <a:endParaRPr lang="ko-KR" altLang="en-US" b="1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D2BA96E-A503-E600-DCB9-64F97FC65F5D}"/>
              </a:ext>
            </a:extLst>
          </p:cNvPr>
          <p:cNvSpPr txBox="1">
            <a:spLocks/>
          </p:cNvSpPr>
          <p:nvPr/>
        </p:nvSpPr>
        <p:spPr>
          <a:xfrm>
            <a:off x="-1" y="2155704"/>
            <a:ext cx="12191999" cy="641085"/>
          </a:xfrm>
          <a:prstGeom prst="rect">
            <a:avLst/>
          </a:prstGeom>
        </p:spPr>
        <p:txBody>
          <a:bodyPr anchor="ctr">
            <a:normAutofit fontScale="97500"/>
          </a:bodyPr>
          <a:lstStyle>
            <a:lvl1pPr marL="0" algn="l" defTabSz="1219170" rtl="0" eaLnBrk="1" latinLnBrk="1" hangingPunct="1">
              <a:spcBef>
                <a:spcPct val="0"/>
              </a:spcBef>
              <a:buNone/>
              <a:defRPr lang="ko-KR" altLang="en-US" sz="3733" kern="1200" spc="-147" baseline="0" dirty="0">
                <a:solidFill>
                  <a:schemeClr val="tx1">
                    <a:lumMod val="85000"/>
                    <a:lumOff val="15000"/>
                    <a:alpha val="99000"/>
                  </a:schemeClr>
                </a:solidFill>
                <a:latin typeface="땅스부대찌개 Bold" panose="02020603020101020101" pitchFamily="18" charset="-127"/>
                <a:ea typeface="땅스부대찌개 Bold" panose="02020603020101020101" pitchFamily="18" charset="-127"/>
                <a:cs typeface="+mn-cs"/>
              </a:defRPr>
            </a:lvl1pPr>
          </a:lstStyle>
          <a:p>
            <a:pPr algn="ctr"/>
            <a:r>
              <a:rPr lang="ko-KR" altLang="en-US" sz="32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디자인 계획서를 바탕으로 공간 디자인을 실행해 봅시다</a:t>
            </a:r>
            <a:r>
              <a:rPr lang="en-US" altLang="ko-KR" sz="32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!</a:t>
            </a:r>
            <a:endParaRPr lang="ko-KR" altLang="en-US" sz="3200" b="1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j-ea"/>
              <a:ea typeface="+mj-ea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7B778CA-5D54-E73F-124F-DC6ED1A07E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756" b="89939" l="10000" r="90645">
                        <a14:foregroundMark x1="42581" y1="21951" x2="42581" y2="21951"/>
                        <a14:foregroundMark x1="45484" y1="19817" x2="45484" y2="19817"/>
                        <a14:foregroundMark x1="45484" y1="19817" x2="45484" y2="19817"/>
                        <a14:foregroundMark x1="45806" y1="18598" x2="39677" y2="32317"/>
                        <a14:foregroundMark x1="40323" y1="22256" x2="37097" y2="35061"/>
                        <a14:foregroundMark x1="36129" y1="26524" x2="37742" y2="33841"/>
                        <a14:foregroundMark x1="42581" y1="22256" x2="40000" y2="39939"/>
                        <a14:foregroundMark x1="46452" y1="19207" x2="45806" y2="33841"/>
                        <a14:foregroundMark x1="46452" y1="14939" x2="43871" y2="27439"/>
                        <a14:foregroundMark x1="39677" y1="13110" x2="39677" y2="20732"/>
                        <a14:foregroundMark x1="35806" y1="11890" x2="36774" y2="18293"/>
                        <a14:foregroundMark x1="22258" y1="21037" x2="21935" y2="24390"/>
                        <a14:foregroundMark x1="25161" y1="21951" x2="20645" y2="27744"/>
                        <a14:foregroundMark x1="36452" y1="39634" x2="39355" y2="50915"/>
                        <a14:foregroundMark x1="43226" y1="36585" x2="45806" y2="45732"/>
                        <a14:foregroundMark x1="48065" y1="37195" x2="52581" y2="48476"/>
                        <a14:foregroundMark x1="56452" y1="36890" x2="61935" y2="51829"/>
                        <a14:foregroundMark x1="61613" y1="35366" x2="61290" y2="44512"/>
                        <a14:foregroundMark x1="62258" y1="35976" x2="57419" y2="52744"/>
                        <a14:foregroundMark x1="60323" y1="38415" x2="55484" y2="50610"/>
                        <a14:foregroundMark x1="56452" y1="32622" x2="51613" y2="47561"/>
                        <a14:foregroundMark x1="54516" y1="30488" x2="50968" y2="42988"/>
                        <a14:foregroundMark x1="54516" y1="30793" x2="49032" y2="47866"/>
                        <a14:foregroundMark x1="47419" y1="44512" x2="43548" y2="55183"/>
                        <a14:foregroundMark x1="44194" y1="50610" x2="43871" y2="55183"/>
                        <a14:foregroundMark x1="46452" y1="51220" x2="49677" y2="62195"/>
                        <a14:foregroundMark x1="58710" y1="46951" x2="60000" y2="53963"/>
                        <a14:foregroundMark x1="60323" y1="48476" x2="58710" y2="53049"/>
                        <a14:foregroundMark x1="53226" y1="41463" x2="51935" y2="50610"/>
                        <a14:foregroundMark x1="49677" y1="49085" x2="47742" y2="55488"/>
                        <a14:foregroundMark x1="36129" y1="40549" x2="38065" y2="47866"/>
                        <a14:foregroundMark x1="32581" y1="38720" x2="36774" y2="45427"/>
                        <a14:foregroundMark x1="30000" y1="37195" x2="32581" y2="44817"/>
                        <a14:foregroundMark x1="58710" y1="25000" x2="63226" y2="40244"/>
                        <a14:foregroundMark x1="63871" y1="28354" x2="63871" y2="42988"/>
                        <a14:foregroundMark x1="66774" y1="35061" x2="63871" y2="52134"/>
                        <a14:foregroundMark x1="66452" y1="40244" x2="63871" y2="48780"/>
                        <a14:foregroundMark x1="57097" y1="30488" x2="50968" y2="39024"/>
                        <a14:foregroundMark x1="48387" y1="28354" x2="50323" y2="39329"/>
                        <a14:foregroundMark x1="50000" y1="25305" x2="51935" y2="38110"/>
                        <a14:foregroundMark x1="50323" y1="25000" x2="54839" y2="39024"/>
                        <a14:foregroundMark x1="90645" y1="32927" x2="88710" y2="35366"/>
                      </a14:backgroundRemoval>
                    </a14:imgEffect>
                  </a14:imgLayer>
                </a14:imgProps>
              </a:ext>
            </a:extLst>
          </a:blip>
          <a:srcRect b="19381"/>
          <a:stretch/>
        </p:blipFill>
        <p:spPr>
          <a:xfrm>
            <a:off x="443720" y="4989840"/>
            <a:ext cx="1460067" cy="1245440"/>
          </a:xfrm>
          <a:prstGeom prst="rect">
            <a:avLst/>
          </a:prstGeom>
        </p:spPr>
      </p:pic>
      <p:sp>
        <p:nvSpPr>
          <p:cNvPr id="5" name="말풍선: 모서리가 둥근 사각형 4">
            <a:extLst>
              <a:ext uri="{FF2B5EF4-FFF2-40B4-BE49-F238E27FC236}">
                <a16:creationId xmlns:a16="http://schemas.microsoft.com/office/drawing/2014/main" id="{BE2300D7-661A-8FED-8400-1398F3A27064}"/>
              </a:ext>
            </a:extLst>
          </p:cNvPr>
          <p:cNvSpPr/>
          <p:nvPr/>
        </p:nvSpPr>
        <p:spPr>
          <a:xfrm>
            <a:off x="1903787" y="5480280"/>
            <a:ext cx="9539276" cy="641086"/>
          </a:xfrm>
          <a:prstGeom prst="wedgeRoundRectCallout">
            <a:avLst>
              <a:gd name="adj1" fmla="val -51361"/>
              <a:gd name="adj2" fmla="val 2022"/>
              <a:gd name="adj3" fmla="val 16667"/>
            </a:avLst>
          </a:prstGeom>
          <a:noFill/>
          <a:ln w="57150">
            <a:solidFill>
              <a:srgbClr val="F6877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2000" b="1" dirty="0">
                <a:solidFill>
                  <a:srgbClr val="0D0D0D"/>
                </a:solidFill>
                <a:latin typeface="+mj-ea"/>
                <a:ea typeface="+mj-ea"/>
              </a:rPr>
              <a:t>선생님이 준비하는 재료 외에 모둠에서 준비할 수 있는 재료가 있다면 미리 준비해요</a:t>
            </a:r>
            <a:r>
              <a:rPr lang="en-US" altLang="ko-KR" sz="2000" b="1" dirty="0">
                <a:solidFill>
                  <a:srgbClr val="0D0D0D"/>
                </a:solidFill>
                <a:latin typeface="+mj-ea"/>
                <a:ea typeface="+mj-ea"/>
              </a:rPr>
              <a:t>!</a:t>
            </a:r>
            <a:endParaRPr lang="ko-KR" altLang="en-US" sz="20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03AA0A2-58B2-BFFB-6CC3-3921AE198A0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11068"/>
          <a:stretch/>
        </p:blipFill>
        <p:spPr>
          <a:xfrm>
            <a:off x="2990408" y="2732386"/>
            <a:ext cx="6675735" cy="262059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2C8304D-C269-7A54-3212-3110C1198C02}"/>
              </a:ext>
            </a:extLst>
          </p:cNvPr>
          <p:cNvSpPr txBox="1"/>
          <p:nvPr/>
        </p:nvSpPr>
        <p:spPr>
          <a:xfrm>
            <a:off x="9666143" y="5156159"/>
            <a:ext cx="18827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 kern="0" spc="0" dirty="0">
                <a:solidFill>
                  <a:srgbClr val="000000"/>
                </a:solidFill>
                <a:effectLst/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AI(ChatGPT) </a:t>
            </a:r>
            <a:r>
              <a:rPr lang="ko-KR" altLang="en-US" sz="900" b="1" kern="0" spc="0" dirty="0">
                <a:solidFill>
                  <a:srgbClr val="000000"/>
                </a:solidFill>
                <a:effectLst/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생성 이미지</a:t>
            </a:r>
            <a:endParaRPr lang="ko-KR" altLang="en-US" sz="900" kern="0" spc="0" dirty="0">
              <a:solidFill>
                <a:srgbClr val="000000"/>
              </a:solidFill>
              <a:effectLst/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681743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/>
        </p:nvSpPr>
        <p:spPr>
          <a:xfrm>
            <a:off x="431371" y="3500604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26610221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0">
      <a:majorFont>
        <a:latin typeface="에스코어 드림 8 Heavy"/>
        <a:ea typeface="에스코어 드림 8 Heavy"/>
        <a:cs typeface=""/>
      </a:majorFont>
      <a:minorFont>
        <a:latin typeface="Noto Sans KR Medium"/>
        <a:ea typeface="Noto Sans KR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1161</TotalTime>
  <Words>1016</Words>
  <Application>Microsoft Office PowerPoint</Application>
  <PresentationFormat>와이드스크린</PresentationFormat>
  <Paragraphs>181</Paragraphs>
  <Slides>17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7" baseType="lpstr">
      <vt:lpstr>-apple-system</vt:lpstr>
      <vt:lpstr>-apple-system-body</vt:lpstr>
      <vt:lpstr>Noto Sans KR</vt:lpstr>
      <vt:lpstr>Noto Sans KR Black</vt:lpstr>
      <vt:lpstr>나눔스퀘어 ExtraBold</vt:lpstr>
      <vt:lpstr>땅스부대찌개 Bold</vt:lpstr>
      <vt:lpstr>에스코어 드림 3 Light</vt:lpstr>
      <vt:lpstr>에스코어 드림 5 Medium</vt:lpstr>
      <vt:lpstr>Arial</vt:lpstr>
      <vt:lpstr>Office Theme</vt:lpstr>
      <vt:lpstr>PowerPoint 프레젠테이션</vt:lpstr>
      <vt:lpstr>이번 차시의 프로젝트 단계는?</vt:lpstr>
      <vt:lpstr>어떤 피드백을 반영해야 할까?</vt:lpstr>
      <vt:lpstr>PowerPoint 프레젠테이션</vt:lpstr>
      <vt:lpstr>PowerPoint 프레젠테이션</vt:lpstr>
      <vt:lpstr>[활동1] 인공지능 생성 이미지로 공간 디자인 계획 점검하기</vt:lpstr>
      <vt:lpstr>[활동1] 인공지능 생성 이미지로 공간 디자인 계획 점검하기</vt:lpstr>
      <vt:lpstr>[활동1] 인공지능 생성 이미지로 공간 디자인 계획 점검하기</vt:lpstr>
      <vt:lpstr>[활동1] 인공지능 생성 이미지로 공간 디자인 계획 점검하기</vt:lpstr>
      <vt:lpstr>[활동1] 인공지능 생성 이미지로 공간 디자인 계획 점검하기</vt:lpstr>
      <vt:lpstr>[활동2] 친구의 피드백을 판단하여 제작 계획 완성하기</vt:lpstr>
      <vt:lpstr>[활동2] 친구의 피드백을 판단하여 제작 계획 완성하기</vt:lpstr>
      <vt:lpstr>[활동2] 친구의 피드백을 판단하여 제작 계획 완성하기</vt:lpstr>
      <vt:lpstr>[활동2] 친구의 피드백을 판단하여 제작 계획 완성하기</vt:lpstr>
      <vt:lpstr>정리하기</vt:lpstr>
      <vt:lpstr>정리하기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이 은찬</cp:lastModifiedBy>
  <cp:revision>13</cp:revision>
  <dcterms:created xsi:type="dcterms:W3CDTF">2026-07-09T22:35:37Z</dcterms:created>
  <dcterms:modified xsi:type="dcterms:W3CDTF">2026-10-24T07:45:50Z</dcterms:modified>
</cp:coreProperties>
</file>