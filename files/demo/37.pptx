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13"/>
  </p:notesMasterIdLst>
  <p:sldIdLst>
    <p:sldId id="256" r:id="rId3"/>
    <p:sldId id="265" r:id="rId4"/>
    <p:sldId id="277" r:id="rId5"/>
    <p:sldId id="278" r:id="rId6"/>
    <p:sldId id="266" r:id="rId7"/>
    <p:sldId id="279" r:id="rId8"/>
    <p:sldId id="268" r:id="rId9"/>
    <p:sldId id="273" r:id="rId10"/>
    <p:sldId id="269" r:id="rId11"/>
    <p:sldId id="270" r:id="rId12"/>
  </p:sldIdLst>
  <p:sldSz cx="12192000" cy="6858000"/>
  <p:notesSz cx="6858000" cy="12192000"/>
  <p:embeddedFontLst>
    <p:embeddedFont>
      <p:font typeface="Noto Sans KR Black" panose="020B0200000000000000" pitchFamily="50" charset="-127"/>
      <p:bold r:id="rId14"/>
    </p:embeddedFont>
    <p:embeddedFont>
      <p:font typeface="Noto Sans KR Medium" panose="020B0200000000000000" pitchFamily="50" charset="-127"/>
      <p:regular r:id="rId15"/>
    </p:embeddedFont>
    <p:embeddedFont>
      <p:font typeface="나눔스퀘어 ExtraBold" panose="020B0600000101010101" pitchFamily="50" charset="-127"/>
      <p:bold r:id="rId16"/>
    </p:embeddedFont>
    <p:embeddedFont>
      <p:font typeface="땅스부대찌개 Bold" panose="02020603020101020101" pitchFamily="18" charset="-127"/>
      <p:bold r:id="rId17"/>
    </p:embeddedFont>
    <p:embeddedFont>
      <p:font typeface="에스코어 드림 8 Heavy" panose="020B0903030302020204" pitchFamily="34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D966"/>
    <a:srgbClr val="ED7D31"/>
    <a:srgbClr val="FEFEFE"/>
    <a:srgbClr val="F6877E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08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512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9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2025463"/>
            <a:ext cx="5445266" cy="212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따뜻한 느낌의 색</a:t>
            </a:r>
            <a:r>
              <a:rPr lang="en-US" altLang="ko-KR" sz="4403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  <a:r>
              <a:rPr lang="ko-KR" altLang="en-US" sz="4403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차가운 느낌의 색으로 표현하기 </a:t>
            </a:r>
            <a:r>
              <a:rPr lang="en-US" altLang="ko-KR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(1)</a:t>
            </a: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37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859414" y="3187573"/>
            <a:ext cx="6684202" cy="92333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) 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느낌의 색과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(       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느낌의 색을 </a:t>
            </a:r>
            <a:endParaRPr lang="en-US" altLang="ko-KR" sz="27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활용하여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대상을 표현할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 fontScale="90000"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따뜻한 느낌의 색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차가운 느낌의 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872226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화이트보드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기능을 활용하여 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색상환에서 따뜻한 느낌이 드는 색을 골라 보세요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사각형: 잘린 대각선 방향 모서리 1">
            <a:extLst>
              <a:ext uri="{FF2B5EF4-FFF2-40B4-BE49-F238E27FC236}">
                <a16:creationId xmlns:a16="http://schemas.microsoft.com/office/drawing/2014/main" id="{77BEAF22-BB96-726E-C296-C7ABF6DC540C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ABEFEFF-183F-2C81-A80C-5900C7D85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206" y="3130443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따뜻한 느낌이 드는 색은 무엇인가요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0681CB-6704-A797-B1D2-BE9C463FC5CA}"/>
              </a:ext>
            </a:extLst>
          </p:cNvPr>
          <p:cNvCxnSpPr>
            <a:cxnSpLocks/>
          </p:cNvCxnSpPr>
          <p:nvPr/>
        </p:nvCxnSpPr>
        <p:spPr>
          <a:xfrm>
            <a:off x="6228784" y="4691088"/>
            <a:ext cx="46715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023063-0B63-AC22-26E8-335A42C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7393F386-93AE-0A32-26FF-196EEA3F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7F5083E8-AA5C-AE62-D04A-E30B81AD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34F67053-CA26-A607-A9E2-29C9C5ED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476C12E9-9910-CEEC-0E95-2E56049E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7C4C4730-89BD-C73F-54DA-5CC68835D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2A206E71-ED34-AA5E-08EF-7A5CD8FB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9E30865B-5F1C-A5F7-56C1-6D1F030B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C497C685-B77F-11B4-5951-E5BF8486D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CD102D0-E511-C1A0-51E3-D7649390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F0631910-AC06-F6E9-9D20-7D23398B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6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 fontScale="90000"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따뜻한 느낌의 색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차가운 느낌의 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879920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화이트보드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기능을 활용하여 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색상환에서 차가운 느낌이 드는 색을 골라 보세요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사각형: 잘린 대각선 방향 모서리 1">
            <a:extLst>
              <a:ext uri="{FF2B5EF4-FFF2-40B4-BE49-F238E27FC236}">
                <a16:creationId xmlns:a16="http://schemas.microsoft.com/office/drawing/2014/main" id="{77BEAF22-BB96-726E-C296-C7ABF6DC540C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ABEFEFF-183F-2C81-A80C-5900C7D85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206" y="3130443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차가운 느낌이 드는 색은 무엇인가요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0681CB-6704-A797-B1D2-BE9C463FC5CA}"/>
              </a:ext>
            </a:extLst>
          </p:cNvPr>
          <p:cNvCxnSpPr>
            <a:cxnSpLocks/>
          </p:cNvCxnSpPr>
          <p:nvPr/>
        </p:nvCxnSpPr>
        <p:spPr>
          <a:xfrm>
            <a:off x="6228784" y="4691088"/>
            <a:ext cx="46715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023063-0B63-AC22-26E8-335A42C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7393F386-93AE-0A32-26FF-196EEA3F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7F5083E8-AA5C-AE62-D04A-E30B81AD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34F67053-CA26-A607-A9E2-29C9C5ED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476C12E9-9910-CEEC-0E95-2E56049E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7C4C4730-89BD-C73F-54DA-5CC68835D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2A206E71-ED34-AA5E-08EF-7A5CD8FB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9E30865B-5F1C-A5F7-56C1-6D1F030B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C497C685-B77F-11B4-5951-E5BF8486D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CD102D0-E511-C1A0-51E3-D7649390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F0631910-AC06-F6E9-9D20-7D23398B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72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1C6380-ED4B-D0C2-9910-568D3B04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EA5CC574-CC06-D6D9-EA3E-026DF14B6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723CCC4-9B7C-BBEA-BF46-519E95E2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5213D8E-0294-1087-9B1E-ECD59BBE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3DD4A4E-863A-70CC-9939-851DC616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3D5E574-0026-0E81-1E73-DA48D712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C803-D5B1-5C62-8B9C-C363CAF0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81822DA-898E-8B46-7044-DE0057B4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33A7C503-0FB8-7D28-091F-7BB45C5A7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46ECBC7-E6BE-7F4C-DB54-92ECB4BC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6EF4E160-B9B7-464E-D50E-37FAF942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05A58E5D-C63C-0079-6A9A-96F441AD0163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D4359AE-DFDE-6D8F-D2A7-06239DC4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14" y="2923185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색상환에서</a:t>
            </a:r>
            <a:r>
              <a:rPr lang="en-US" altLang="ko-KR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r>
              <a:rPr lang="en-US" altLang="ko-KR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r>
              <a:rPr lang="en-US" altLang="ko-KR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r>
              <a:rPr lang="ko-KR" altLang="en-US" sz="28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은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3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따뜻한 느낌의 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입니다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A8B7060F-912A-E6BB-3B97-4BE9D35BB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42" y="4552309"/>
            <a:ext cx="45971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노랑이 따뜻한 느낌을 주는 이유는 무엇일까요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A3B2A9ED-5F04-8F91-DD4D-8336FE660DE2}"/>
              </a:ext>
            </a:extLst>
          </p:cNvPr>
          <p:cNvSpPr/>
          <p:nvPr/>
        </p:nvSpPr>
        <p:spPr>
          <a:xfrm>
            <a:off x="5387340" y="452823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4470549-5587-73C4-B846-CA136CD0F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2723" y="4590651"/>
            <a:ext cx="1004538" cy="26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solidFill>
                  <a:srgbClr val="FF999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생각해보기</a:t>
            </a:r>
            <a:endParaRPr lang="en-US" altLang="ko-KR" sz="1400" dirty="0">
              <a:solidFill>
                <a:srgbClr val="FF999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43496D17-0B57-1D91-9627-76AB7548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 fontScale="90000"/>
          </a:bodyPr>
          <a:lstStyle/>
          <a:p>
            <a:r>
              <a:rPr lang="ko-KR" altLang="en-US" sz="3400" b="1" spc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따뜻한 느낌의 색</a:t>
            </a:r>
            <a:r>
              <a:rPr kumimoji="0" lang="en-US" altLang="ko-KR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, </a:t>
            </a: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차가운 느낌의 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E19B00-CFE1-7AA2-2F9B-7EE758AAB1AB}"/>
              </a:ext>
            </a:extLst>
          </p:cNvPr>
          <p:cNvSpPr/>
          <p:nvPr/>
        </p:nvSpPr>
        <p:spPr>
          <a:xfrm>
            <a:off x="2412134" y="2017489"/>
            <a:ext cx="2598345" cy="2154887"/>
          </a:xfrm>
          <a:prstGeom prst="rect">
            <a:avLst/>
          </a:prstGeom>
          <a:noFill/>
          <a:ln w="57150">
            <a:solidFill>
              <a:srgbClr val="FF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1C6380-ED4B-D0C2-9910-568D3B04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EA5CC574-CC06-D6D9-EA3E-026DF14B6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723CCC4-9B7C-BBEA-BF46-519E95E2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5213D8E-0294-1087-9B1E-ECD59BBE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3DD4A4E-863A-70CC-9939-851DC616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3D5E574-0026-0E81-1E73-DA48D712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C803-D5B1-5C62-8B9C-C363CAF0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81822DA-898E-8B46-7044-DE0057B4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33A7C503-0FB8-7D28-091F-7BB45C5A7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46ECBC7-E6BE-7F4C-DB54-92ECB4BC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6EF4E160-B9B7-464E-D50E-37FAF942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05A58E5D-C63C-0079-6A9A-96F441AD0163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D4359AE-DFDE-6D8F-D2A7-06239DC4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14" y="2923185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색상환에서</a:t>
            </a:r>
            <a:r>
              <a:rPr lang="en-US" altLang="ko-KR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r>
              <a:rPr lang="en-US" altLang="ko-KR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r>
              <a:rPr lang="en-US" altLang="ko-KR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r>
              <a:rPr lang="ko-KR" altLang="en-US" sz="28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은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3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차가운 느낌의 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입니다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A8B7060F-912A-E6BB-3B97-4BE9D35BB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42" y="4552309"/>
            <a:ext cx="45971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청록이 차가운 느낌을 주는 이유는 무엇일까요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A3B2A9ED-5F04-8F91-DD4D-8336FE660DE2}"/>
              </a:ext>
            </a:extLst>
          </p:cNvPr>
          <p:cNvSpPr/>
          <p:nvPr/>
        </p:nvSpPr>
        <p:spPr>
          <a:xfrm>
            <a:off x="5387340" y="452823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4470549-5587-73C4-B846-CA136CD0F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2723" y="4590651"/>
            <a:ext cx="1004538" cy="26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solidFill>
                  <a:srgbClr val="FF999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생각해보기</a:t>
            </a:r>
            <a:endParaRPr lang="en-US" altLang="ko-KR" sz="1400" dirty="0">
              <a:solidFill>
                <a:srgbClr val="FF999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43496D17-0B57-1D91-9627-76AB7548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 fontScale="90000"/>
          </a:bodyPr>
          <a:lstStyle/>
          <a:p>
            <a:r>
              <a:rPr lang="ko-KR" altLang="en-US" sz="3400" b="1" spc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따뜻한 느낌의 색</a:t>
            </a:r>
            <a:r>
              <a:rPr kumimoji="0" lang="en-US" altLang="ko-KR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, </a:t>
            </a:r>
            <a:r>
              <a:rPr kumimoji="0" lang="ko-KR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차가운 느낌의 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C11B0E-D7CE-C6CE-185F-60B6CFE14CC5}"/>
              </a:ext>
            </a:extLst>
          </p:cNvPr>
          <p:cNvSpPr/>
          <p:nvPr/>
        </p:nvSpPr>
        <p:spPr>
          <a:xfrm>
            <a:off x="798748" y="4244692"/>
            <a:ext cx="2598345" cy="2154887"/>
          </a:xfrm>
          <a:prstGeom prst="rect">
            <a:avLst/>
          </a:prstGeom>
          <a:noFill/>
          <a:ln w="57150">
            <a:solidFill>
              <a:srgbClr val="FF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8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964152" cy="641085"/>
          </a:xfrm>
        </p:spPr>
        <p:txBody>
          <a:bodyPr>
            <a:no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작하기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나만의 방 꾸미기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F72766-5A73-62D8-065A-C65ADB4FA48F}"/>
              </a:ext>
            </a:extLst>
          </p:cNvPr>
          <p:cNvGrpSpPr/>
          <p:nvPr/>
        </p:nvGrpSpPr>
        <p:grpSpPr>
          <a:xfrm>
            <a:off x="643901" y="1422855"/>
            <a:ext cx="6670177" cy="379656"/>
            <a:chOff x="643901" y="1422855"/>
            <a:chExt cx="6670177" cy="3796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5E2357-40D2-8C3A-E2F0-20B71089E6C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5"/>
              <a:chOff x="853872" y="1465627"/>
              <a:chExt cx="318649" cy="316075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5CD1855-E762-360A-66D2-BD6E074052A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13DECA-CF8C-D3B1-16CD-A534C99466D8}"/>
                  </a:ext>
                </a:extLst>
              </p:cNvPr>
              <p:cNvSpPr txBox="1"/>
              <p:nvPr/>
            </p:nvSpPr>
            <p:spPr>
              <a:xfrm>
                <a:off x="893859" y="1465627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986705" y="1422855"/>
              <a:ext cx="6327373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따뜻한 느낌의 방과 차가운 느낌의 방 중 하나를 선택합니다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1C8395-E8A4-3ADD-1F20-DDC763B88F65}"/>
              </a:ext>
            </a:extLst>
          </p:cNvPr>
          <p:cNvGrpSpPr/>
          <p:nvPr/>
        </p:nvGrpSpPr>
        <p:grpSpPr>
          <a:xfrm>
            <a:off x="643901" y="2020648"/>
            <a:ext cx="5376554" cy="666977"/>
            <a:chOff x="643901" y="1422855"/>
            <a:chExt cx="5376554" cy="66697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10DC8C-6981-7EA5-EAC4-8421A3A43383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C8735C08-0D3B-2A20-5DE1-5492A499CDD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C87544-36B8-90FB-A7B5-E7CF91C0D1E4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F3CC98-BC82-9FB8-D1D5-865F6E994233}"/>
                </a:ext>
              </a:extLst>
            </p:cNvPr>
            <p:cNvSpPr txBox="1"/>
            <p:nvPr/>
          </p:nvSpPr>
          <p:spPr>
            <a:xfrm>
              <a:off x="986705" y="1422855"/>
              <a:ext cx="5033750" cy="666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따뜻한 느낌 혹은 차가운 느낌의 색을 활용하여 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가구를 꾸미고 벽을 채색합니다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C431B0-EE5D-51BA-0F0C-6DC1D4C9FCCB}"/>
              </a:ext>
            </a:extLst>
          </p:cNvPr>
          <p:cNvGrpSpPr/>
          <p:nvPr/>
        </p:nvGrpSpPr>
        <p:grpSpPr>
          <a:xfrm>
            <a:off x="643901" y="2670989"/>
            <a:ext cx="7498930" cy="379656"/>
            <a:chOff x="643901" y="1422855"/>
            <a:chExt cx="7498930" cy="379656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EB2551C-98DB-DDA2-7014-7C95C23B025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E2400EA7-2380-902A-5A0E-3D04E029F2C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02549F-718E-4D63-6A95-869CE2D54B8A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03369B-DFE4-9E96-9620-AA858E6F5DB9}"/>
                </a:ext>
              </a:extLst>
            </p:cNvPr>
            <p:cNvSpPr txBox="1"/>
            <p:nvPr/>
          </p:nvSpPr>
          <p:spPr>
            <a:xfrm>
              <a:off x="986705" y="1422855"/>
              <a:ext cx="7156126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자르는 선을 기준으로 자른 뒤 풀칠하는 곳에 풀을 바른 후 겹칩니다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C099F54D-A7F1-DA82-A7C1-B61842117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037" y="3234888"/>
            <a:ext cx="2119637" cy="29978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A019FC4-291E-3057-BFD0-84F2A5028355}"/>
              </a:ext>
            </a:extLst>
          </p:cNvPr>
          <p:cNvSpPr/>
          <p:nvPr/>
        </p:nvSpPr>
        <p:spPr>
          <a:xfrm>
            <a:off x="5915471" y="4225338"/>
            <a:ext cx="1499857" cy="80508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67A57C0-B354-BF8C-3F0C-3FD4680D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183" y="3033228"/>
            <a:ext cx="2245591" cy="31760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33C494-0C41-8B31-41E2-51A740780335}"/>
              </a:ext>
            </a:extLst>
          </p:cNvPr>
          <p:cNvSpPr txBox="1"/>
          <p:nvPr/>
        </p:nvSpPr>
        <p:spPr>
          <a:xfrm>
            <a:off x="7876183" y="6258485"/>
            <a:ext cx="33045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AI(Google Gemini)</a:t>
            </a:r>
            <a:r>
              <a:rPr lang="ko-KR" altLang="en-US" sz="900" dirty="0"/>
              <a:t>로 생성한 이미지입니다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823452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작하기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나만의 방 꾸미기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1" y="1422855"/>
            <a:ext cx="8095695" cy="379656"/>
            <a:chOff x="914427" y="1470196"/>
            <a:chExt cx="6071781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584680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발표 수업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기능을 활용하여 작품을 공유하고 이야기 나누어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8" name="Rectangle 9">
            <a:extLst>
              <a:ext uri="{FF2B5EF4-FFF2-40B4-BE49-F238E27FC236}">
                <a16:creationId xmlns:a16="http://schemas.microsoft.com/office/drawing/2014/main" id="{04836553-D1B8-352A-5B71-F1716630A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881" y="4659714"/>
            <a:ext cx="8490296" cy="100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유의점</a:t>
            </a:r>
            <a:r>
              <a:rPr lang="en-US" altLang="ko-KR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 게시물 평가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사각형: 잘린 대각선 방향 모서리 28">
            <a:extLst>
              <a:ext uri="{FF2B5EF4-FFF2-40B4-BE49-F238E27FC236}">
                <a16:creationId xmlns:a16="http://schemas.microsoft.com/office/drawing/2014/main" id="{17FED4DC-F943-786B-56AE-22593AFFE10A}"/>
              </a:ext>
            </a:extLst>
          </p:cNvPr>
          <p:cNvSpPr/>
          <p:nvPr/>
        </p:nvSpPr>
        <p:spPr>
          <a:xfrm>
            <a:off x="1089881" y="2596348"/>
            <a:ext cx="10169267" cy="1665304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15164AF1-02F8-9742-4A02-088CB9F3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94" y="3229335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색에 따라 방의 분위기가 어떻게 달라지나요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298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빨강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주황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노랑은 따뜻한 느낌을 준다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남색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파랑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초록은 차가운 느낌을 준다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다음 시간 예고: 따뜻한 느낌의 색과 차가운 느낌의 색을 활용하여 </a:t>
            </a: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                                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감정 표현하기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339</Words>
  <Application>Microsoft Office PowerPoint</Application>
  <PresentationFormat>와이드스크린</PresentationFormat>
  <Paragraphs>106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에스코어 드림 8 Heavy</vt:lpstr>
      <vt:lpstr>나눔스퀘어 ExtraBold</vt:lpstr>
      <vt:lpstr>땅스부대찌개 Bold</vt:lpstr>
      <vt:lpstr>Noto Sans KR Black</vt:lpstr>
      <vt:lpstr>Wingdings</vt:lpstr>
      <vt:lpstr>굴림</vt:lpstr>
      <vt:lpstr>Arial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탐색하기 — 따뜻한 느낌의 색, 차가운 느낌의 색 탐구하기</vt:lpstr>
      <vt:lpstr>탐색하기 — 따뜻한 느낌의 색, 차가운 느낌의 색 탐구하기</vt:lpstr>
      <vt:lpstr>탐색하기 — 따뜻한 느낌의 색, 차가운 느낌의 색 탐구하기</vt:lpstr>
      <vt:lpstr>탐색하기 — 따뜻한 느낌의 색, 차가운 느낌의 색 탐구하기</vt:lpstr>
      <vt:lpstr>제작하기 —나만의 방 꾸미기</vt:lpstr>
      <vt:lpstr>제작하기 —나만의 방 꾸미기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22</cp:revision>
  <dcterms:created xsi:type="dcterms:W3CDTF">2026-07-09T22:35:37Z</dcterms:created>
  <dcterms:modified xsi:type="dcterms:W3CDTF">2026-10-27T16:15:28Z</dcterms:modified>
</cp:coreProperties>
</file>