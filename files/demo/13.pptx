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77" r:id="rId9"/>
    <p:sldId id="283" r:id="rId10"/>
    <p:sldId id="278" r:id="rId11"/>
    <p:sldId id="269" r:id="rId12"/>
    <p:sldId id="270" r:id="rId13"/>
  </p:sldIdLst>
  <p:sldSz cx="12192000" cy="6858000"/>
  <p:notesSz cx="6858000" cy="12192000"/>
  <p:embeddedFontLst>
    <p:embeddedFont>
      <p:font typeface="Noto Sans KR Black" panose="020B0200000000000000" pitchFamily="50" charset="-127"/>
      <p:bold r:id="rId15"/>
    </p:embeddedFont>
    <p:embeddedFont>
      <p:font typeface="Noto Sans KR Medium" panose="020B0200000000000000" pitchFamily="50" charset="-127"/>
      <p:regular r:id="rId16"/>
    </p:embeddedFont>
    <p:embeddedFont>
      <p:font typeface="고양덕양 B" pitchFamily="2" charset="-127"/>
      <p:regular r:id="rId17"/>
    </p:embeddedFont>
    <p:embeddedFont>
      <p:font typeface="나눔바른고딕" panose="020B0603020101020101" pitchFamily="50" charset="-127"/>
      <p:regular r:id="rId18"/>
      <p:bold r:id="rId19"/>
    </p:embeddedFont>
    <p:embeddedFont>
      <p:font typeface="나눔스퀘어 ExtraBold" panose="020B0600000101010101" pitchFamily="50" charset="-127"/>
      <p:bold r:id="rId20"/>
    </p:embeddedFont>
    <p:embeddedFont>
      <p:font typeface="땅스부대찌개 Bold" panose="02020603020101020101" pitchFamily="18" charset="-127"/>
      <p:bold r:id="rId21"/>
    </p:embeddedFont>
    <p:embeddedFont>
      <p:font typeface="에스코어 드림 8 Heavy" panose="020B0903030302020204" pitchFamily="34" charset="-127"/>
      <p:bold r:id="rId22"/>
    </p:embeddedFont>
    <p:embeddedFont>
      <p:font typeface="함초롬바탕" panose="02030604000101010101" pitchFamily="18" charset="-127"/>
      <p:regular r:id="rId23"/>
      <p:bold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94041" y="2594078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우리 옛 그림 </a:t>
            </a:r>
            <a:endParaRPr lang="en-US" altLang="ko-KR" sz="4400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이전 생각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지금 생각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13차시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10582184" y="2942753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582184" y="408412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7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3" name="Oval 102"/>
          <p:cNvSpPr/>
          <p:nvPr/>
        </p:nvSpPr>
        <p:spPr>
          <a:xfrm>
            <a:off x="760708" y="3013329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sz="20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60708" y="4110609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021008" y="3016960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021008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49522"/>
            <a:ext cx="9525376" cy="644233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이전 생각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생각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FC5238-D1E1-29CD-6E21-135ADEF4F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738" y="1670031"/>
            <a:ext cx="7541623" cy="42421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DE53A3-6344-B791-3EE6-FF9AB2A1AD91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우리반 옛 그림 산책하기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5824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1-6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차시까지 감상한 그림을 다시 살펴봅시다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59324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1~6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차시 활동지를 한눈에 살펴보고 가장 기억에 남는 작품 떠올리기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83208" y="4098925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자신에게 가장 깊은 인상을 남긴 그림을 하나 선정하고 작품 소개 안내판 적기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3208" y="4604604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작품 소개 안내판을 교실에 전시하고 자유롭게 산책하듯이 돌아다니며 살펴보기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429000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9652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이전 생각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지금 생각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3208" y="3580669"/>
            <a:ext cx="9966960" cy="4417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indent="0" algn="l" fontAlgn="base" latinLnBrk="1">
              <a:lnSpc>
                <a:spcPct val="180000"/>
              </a:lnSpc>
              <a:spcBef>
                <a:spcPts val="0"/>
              </a:spcBef>
              <a:spcAft>
                <a:spcPts val="30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이전 생각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프로젝트 시작 전 우리 옛 그림에 대해 가졌던 생각 적기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399868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55843" y="415735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indent="0" algn="l" fontAlgn="base" latinLnBrk="1">
              <a:lnSpc>
                <a:spcPct val="180000"/>
              </a:lnSpc>
              <a:spcBef>
                <a:spcPts val="0"/>
              </a:spcBef>
              <a:spcAft>
                <a:spcPts val="30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지금 생각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다양한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아트풀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씽킹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기법으로 탐구한 후 달라지거나 새로워진 생각 적기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148450"/>
              </p:ext>
            </p:extLst>
          </p:nvPr>
        </p:nvGraphicFramePr>
        <p:xfrm>
          <a:off x="301894" y="1754701"/>
          <a:ext cx="11193420" cy="4363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6710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5596710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</a:tblGrid>
              <a:tr h="9275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이전 생각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지금 생각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83208" y="359324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모둠원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및 클래스보드를 통해 자신의 변화된 생각 공유하기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55843" y="410118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친구들의 이전 생각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지금 생각을 살펴보며 나의 생각과 비교해보기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185705" y="4581050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친구의 의견 중 참신하거나 공감되는 문장에 응원 댓글 달아주기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친구와의 생각을 비교해보며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11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그림에 대해 나의 변화된 생각이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488034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산책 수업을 마치겠습니다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모두 고생하셨습니다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프로젝트를 마친 전체 소감은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430</Words>
  <Application>Microsoft Office PowerPoint</Application>
  <PresentationFormat>와이드스크린</PresentationFormat>
  <Paragraphs>102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3" baseType="lpstr">
      <vt:lpstr>고양덕양 B</vt:lpstr>
      <vt:lpstr>나눔바른고딕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Times New Roman</vt:lpstr>
      <vt:lpstr>함초롬바탕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영상제목: 이전 생각/지금 생각</vt:lpstr>
      <vt:lpstr>우리반 옛 그림 산책하기</vt:lpstr>
      <vt:lpstr>아트풀 씽킹으로 생각하기</vt:lpstr>
      <vt:lpstr>아트풀 씽킹으로 생각하기</vt:lpstr>
      <vt:lpstr>생각의 팔레트 확장하기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48</cp:revision>
  <dcterms:created xsi:type="dcterms:W3CDTF">2026-07-09T22:35:37Z</dcterms:created>
  <dcterms:modified xsi:type="dcterms:W3CDTF">2026-10-27T16:01:37Z</dcterms:modified>
  <cp:version/>
</cp:coreProperties>
</file>